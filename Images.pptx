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11" r:id="rId8"/>
  </p:sldMasterIdLst>
  <p:notesMasterIdLst>
    <p:notesMasterId r:id="rId24"/>
  </p:notesMasterIdLst>
  <p:handoutMasterIdLst>
    <p:handoutMasterId r:id="rId25"/>
  </p:handoutMasterIdLst>
  <p:sldIdLst>
    <p:sldId id="2147482520" r:id="rId9"/>
    <p:sldId id="2147482529" r:id="rId10"/>
    <p:sldId id="2147482521" r:id="rId11"/>
    <p:sldId id="2147482527" r:id="rId12"/>
    <p:sldId id="2147482522" r:id="rId13"/>
    <p:sldId id="2147482528" r:id="rId14"/>
    <p:sldId id="2147482523" r:id="rId15"/>
    <p:sldId id="2147482524" r:id="rId16"/>
    <p:sldId id="2147482533" r:id="rId17"/>
    <p:sldId id="2147482534" r:id="rId18"/>
    <p:sldId id="2147482499" r:id="rId19"/>
    <p:sldId id="2147482535" r:id="rId20"/>
    <p:sldId id="2147482530" r:id="rId21"/>
    <p:sldId id="2147482531" r:id="rId22"/>
    <p:sldId id="2147482532" r:id="rId23"/>
  </p:sldIdLst>
  <p:sldSz cx="9144000" cy="9104313"/>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D53F028-A2E4-E24B-A222-7DB4617B18BB}">
          <p14:sldIdLst>
            <p14:sldId id="2147482520"/>
            <p14:sldId id="2147482529"/>
            <p14:sldId id="2147482521"/>
            <p14:sldId id="2147482527"/>
            <p14:sldId id="2147482522"/>
            <p14:sldId id="2147482528"/>
            <p14:sldId id="2147482523"/>
            <p14:sldId id="2147482524"/>
            <p14:sldId id="2147482533"/>
            <p14:sldId id="2147482534"/>
            <p14:sldId id="2147482499"/>
            <p14:sldId id="2147482535"/>
            <p14:sldId id="2147482530"/>
            <p14:sldId id="2147482531"/>
            <p14:sldId id="2147482532"/>
          </p14:sldIdLst>
        </p14:section>
      </p14:sectionLst>
    </p:ext>
    <p:ext uri="{EFAFB233-063F-42B5-8137-9DF3F51BA10A}">
      <p15:sldGuideLst xmlns:p15="http://schemas.microsoft.com/office/powerpoint/2012/main">
        <p15:guide id="1" orient="horz" pos="2868"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080"/>
    <a:srgbClr val="1F77B4"/>
    <a:srgbClr val="FFDFDB"/>
    <a:srgbClr val="FFE050"/>
    <a:srgbClr val="FFED5E"/>
    <a:srgbClr val="02ABB1"/>
    <a:srgbClr val="00666F"/>
    <a:srgbClr val="FCFCC2"/>
    <a:srgbClr val="ADFF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0C2EC8-7F31-4CD6-BF56-97767BF03C71}" v="15" dt="2026-07-30T14:02:58.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8" autoAdjust="0"/>
    <p:restoredTop sz="94485" autoAdjust="0"/>
  </p:normalViewPr>
  <p:slideViewPr>
    <p:cSldViewPr snapToGrid="0">
      <p:cViewPr varScale="1">
        <p:scale>
          <a:sx n="56" d="100"/>
          <a:sy n="56" d="100"/>
        </p:scale>
        <p:origin x="2021" y="53"/>
      </p:cViewPr>
      <p:guideLst>
        <p:guide orient="horz" pos="2868"/>
        <p:guide pos="2880"/>
      </p:guideLst>
    </p:cSldViewPr>
  </p:slideViewPr>
  <p:outlineViewPr>
    <p:cViewPr>
      <p:scale>
        <a:sx n="70" d="100"/>
        <a:sy n="70" d="100"/>
      </p:scale>
      <p:origin x="-80" y="-50192"/>
    </p:cViewPr>
  </p:outlineViewPr>
  <p:notesTextViewPr>
    <p:cViewPr>
      <p:scale>
        <a:sx n="1" d="1"/>
        <a:sy n="1" d="1"/>
      </p:scale>
      <p:origin x="0" y="0"/>
    </p:cViewPr>
  </p:notesTextViewPr>
  <p:sorterViewPr>
    <p:cViewPr varScale="1">
      <p:scale>
        <a:sx n="1" d="1"/>
        <a:sy n="1" d="1"/>
      </p:scale>
      <p:origin x="0" y="-14292"/>
    </p:cViewPr>
  </p:sorterViewPr>
  <p:notesViewPr>
    <p:cSldViewPr snapToGrid="0" showGuides="1">
      <p:cViewPr>
        <p:scale>
          <a:sx n="109" d="100"/>
          <a:sy n="109" d="100"/>
        </p:scale>
        <p:origin x="3666" y="456"/>
      </p:cViewPr>
      <p:guideLst/>
    </p:cSldViewPr>
  </p:notes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driks, Rob" userId="c1397476-51d7-416b-9276-de9da7a1b8a6" providerId="ADAL" clId="{5530228B-0BD8-451E-BAD1-66B9143C59C5}"/>
    <pc:docChg chg="undo custSel addSld delSld modSld sldOrd modMainMaster modSection">
      <pc:chgData name="Hendriks, Rob" userId="c1397476-51d7-416b-9276-de9da7a1b8a6" providerId="ADAL" clId="{5530228B-0BD8-451E-BAD1-66B9143C59C5}" dt="2026-07-30T14:27:57.021" v="6263"/>
      <pc:docMkLst>
        <pc:docMk/>
      </pc:docMkLst>
      <pc:sldChg chg="addSp delSp modSp mod">
        <pc:chgData name="Hendriks, Rob" userId="c1397476-51d7-416b-9276-de9da7a1b8a6" providerId="ADAL" clId="{5530228B-0BD8-451E-BAD1-66B9143C59C5}" dt="2026-07-30T14:22:18.106" v="6237" actId="1076"/>
        <pc:sldMkLst>
          <pc:docMk/>
          <pc:sldMk cId="1058418885" sldId="2147482499"/>
        </pc:sldMkLst>
        <pc:spChg chg="add del mod">
          <ac:chgData name="Hendriks, Rob" userId="c1397476-51d7-416b-9276-de9da7a1b8a6" providerId="ADAL" clId="{5530228B-0BD8-451E-BAD1-66B9143C59C5}" dt="2026-07-30T14:21:51.062" v="6231" actId="478"/>
          <ac:spMkLst>
            <pc:docMk/>
            <pc:sldMk cId="1058418885" sldId="2147482499"/>
            <ac:spMk id="3" creationId="{09B7DEFA-F657-06C6-5F13-434B8060DC5C}"/>
          </ac:spMkLst>
        </pc:spChg>
        <pc:spChg chg="del">
          <ac:chgData name="Hendriks, Rob" userId="c1397476-51d7-416b-9276-de9da7a1b8a6" providerId="ADAL" clId="{5530228B-0BD8-451E-BAD1-66B9143C59C5}" dt="2026-07-30T14:21:36.020" v="6228" actId="478"/>
          <ac:spMkLst>
            <pc:docMk/>
            <pc:sldMk cId="1058418885" sldId="2147482499"/>
            <ac:spMk id="6" creationId="{FBF7F283-C47B-3C2A-4CB4-512C49427253}"/>
          </ac:spMkLst>
        </pc:spChg>
        <pc:spChg chg="del">
          <ac:chgData name="Hendriks, Rob" userId="c1397476-51d7-416b-9276-de9da7a1b8a6" providerId="ADAL" clId="{5530228B-0BD8-451E-BAD1-66B9143C59C5}" dt="2026-07-30T14:21:38.617" v="6229" actId="478"/>
          <ac:spMkLst>
            <pc:docMk/>
            <pc:sldMk cId="1058418885" sldId="2147482499"/>
            <ac:spMk id="7" creationId="{1C0FD810-861C-8EF2-52CF-99FFEAD5A5E7}"/>
          </ac:spMkLst>
        </pc:spChg>
        <pc:spChg chg="add del mod">
          <ac:chgData name="Hendriks, Rob" userId="c1397476-51d7-416b-9276-de9da7a1b8a6" providerId="ADAL" clId="{5530228B-0BD8-451E-BAD1-66B9143C59C5}" dt="2026-07-30T14:21:49.496" v="6230" actId="478"/>
          <ac:spMkLst>
            <pc:docMk/>
            <pc:sldMk cId="1058418885" sldId="2147482499"/>
            <ac:spMk id="8" creationId="{64F40466-5C01-0384-A082-49D8BB98FBBE}"/>
          </ac:spMkLst>
        </pc:spChg>
        <pc:spChg chg="add mod">
          <ac:chgData name="Hendriks, Rob" userId="c1397476-51d7-416b-9276-de9da7a1b8a6" providerId="ADAL" clId="{5530228B-0BD8-451E-BAD1-66B9143C59C5}" dt="2026-07-30T14:22:13.674" v="6236" actId="1076"/>
          <ac:spMkLst>
            <pc:docMk/>
            <pc:sldMk cId="1058418885" sldId="2147482499"/>
            <ac:spMk id="10" creationId="{0DBC65C3-CE68-8925-F835-088271516DCE}"/>
          </ac:spMkLst>
        </pc:spChg>
        <pc:spChg chg="del">
          <ac:chgData name="Hendriks, Rob" userId="c1397476-51d7-416b-9276-de9da7a1b8a6" providerId="ADAL" clId="{5530228B-0BD8-451E-BAD1-66B9143C59C5}" dt="2026-07-30T14:22:09.054" v="6235" actId="478"/>
          <ac:spMkLst>
            <pc:docMk/>
            <pc:sldMk cId="1058418885" sldId="2147482499"/>
            <ac:spMk id="14" creationId="{2341943A-5D35-4B9C-6AD7-1005BEFD6339}"/>
          </ac:spMkLst>
        </pc:spChg>
        <pc:spChg chg="add mod">
          <ac:chgData name="Hendriks, Rob" userId="c1397476-51d7-416b-9276-de9da7a1b8a6" providerId="ADAL" clId="{5530228B-0BD8-451E-BAD1-66B9143C59C5}" dt="2026-07-30T14:22:13.674" v="6236" actId="1076"/>
          <ac:spMkLst>
            <pc:docMk/>
            <pc:sldMk cId="1058418885" sldId="2147482499"/>
            <ac:spMk id="17" creationId="{3C592AA7-02FF-7760-2D8C-85C4CE684335}"/>
          </ac:spMkLst>
        </pc:spChg>
        <pc:picChg chg="mod">
          <ac:chgData name="Hendriks, Rob" userId="c1397476-51d7-416b-9276-de9da7a1b8a6" providerId="ADAL" clId="{5530228B-0BD8-451E-BAD1-66B9143C59C5}" dt="2026-07-30T14:22:18.106" v="6237" actId="1076"/>
          <ac:picMkLst>
            <pc:docMk/>
            <pc:sldMk cId="1058418885" sldId="2147482499"/>
            <ac:picMk id="11" creationId="{978E574F-6690-DCDE-6622-4BF19EBDD112}"/>
          </ac:picMkLst>
        </pc:picChg>
        <pc:picChg chg="add mod">
          <ac:chgData name="Hendriks, Rob" userId="c1397476-51d7-416b-9276-de9da7a1b8a6" providerId="ADAL" clId="{5530228B-0BD8-451E-BAD1-66B9143C59C5}" dt="2026-07-30T14:22:13.674" v="6236" actId="1076"/>
          <ac:picMkLst>
            <pc:docMk/>
            <pc:sldMk cId="1058418885" sldId="2147482499"/>
            <ac:picMk id="15" creationId="{DB169B00-78EF-898A-FF78-AC3AD383EBD6}"/>
          </ac:picMkLst>
        </pc:picChg>
      </pc:sldChg>
      <pc:sldChg chg="modSp new mod ord">
        <pc:chgData name="Hendriks, Rob" userId="c1397476-51d7-416b-9276-de9da7a1b8a6" providerId="ADAL" clId="{5530228B-0BD8-451E-BAD1-66B9143C59C5}" dt="2026-07-19T13:12:29.555" v="19" actId="20577"/>
        <pc:sldMkLst>
          <pc:docMk/>
          <pc:sldMk cId="1674329261" sldId="2147482520"/>
        </pc:sldMkLst>
        <pc:spChg chg="mod">
          <ac:chgData name="Hendriks, Rob" userId="c1397476-51d7-416b-9276-de9da7a1b8a6" providerId="ADAL" clId="{5530228B-0BD8-451E-BAD1-66B9143C59C5}" dt="2026-07-19T13:12:25.268" v="9" actId="5793"/>
          <ac:spMkLst>
            <pc:docMk/>
            <pc:sldMk cId="1674329261" sldId="2147482520"/>
            <ac:spMk id="4" creationId="{3A1EB7CB-0EC5-14D2-F1A7-5053D0F4AEC7}"/>
          </ac:spMkLst>
        </pc:spChg>
        <pc:spChg chg="mod">
          <ac:chgData name="Hendriks, Rob" userId="c1397476-51d7-416b-9276-de9da7a1b8a6" providerId="ADAL" clId="{5530228B-0BD8-451E-BAD1-66B9143C59C5}" dt="2026-07-19T13:12:29.555" v="19" actId="20577"/>
          <ac:spMkLst>
            <pc:docMk/>
            <pc:sldMk cId="1674329261" sldId="2147482520"/>
            <ac:spMk id="5" creationId="{906516D1-C404-C1C2-78D1-984DFFB0E591}"/>
          </ac:spMkLst>
        </pc:spChg>
      </pc:sldChg>
      <pc:sldChg chg="modSp new mod">
        <pc:chgData name="Hendriks, Rob" userId="c1397476-51d7-416b-9276-de9da7a1b8a6" providerId="ADAL" clId="{5530228B-0BD8-451E-BAD1-66B9143C59C5}" dt="2026-07-19T13:12:42.763" v="29"/>
        <pc:sldMkLst>
          <pc:docMk/>
          <pc:sldMk cId="4291989601" sldId="2147482521"/>
        </pc:sldMkLst>
        <pc:spChg chg="mod">
          <ac:chgData name="Hendriks, Rob" userId="c1397476-51d7-416b-9276-de9da7a1b8a6" providerId="ADAL" clId="{5530228B-0BD8-451E-BAD1-66B9143C59C5}" dt="2026-07-19T13:12:42.763" v="29"/>
          <ac:spMkLst>
            <pc:docMk/>
            <pc:sldMk cId="4291989601" sldId="2147482521"/>
            <ac:spMk id="4" creationId="{97B8C96A-6455-2C89-06A9-27F6B2DA14C3}"/>
          </ac:spMkLst>
        </pc:spChg>
        <pc:spChg chg="mod">
          <ac:chgData name="Hendriks, Rob" userId="c1397476-51d7-416b-9276-de9da7a1b8a6" providerId="ADAL" clId="{5530228B-0BD8-451E-BAD1-66B9143C59C5}" dt="2026-07-19T13:12:34.870" v="27" actId="20577"/>
          <ac:spMkLst>
            <pc:docMk/>
            <pc:sldMk cId="4291989601" sldId="2147482521"/>
            <ac:spMk id="5" creationId="{0D3966E4-5A64-6BAD-CE76-D98F19186FF6}"/>
          </ac:spMkLst>
        </pc:spChg>
      </pc:sldChg>
      <pc:sldChg chg="modSp new mod">
        <pc:chgData name="Hendriks, Rob" userId="c1397476-51d7-416b-9276-de9da7a1b8a6" providerId="ADAL" clId="{5530228B-0BD8-451E-BAD1-66B9143C59C5}" dt="2026-07-19T13:12:58.145" v="41"/>
        <pc:sldMkLst>
          <pc:docMk/>
          <pc:sldMk cId="3934322987" sldId="2147482522"/>
        </pc:sldMkLst>
        <pc:spChg chg="mod">
          <ac:chgData name="Hendriks, Rob" userId="c1397476-51d7-416b-9276-de9da7a1b8a6" providerId="ADAL" clId="{5530228B-0BD8-451E-BAD1-66B9143C59C5}" dt="2026-07-19T13:12:58.145" v="41"/>
          <ac:spMkLst>
            <pc:docMk/>
            <pc:sldMk cId="3934322987" sldId="2147482522"/>
            <ac:spMk id="4" creationId="{2B73A38D-3EF3-0D50-76DB-1407F168F57A}"/>
          </ac:spMkLst>
        </pc:spChg>
        <pc:spChg chg="mod">
          <ac:chgData name="Hendriks, Rob" userId="c1397476-51d7-416b-9276-de9da7a1b8a6" providerId="ADAL" clId="{5530228B-0BD8-451E-BAD1-66B9143C59C5}" dt="2026-07-19T13:12:48.441" v="39" actId="20577"/>
          <ac:spMkLst>
            <pc:docMk/>
            <pc:sldMk cId="3934322987" sldId="2147482522"/>
            <ac:spMk id="5" creationId="{B356995D-E734-FA62-01FF-2C415FF6442F}"/>
          </ac:spMkLst>
        </pc:spChg>
      </pc:sldChg>
      <pc:sldChg chg="modSp new mod">
        <pc:chgData name="Hendriks, Rob" userId="c1397476-51d7-416b-9276-de9da7a1b8a6" providerId="ADAL" clId="{5530228B-0BD8-451E-BAD1-66B9143C59C5}" dt="2026-07-19T13:13:16.299" v="53" actId="20577"/>
        <pc:sldMkLst>
          <pc:docMk/>
          <pc:sldMk cId="559832539" sldId="2147482523"/>
        </pc:sldMkLst>
        <pc:spChg chg="mod">
          <ac:chgData name="Hendriks, Rob" userId="c1397476-51d7-416b-9276-de9da7a1b8a6" providerId="ADAL" clId="{5530228B-0BD8-451E-BAD1-66B9143C59C5}" dt="2026-07-19T13:13:12.660" v="45" actId="5793"/>
          <ac:spMkLst>
            <pc:docMk/>
            <pc:sldMk cId="559832539" sldId="2147482523"/>
            <ac:spMk id="4" creationId="{EB94FECC-56DD-485A-82A5-C07464A6F985}"/>
          </ac:spMkLst>
        </pc:spChg>
        <pc:spChg chg="mod">
          <ac:chgData name="Hendriks, Rob" userId="c1397476-51d7-416b-9276-de9da7a1b8a6" providerId="ADAL" clId="{5530228B-0BD8-451E-BAD1-66B9143C59C5}" dt="2026-07-19T13:13:16.299" v="53" actId="20577"/>
          <ac:spMkLst>
            <pc:docMk/>
            <pc:sldMk cId="559832539" sldId="2147482523"/>
            <ac:spMk id="5" creationId="{BA8EEBE1-1049-DB06-FA98-F7D5C5120F9B}"/>
          </ac:spMkLst>
        </pc:spChg>
      </pc:sldChg>
      <pc:sldChg chg="modSp new mod">
        <pc:chgData name="Hendriks, Rob" userId="c1397476-51d7-416b-9276-de9da7a1b8a6" providerId="ADAL" clId="{5530228B-0BD8-451E-BAD1-66B9143C59C5}" dt="2026-07-19T13:13:36.687" v="71" actId="20577"/>
        <pc:sldMkLst>
          <pc:docMk/>
          <pc:sldMk cId="2876525108" sldId="2147482524"/>
        </pc:sldMkLst>
        <pc:spChg chg="mod">
          <ac:chgData name="Hendriks, Rob" userId="c1397476-51d7-416b-9276-de9da7a1b8a6" providerId="ADAL" clId="{5530228B-0BD8-451E-BAD1-66B9143C59C5}" dt="2026-07-19T13:13:30.816" v="58" actId="5793"/>
          <ac:spMkLst>
            <pc:docMk/>
            <pc:sldMk cId="2876525108" sldId="2147482524"/>
            <ac:spMk id="4" creationId="{605B2447-7A3F-C8D9-6AE8-8E07DC6EC9E3}"/>
          </ac:spMkLst>
        </pc:spChg>
        <pc:spChg chg="mod">
          <ac:chgData name="Hendriks, Rob" userId="c1397476-51d7-416b-9276-de9da7a1b8a6" providerId="ADAL" clId="{5530228B-0BD8-451E-BAD1-66B9143C59C5}" dt="2026-07-19T13:13:36.687" v="71" actId="20577"/>
          <ac:spMkLst>
            <pc:docMk/>
            <pc:sldMk cId="2876525108" sldId="2147482524"/>
            <ac:spMk id="5" creationId="{04CFCE1F-1E6E-B6DF-254D-AFA38DC5533C}"/>
          </ac:spMkLst>
        </pc:spChg>
      </pc:sldChg>
      <pc:sldChg chg="addSp delSp modSp new mod">
        <pc:chgData name="Hendriks, Rob" userId="c1397476-51d7-416b-9276-de9da7a1b8a6" providerId="ADAL" clId="{5530228B-0BD8-451E-BAD1-66B9143C59C5}" dt="2026-07-30T13:42:30.548" v="5229" actId="1038"/>
        <pc:sldMkLst>
          <pc:docMk/>
          <pc:sldMk cId="996523645" sldId="2147482527"/>
        </pc:sldMkLst>
        <pc:spChg chg="add mod">
          <ac:chgData name="Hendriks, Rob" userId="c1397476-51d7-416b-9276-de9da7a1b8a6" providerId="ADAL" clId="{5530228B-0BD8-451E-BAD1-66B9143C59C5}" dt="2026-07-30T13:40:50.921" v="5193" actId="20577"/>
          <ac:spMkLst>
            <pc:docMk/>
            <pc:sldMk cId="996523645" sldId="2147482527"/>
            <ac:spMk id="2" creationId="{E4C73121-B89D-2C19-F2F2-8196A4D42E55}"/>
          </ac:spMkLst>
        </pc:spChg>
        <pc:spChg chg="add mod">
          <ac:chgData name="Hendriks, Rob" userId="c1397476-51d7-416b-9276-de9da7a1b8a6" providerId="ADAL" clId="{5530228B-0BD8-451E-BAD1-66B9143C59C5}" dt="2026-07-30T13:42:20.394" v="5226" actId="1076"/>
          <ac:spMkLst>
            <pc:docMk/>
            <pc:sldMk cId="996523645" sldId="2147482527"/>
            <ac:spMk id="4" creationId="{7C82FADA-E736-603F-26EB-506853243709}"/>
          </ac:spMkLst>
        </pc:spChg>
        <pc:spChg chg="mod topLvl">
          <ac:chgData name="Hendriks, Rob" userId="c1397476-51d7-416b-9276-de9da7a1b8a6" providerId="ADAL" clId="{5530228B-0BD8-451E-BAD1-66B9143C59C5}" dt="2026-07-30T13:42:30.548" v="5229" actId="1038"/>
          <ac:spMkLst>
            <pc:docMk/>
            <pc:sldMk cId="996523645" sldId="2147482527"/>
            <ac:spMk id="5" creationId="{71110D9C-133D-945B-02A0-4798CBD77B40}"/>
          </ac:spMkLst>
        </pc:spChg>
        <pc:spChg chg="add mod">
          <ac:chgData name="Hendriks, Rob" userId="c1397476-51d7-416b-9276-de9da7a1b8a6" providerId="ADAL" clId="{5530228B-0BD8-451E-BAD1-66B9143C59C5}" dt="2026-07-19T13:32:04.928" v="645" actId="1076"/>
          <ac:spMkLst>
            <pc:docMk/>
            <pc:sldMk cId="996523645" sldId="2147482527"/>
            <ac:spMk id="7" creationId="{B87EEBE5-923E-9CA1-8BAC-BC456C842130}"/>
          </ac:spMkLst>
        </pc:spChg>
        <pc:spChg chg="add mod">
          <ac:chgData name="Hendriks, Rob" userId="c1397476-51d7-416b-9276-de9da7a1b8a6" providerId="ADAL" clId="{5530228B-0BD8-451E-BAD1-66B9143C59C5}" dt="2026-07-19T13:32:04.928" v="645" actId="1076"/>
          <ac:spMkLst>
            <pc:docMk/>
            <pc:sldMk cId="996523645" sldId="2147482527"/>
            <ac:spMk id="8" creationId="{39A04C0E-E5A6-E464-E5C6-55E0DB7A1F58}"/>
          </ac:spMkLst>
        </pc:spChg>
        <pc:spChg chg="add mod">
          <ac:chgData name="Hendriks, Rob" userId="c1397476-51d7-416b-9276-de9da7a1b8a6" providerId="ADAL" clId="{5530228B-0BD8-451E-BAD1-66B9143C59C5}" dt="2026-07-19T13:32:04.928" v="645" actId="1076"/>
          <ac:spMkLst>
            <pc:docMk/>
            <pc:sldMk cId="996523645" sldId="2147482527"/>
            <ac:spMk id="9" creationId="{C8EF7ED2-7604-E900-347A-E3FCA6A0FDAB}"/>
          </ac:spMkLst>
        </pc:spChg>
        <pc:spChg chg="add mod">
          <ac:chgData name="Hendriks, Rob" userId="c1397476-51d7-416b-9276-de9da7a1b8a6" providerId="ADAL" clId="{5530228B-0BD8-451E-BAD1-66B9143C59C5}" dt="2026-07-19T13:32:04.928" v="645" actId="1076"/>
          <ac:spMkLst>
            <pc:docMk/>
            <pc:sldMk cId="996523645" sldId="2147482527"/>
            <ac:spMk id="10" creationId="{9C321743-D23E-6B69-A8BF-BAF8EE658F8C}"/>
          </ac:spMkLst>
        </pc:spChg>
        <pc:spChg chg="add mod">
          <ac:chgData name="Hendriks, Rob" userId="c1397476-51d7-416b-9276-de9da7a1b8a6" providerId="ADAL" clId="{5530228B-0BD8-451E-BAD1-66B9143C59C5}" dt="2026-07-19T13:22:12.392" v="173" actId="1076"/>
          <ac:spMkLst>
            <pc:docMk/>
            <pc:sldMk cId="996523645" sldId="2147482527"/>
            <ac:spMk id="11" creationId="{62B94278-8F71-B31E-6F96-B4ABF70379F0}"/>
          </ac:spMkLst>
        </pc:spChg>
        <pc:spChg chg="add mod">
          <ac:chgData name="Hendriks, Rob" userId="c1397476-51d7-416b-9276-de9da7a1b8a6" providerId="ADAL" clId="{5530228B-0BD8-451E-BAD1-66B9143C59C5}" dt="2026-07-19T13:32:04.928" v="645" actId="1076"/>
          <ac:spMkLst>
            <pc:docMk/>
            <pc:sldMk cId="996523645" sldId="2147482527"/>
            <ac:spMk id="12" creationId="{CDF456FD-831F-5306-DC27-7741490075D4}"/>
          </ac:spMkLst>
        </pc:spChg>
        <pc:spChg chg="add mod">
          <ac:chgData name="Hendriks, Rob" userId="c1397476-51d7-416b-9276-de9da7a1b8a6" providerId="ADAL" clId="{5530228B-0BD8-451E-BAD1-66B9143C59C5}" dt="2026-07-19T13:32:04.928" v="645" actId="1076"/>
          <ac:spMkLst>
            <pc:docMk/>
            <pc:sldMk cId="996523645" sldId="2147482527"/>
            <ac:spMk id="13" creationId="{1353483C-54E2-9A4A-DCCE-2A6BCD0D7267}"/>
          </ac:spMkLst>
        </pc:spChg>
        <pc:spChg chg="add mod">
          <ac:chgData name="Hendriks, Rob" userId="c1397476-51d7-416b-9276-de9da7a1b8a6" providerId="ADAL" clId="{5530228B-0BD8-451E-BAD1-66B9143C59C5}" dt="2026-07-19T13:32:04.928" v="645" actId="1076"/>
          <ac:spMkLst>
            <pc:docMk/>
            <pc:sldMk cId="996523645" sldId="2147482527"/>
            <ac:spMk id="14" creationId="{8D152F34-CF74-6C16-B195-A03B9F6A0851}"/>
          </ac:spMkLst>
        </pc:spChg>
        <pc:spChg chg="add mod">
          <ac:chgData name="Hendriks, Rob" userId="c1397476-51d7-416b-9276-de9da7a1b8a6" providerId="ADAL" clId="{5530228B-0BD8-451E-BAD1-66B9143C59C5}" dt="2026-07-19T13:32:04.928" v="645" actId="1076"/>
          <ac:spMkLst>
            <pc:docMk/>
            <pc:sldMk cId="996523645" sldId="2147482527"/>
            <ac:spMk id="15" creationId="{2C1B8246-5DBA-29FA-B189-C0120C78C18A}"/>
          </ac:spMkLst>
        </pc:spChg>
        <pc:spChg chg="add mod">
          <ac:chgData name="Hendriks, Rob" userId="c1397476-51d7-416b-9276-de9da7a1b8a6" providerId="ADAL" clId="{5530228B-0BD8-451E-BAD1-66B9143C59C5}" dt="2026-07-19T13:32:04.928" v="645" actId="1076"/>
          <ac:spMkLst>
            <pc:docMk/>
            <pc:sldMk cId="996523645" sldId="2147482527"/>
            <ac:spMk id="16" creationId="{F769B286-D4F3-B19E-19EF-17DD661795F4}"/>
          </ac:spMkLst>
        </pc:spChg>
        <pc:spChg chg="add mod">
          <ac:chgData name="Hendriks, Rob" userId="c1397476-51d7-416b-9276-de9da7a1b8a6" providerId="ADAL" clId="{5530228B-0BD8-451E-BAD1-66B9143C59C5}" dt="2026-07-19T13:28:02.334" v="316" actId="164"/>
          <ac:spMkLst>
            <pc:docMk/>
            <pc:sldMk cId="996523645" sldId="2147482527"/>
            <ac:spMk id="19" creationId="{6DD1990D-F078-6642-7DC7-9EC52DE37504}"/>
          </ac:spMkLst>
        </pc:spChg>
        <pc:spChg chg="add mod">
          <ac:chgData name="Hendriks, Rob" userId="c1397476-51d7-416b-9276-de9da7a1b8a6" providerId="ADAL" clId="{5530228B-0BD8-451E-BAD1-66B9143C59C5}" dt="2026-07-19T13:28:02.334" v="316" actId="164"/>
          <ac:spMkLst>
            <pc:docMk/>
            <pc:sldMk cId="996523645" sldId="2147482527"/>
            <ac:spMk id="20" creationId="{478E7599-D7F7-4917-01A8-8A30337C28EA}"/>
          </ac:spMkLst>
        </pc:spChg>
        <pc:spChg chg="add mod">
          <ac:chgData name="Hendriks, Rob" userId="c1397476-51d7-416b-9276-de9da7a1b8a6" providerId="ADAL" clId="{5530228B-0BD8-451E-BAD1-66B9143C59C5}" dt="2026-07-19T13:37:38.640" v="699" actId="113"/>
          <ac:spMkLst>
            <pc:docMk/>
            <pc:sldMk cId="996523645" sldId="2147482527"/>
            <ac:spMk id="22" creationId="{D78D4F7A-6BE2-2B28-006A-007E5A141447}"/>
          </ac:spMkLst>
        </pc:spChg>
        <pc:spChg chg="add mod">
          <ac:chgData name="Hendriks, Rob" userId="c1397476-51d7-416b-9276-de9da7a1b8a6" providerId="ADAL" clId="{5530228B-0BD8-451E-BAD1-66B9143C59C5}" dt="2026-07-30T13:41:26.946" v="5222" actId="20577"/>
          <ac:spMkLst>
            <pc:docMk/>
            <pc:sldMk cId="996523645" sldId="2147482527"/>
            <ac:spMk id="23" creationId="{A8E5948E-175F-14C4-4D60-C5A766B8068F}"/>
          </ac:spMkLst>
        </pc:spChg>
        <pc:spChg chg="add mod">
          <ac:chgData name="Hendriks, Rob" userId="c1397476-51d7-416b-9276-de9da7a1b8a6" providerId="ADAL" clId="{5530228B-0BD8-451E-BAD1-66B9143C59C5}" dt="2026-07-30T13:41:31.853" v="5223" actId="1076"/>
          <ac:spMkLst>
            <pc:docMk/>
            <pc:sldMk cId="996523645" sldId="2147482527"/>
            <ac:spMk id="24" creationId="{0E8D4EAA-A6B1-59EF-3A7B-68A6E51F0422}"/>
          </ac:spMkLst>
        </pc:spChg>
        <pc:spChg chg="add mod">
          <ac:chgData name="Hendriks, Rob" userId="c1397476-51d7-416b-9276-de9da7a1b8a6" providerId="ADAL" clId="{5530228B-0BD8-451E-BAD1-66B9143C59C5}" dt="2026-07-19T13:40:46.021" v="976" actId="1076"/>
          <ac:spMkLst>
            <pc:docMk/>
            <pc:sldMk cId="996523645" sldId="2147482527"/>
            <ac:spMk id="25" creationId="{993A83B5-A4A4-6FD9-6C20-90075E2EF6E4}"/>
          </ac:spMkLst>
        </pc:spChg>
        <pc:spChg chg="add mod">
          <ac:chgData name="Hendriks, Rob" userId="c1397476-51d7-416b-9276-de9da7a1b8a6" providerId="ADAL" clId="{5530228B-0BD8-451E-BAD1-66B9143C59C5}" dt="2026-07-19T13:40:39.371" v="974" actId="207"/>
          <ac:spMkLst>
            <pc:docMk/>
            <pc:sldMk cId="996523645" sldId="2147482527"/>
            <ac:spMk id="26" creationId="{1E3331E3-2810-0326-D38E-42404B527561}"/>
          </ac:spMkLst>
        </pc:spChg>
        <pc:grpChg chg="add mod">
          <ac:chgData name="Hendriks, Rob" userId="c1397476-51d7-416b-9276-de9da7a1b8a6" providerId="ADAL" clId="{5530228B-0BD8-451E-BAD1-66B9143C59C5}" dt="2026-07-19T13:31:45.136" v="642" actId="1035"/>
          <ac:grpSpMkLst>
            <pc:docMk/>
            <pc:sldMk cId="996523645" sldId="2147482527"/>
            <ac:grpSpMk id="21" creationId="{60A599BB-64A0-96EF-4D81-E15BBDD0CFA0}"/>
          </ac:grpSpMkLst>
        </pc:grpChg>
        <pc:graphicFrameChg chg="add mod modGraphic">
          <ac:chgData name="Hendriks, Rob" userId="c1397476-51d7-416b-9276-de9da7a1b8a6" providerId="ADAL" clId="{5530228B-0BD8-451E-BAD1-66B9143C59C5}" dt="2026-07-19T13:22:50.043" v="185" actId="14100"/>
          <ac:graphicFrameMkLst>
            <pc:docMk/>
            <pc:sldMk cId="996523645" sldId="2147482527"/>
            <ac:graphicFrameMk id="6" creationId="{F0958697-9488-9E9B-6445-97B0D5FA1B94}"/>
          </ac:graphicFrameMkLst>
        </pc:graphicFrameChg>
        <pc:graphicFrameChg chg="add mod modGraphic">
          <ac:chgData name="Hendriks, Rob" userId="c1397476-51d7-416b-9276-de9da7a1b8a6" providerId="ADAL" clId="{5530228B-0BD8-451E-BAD1-66B9143C59C5}" dt="2026-07-30T13:42:23.791" v="5227" actId="1076"/>
          <ac:graphicFrameMkLst>
            <pc:docMk/>
            <pc:sldMk cId="996523645" sldId="2147482527"/>
            <ac:graphicFrameMk id="17" creationId="{9076353B-1B68-E834-7809-8848C01880B1}"/>
          </ac:graphicFrameMkLst>
        </pc:graphicFrameChg>
        <pc:graphicFrameChg chg="add del mod modGraphic">
          <ac:chgData name="Hendriks, Rob" userId="c1397476-51d7-416b-9276-de9da7a1b8a6" providerId="ADAL" clId="{5530228B-0BD8-451E-BAD1-66B9143C59C5}" dt="2026-07-19T13:31:45.136" v="642" actId="1035"/>
          <ac:graphicFrameMkLst>
            <pc:docMk/>
            <pc:sldMk cId="996523645" sldId="2147482527"/>
            <ac:graphicFrameMk id="18" creationId="{8BDFFAF2-B2C9-98EA-B0C9-0A511B8E92DA}"/>
          </ac:graphicFrameMkLst>
        </pc:graphicFrameChg>
      </pc:sldChg>
      <pc:sldChg chg="addSp delSp modSp new mod">
        <pc:chgData name="Hendriks, Rob" userId="c1397476-51d7-416b-9276-de9da7a1b8a6" providerId="ADAL" clId="{5530228B-0BD8-451E-BAD1-66B9143C59C5}" dt="2026-07-30T13:45:51.917" v="5406" actId="20577"/>
        <pc:sldMkLst>
          <pc:docMk/>
          <pc:sldMk cId="1806368867" sldId="2147482528"/>
        </pc:sldMkLst>
        <pc:spChg chg="add mod">
          <ac:chgData name="Hendriks, Rob" userId="c1397476-51d7-416b-9276-de9da7a1b8a6" providerId="ADAL" clId="{5530228B-0BD8-451E-BAD1-66B9143C59C5}" dt="2026-07-19T13:59:53.254" v="1379" actId="1036"/>
          <ac:spMkLst>
            <pc:docMk/>
            <pc:sldMk cId="1806368867" sldId="2147482528"/>
            <ac:spMk id="23" creationId="{50C2E583-1A27-8C34-00C5-7CB6E52C42F3}"/>
          </ac:spMkLst>
        </pc:spChg>
        <pc:spChg chg="add mod">
          <ac:chgData name="Hendriks, Rob" userId="c1397476-51d7-416b-9276-de9da7a1b8a6" providerId="ADAL" clId="{5530228B-0BD8-451E-BAD1-66B9143C59C5}" dt="2026-07-19T13:59:53.254" v="1379" actId="1036"/>
          <ac:spMkLst>
            <pc:docMk/>
            <pc:sldMk cId="1806368867" sldId="2147482528"/>
            <ac:spMk id="25" creationId="{31F06EBE-44E9-2F63-8515-C2001A529AE4}"/>
          </ac:spMkLst>
        </pc:spChg>
        <pc:spChg chg="add mod">
          <ac:chgData name="Hendriks, Rob" userId="c1397476-51d7-416b-9276-de9da7a1b8a6" providerId="ADAL" clId="{5530228B-0BD8-451E-BAD1-66B9143C59C5}" dt="2026-07-19T13:59:53.254" v="1379" actId="1036"/>
          <ac:spMkLst>
            <pc:docMk/>
            <pc:sldMk cId="1806368867" sldId="2147482528"/>
            <ac:spMk id="26" creationId="{39D73D2C-60F0-3C2D-73A7-B5813DF244E3}"/>
          </ac:spMkLst>
        </pc:spChg>
        <pc:spChg chg="add mod">
          <ac:chgData name="Hendriks, Rob" userId="c1397476-51d7-416b-9276-de9da7a1b8a6" providerId="ADAL" clId="{5530228B-0BD8-451E-BAD1-66B9143C59C5}" dt="2026-07-19T13:59:53.254" v="1379" actId="1036"/>
          <ac:spMkLst>
            <pc:docMk/>
            <pc:sldMk cId="1806368867" sldId="2147482528"/>
            <ac:spMk id="27" creationId="{9C9CD67A-A371-D10E-8B34-F3DFF43DD652}"/>
          </ac:spMkLst>
        </pc:spChg>
        <pc:spChg chg="add mod">
          <ac:chgData name="Hendriks, Rob" userId="c1397476-51d7-416b-9276-de9da7a1b8a6" providerId="ADAL" clId="{5530228B-0BD8-451E-BAD1-66B9143C59C5}" dt="2026-07-19T13:59:53.254" v="1379" actId="1036"/>
          <ac:spMkLst>
            <pc:docMk/>
            <pc:sldMk cId="1806368867" sldId="2147482528"/>
            <ac:spMk id="28" creationId="{86D03F12-B69D-BE76-2A0F-ECE715FDA984}"/>
          </ac:spMkLst>
        </pc:spChg>
        <pc:spChg chg="add mod">
          <ac:chgData name="Hendriks, Rob" userId="c1397476-51d7-416b-9276-de9da7a1b8a6" providerId="ADAL" clId="{5530228B-0BD8-451E-BAD1-66B9143C59C5}" dt="2026-07-30T13:45:28.193" v="5366" actId="1035"/>
          <ac:spMkLst>
            <pc:docMk/>
            <pc:sldMk cId="1806368867" sldId="2147482528"/>
            <ac:spMk id="29" creationId="{64B04867-0FB2-8CF7-0887-631561DCC284}"/>
          </ac:spMkLst>
        </pc:spChg>
        <pc:spChg chg="add mod">
          <ac:chgData name="Hendriks, Rob" userId="c1397476-51d7-416b-9276-de9da7a1b8a6" providerId="ADAL" clId="{5530228B-0BD8-451E-BAD1-66B9143C59C5}" dt="2026-07-30T13:45:33.985" v="5377" actId="1035"/>
          <ac:spMkLst>
            <pc:docMk/>
            <pc:sldMk cId="1806368867" sldId="2147482528"/>
            <ac:spMk id="30" creationId="{E2C08D37-2DEF-3B4F-A121-AC1DF325625D}"/>
          </ac:spMkLst>
        </pc:spChg>
        <pc:spChg chg="add mod">
          <ac:chgData name="Hendriks, Rob" userId="c1397476-51d7-416b-9276-de9da7a1b8a6" providerId="ADAL" clId="{5530228B-0BD8-451E-BAD1-66B9143C59C5}" dt="2026-07-30T13:45:40.049" v="5390" actId="1036"/>
          <ac:spMkLst>
            <pc:docMk/>
            <pc:sldMk cId="1806368867" sldId="2147482528"/>
            <ac:spMk id="31" creationId="{9F6FBC71-7BBD-6C0D-CA61-4E5335DA235C}"/>
          </ac:spMkLst>
        </pc:spChg>
        <pc:spChg chg="add mod">
          <ac:chgData name="Hendriks, Rob" userId="c1397476-51d7-416b-9276-de9da7a1b8a6" providerId="ADAL" clId="{5530228B-0BD8-451E-BAD1-66B9143C59C5}" dt="2026-07-30T13:45:45.182" v="5400" actId="1036"/>
          <ac:spMkLst>
            <pc:docMk/>
            <pc:sldMk cId="1806368867" sldId="2147482528"/>
            <ac:spMk id="32" creationId="{1F823A13-DFA8-C1FC-26B2-21AB1E18C63E}"/>
          </ac:spMkLst>
        </pc:spChg>
        <pc:spChg chg="add mod">
          <ac:chgData name="Hendriks, Rob" userId="c1397476-51d7-416b-9276-de9da7a1b8a6" providerId="ADAL" clId="{5530228B-0BD8-451E-BAD1-66B9143C59C5}" dt="2026-07-30T13:45:51.917" v="5406" actId="20577"/>
          <ac:spMkLst>
            <pc:docMk/>
            <pc:sldMk cId="1806368867" sldId="2147482528"/>
            <ac:spMk id="33" creationId="{AC963CBD-DD51-21EB-FA24-6F007E03F6D8}"/>
          </ac:spMkLst>
        </pc:spChg>
        <pc:spChg chg="add mod">
          <ac:chgData name="Hendriks, Rob" userId="c1397476-51d7-416b-9276-de9da7a1b8a6" providerId="ADAL" clId="{5530228B-0BD8-451E-BAD1-66B9143C59C5}" dt="2026-07-19T14:01:19.654" v="1492" actId="113"/>
          <ac:spMkLst>
            <pc:docMk/>
            <pc:sldMk cId="1806368867" sldId="2147482528"/>
            <ac:spMk id="34" creationId="{FEE8F5FA-3363-36C3-565A-5AF5D9E8D67B}"/>
          </ac:spMkLst>
        </pc:spChg>
        <pc:graphicFrameChg chg="add mod modGraphic">
          <ac:chgData name="Hendriks, Rob" userId="c1397476-51d7-416b-9276-de9da7a1b8a6" providerId="ADAL" clId="{5530228B-0BD8-451E-BAD1-66B9143C59C5}" dt="2026-07-19T13:55:34.472" v="1197"/>
          <ac:graphicFrameMkLst>
            <pc:docMk/>
            <pc:sldMk cId="1806368867" sldId="2147482528"/>
            <ac:graphicFrameMk id="6" creationId="{30D5725C-AF3C-CADB-DD75-5AF231C295C6}"/>
          </ac:graphicFrameMkLst>
        </pc:graphicFrameChg>
        <pc:graphicFrameChg chg="add mod modGraphic">
          <ac:chgData name="Hendriks, Rob" userId="c1397476-51d7-416b-9276-de9da7a1b8a6" providerId="ADAL" clId="{5530228B-0BD8-451E-BAD1-66B9143C59C5}" dt="2026-07-19T13:55:30.088" v="1196"/>
          <ac:graphicFrameMkLst>
            <pc:docMk/>
            <pc:sldMk cId="1806368867" sldId="2147482528"/>
            <ac:graphicFrameMk id="7" creationId="{77553F66-F712-D730-A86D-13CA0D9E77C3}"/>
          </ac:graphicFrameMkLst>
        </pc:graphicFrameChg>
        <pc:graphicFrameChg chg="add mod modGraphic">
          <ac:chgData name="Hendriks, Rob" userId="c1397476-51d7-416b-9276-de9da7a1b8a6" providerId="ADAL" clId="{5530228B-0BD8-451E-BAD1-66B9143C59C5}" dt="2026-07-19T13:55:27.538" v="1195"/>
          <ac:graphicFrameMkLst>
            <pc:docMk/>
            <pc:sldMk cId="1806368867" sldId="2147482528"/>
            <ac:graphicFrameMk id="8" creationId="{D541F4CE-B0FC-EE3A-C36A-FEE97B10335B}"/>
          </ac:graphicFrameMkLst>
        </pc:graphicFrameChg>
        <pc:graphicFrameChg chg="add mod modGraphic">
          <ac:chgData name="Hendriks, Rob" userId="c1397476-51d7-416b-9276-de9da7a1b8a6" providerId="ADAL" clId="{5530228B-0BD8-451E-BAD1-66B9143C59C5}" dt="2026-07-19T13:55:24.977" v="1194"/>
          <ac:graphicFrameMkLst>
            <pc:docMk/>
            <pc:sldMk cId="1806368867" sldId="2147482528"/>
            <ac:graphicFrameMk id="9" creationId="{386C95D9-9A54-896D-1153-EE91C1DA37CE}"/>
          </ac:graphicFrameMkLst>
        </pc:graphicFrameChg>
        <pc:graphicFrameChg chg="add mod modGraphic">
          <ac:chgData name="Hendriks, Rob" userId="c1397476-51d7-416b-9276-de9da7a1b8a6" providerId="ADAL" clId="{5530228B-0BD8-451E-BAD1-66B9143C59C5}" dt="2026-07-19T13:55:20.670" v="1193"/>
          <ac:graphicFrameMkLst>
            <pc:docMk/>
            <pc:sldMk cId="1806368867" sldId="2147482528"/>
            <ac:graphicFrameMk id="10" creationId="{F4D43140-03E0-7BCF-A105-7B6B63233731}"/>
          </ac:graphicFrameMkLst>
        </pc:graphicFrameChg>
        <pc:graphicFrameChg chg="add mod modGraphic">
          <ac:chgData name="Hendriks, Rob" userId="c1397476-51d7-416b-9276-de9da7a1b8a6" providerId="ADAL" clId="{5530228B-0BD8-451E-BAD1-66B9143C59C5}" dt="2026-07-19T13:56:19.789" v="1214"/>
          <ac:graphicFrameMkLst>
            <pc:docMk/>
            <pc:sldMk cId="1806368867" sldId="2147482528"/>
            <ac:graphicFrameMk id="11" creationId="{A5D439D6-FA43-AEFE-04EC-54F0ADF60885}"/>
          </ac:graphicFrameMkLst>
        </pc:graphicFrameChg>
        <pc:graphicFrameChg chg="add mod modGraphic">
          <ac:chgData name="Hendriks, Rob" userId="c1397476-51d7-416b-9276-de9da7a1b8a6" providerId="ADAL" clId="{5530228B-0BD8-451E-BAD1-66B9143C59C5}" dt="2026-07-19T13:56:16.902" v="1212"/>
          <ac:graphicFrameMkLst>
            <pc:docMk/>
            <pc:sldMk cId="1806368867" sldId="2147482528"/>
            <ac:graphicFrameMk id="12" creationId="{EDC4EE39-0FDD-A3B6-2DAE-C73E3BACA303}"/>
          </ac:graphicFrameMkLst>
        </pc:graphicFrameChg>
        <pc:graphicFrameChg chg="add mod modGraphic">
          <ac:chgData name="Hendriks, Rob" userId="c1397476-51d7-416b-9276-de9da7a1b8a6" providerId="ADAL" clId="{5530228B-0BD8-451E-BAD1-66B9143C59C5}" dt="2026-07-19T13:56:12.990" v="1210"/>
          <ac:graphicFrameMkLst>
            <pc:docMk/>
            <pc:sldMk cId="1806368867" sldId="2147482528"/>
            <ac:graphicFrameMk id="13" creationId="{15D50BD2-C803-3008-5987-41E3DA6E8B4B}"/>
          </ac:graphicFrameMkLst>
        </pc:graphicFrameChg>
        <pc:graphicFrameChg chg="add mod modGraphic">
          <ac:chgData name="Hendriks, Rob" userId="c1397476-51d7-416b-9276-de9da7a1b8a6" providerId="ADAL" clId="{5530228B-0BD8-451E-BAD1-66B9143C59C5}" dt="2026-07-19T13:56:10.012" v="1208" actId="207"/>
          <ac:graphicFrameMkLst>
            <pc:docMk/>
            <pc:sldMk cId="1806368867" sldId="2147482528"/>
            <ac:graphicFrameMk id="14" creationId="{4E999BCE-9937-96A4-AF88-60E52BEA3087}"/>
          </ac:graphicFrameMkLst>
        </pc:graphicFrameChg>
        <pc:graphicFrameChg chg="add mod modGraphic">
          <ac:chgData name="Hendriks, Rob" userId="c1397476-51d7-416b-9276-de9da7a1b8a6" providerId="ADAL" clId="{5530228B-0BD8-451E-BAD1-66B9143C59C5}" dt="2026-07-19T13:56:04.051" v="1205" actId="207"/>
          <ac:graphicFrameMkLst>
            <pc:docMk/>
            <pc:sldMk cId="1806368867" sldId="2147482528"/>
            <ac:graphicFrameMk id="15" creationId="{A8EC1DE2-04BF-06BD-F9FB-47BE4B406052}"/>
          </ac:graphicFrameMkLst>
        </pc:graphicFrameChg>
        <pc:graphicFrameChg chg="add mod modGraphic">
          <ac:chgData name="Hendriks, Rob" userId="c1397476-51d7-416b-9276-de9da7a1b8a6" providerId="ADAL" clId="{5530228B-0BD8-451E-BAD1-66B9143C59C5}" dt="2026-07-19T13:56:06.288" v="1206" actId="207"/>
          <ac:graphicFrameMkLst>
            <pc:docMk/>
            <pc:sldMk cId="1806368867" sldId="2147482528"/>
            <ac:graphicFrameMk id="16" creationId="{1A8A7333-9DEC-2AA3-B8CB-5C13B5E05834}"/>
          </ac:graphicFrameMkLst>
        </pc:graphicFrameChg>
        <pc:graphicFrameChg chg="add mod modGraphic">
          <ac:chgData name="Hendriks, Rob" userId="c1397476-51d7-416b-9276-de9da7a1b8a6" providerId="ADAL" clId="{5530228B-0BD8-451E-BAD1-66B9143C59C5}" dt="2026-07-19T13:55:50.033" v="1202"/>
          <ac:graphicFrameMkLst>
            <pc:docMk/>
            <pc:sldMk cId="1806368867" sldId="2147482528"/>
            <ac:graphicFrameMk id="17" creationId="{139E9FEB-5999-2BC7-1275-067B5D442414}"/>
          </ac:graphicFrameMkLst>
        </pc:graphicFrameChg>
        <pc:graphicFrameChg chg="add mod modGraphic">
          <ac:chgData name="Hendriks, Rob" userId="c1397476-51d7-416b-9276-de9da7a1b8a6" providerId="ADAL" clId="{5530228B-0BD8-451E-BAD1-66B9143C59C5}" dt="2026-07-19T13:55:47.186" v="1201"/>
          <ac:graphicFrameMkLst>
            <pc:docMk/>
            <pc:sldMk cId="1806368867" sldId="2147482528"/>
            <ac:graphicFrameMk id="18" creationId="{EFA3D599-C5F5-0A68-1B52-6585463FE95E}"/>
          </ac:graphicFrameMkLst>
        </pc:graphicFrameChg>
        <pc:graphicFrameChg chg="add mod modGraphic">
          <ac:chgData name="Hendriks, Rob" userId="c1397476-51d7-416b-9276-de9da7a1b8a6" providerId="ADAL" clId="{5530228B-0BD8-451E-BAD1-66B9143C59C5}" dt="2026-07-19T13:55:44.500" v="1200"/>
          <ac:graphicFrameMkLst>
            <pc:docMk/>
            <pc:sldMk cId="1806368867" sldId="2147482528"/>
            <ac:graphicFrameMk id="19" creationId="{45904872-B182-A3DB-E7FE-5F2C7F5D8A43}"/>
          </ac:graphicFrameMkLst>
        </pc:graphicFrameChg>
        <pc:graphicFrameChg chg="add mod modGraphic">
          <ac:chgData name="Hendriks, Rob" userId="c1397476-51d7-416b-9276-de9da7a1b8a6" providerId="ADAL" clId="{5530228B-0BD8-451E-BAD1-66B9143C59C5}" dt="2026-07-19T13:55:41.733" v="1199"/>
          <ac:graphicFrameMkLst>
            <pc:docMk/>
            <pc:sldMk cId="1806368867" sldId="2147482528"/>
            <ac:graphicFrameMk id="20" creationId="{DF0FBCFD-BAD3-FB9D-26EF-BDBAEF088C3D}"/>
          </ac:graphicFrameMkLst>
        </pc:graphicFrameChg>
        <pc:graphicFrameChg chg="add mod modGraphic">
          <ac:chgData name="Hendriks, Rob" userId="c1397476-51d7-416b-9276-de9da7a1b8a6" providerId="ADAL" clId="{5530228B-0BD8-451E-BAD1-66B9143C59C5}" dt="2026-07-19T13:55:39.439" v="1198"/>
          <ac:graphicFrameMkLst>
            <pc:docMk/>
            <pc:sldMk cId="1806368867" sldId="2147482528"/>
            <ac:graphicFrameMk id="21" creationId="{2B199C55-B234-A74E-90C8-8348C1A2D82D}"/>
          </ac:graphicFrameMkLst>
        </pc:graphicFrameChg>
      </pc:sldChg>
      <pc:sldChg chg="addSp delSp modSp add mod">
        <pc:chgData name="Hendriks, Rob" userId="c1397476-51d7-416b-9276-de9da7a1b8a6" providerId="ADAL" clId="{5530228B-0BD8-451E-BAD1-66B9143C59C5}" dt="2026-07-30T13:37:55.922" v="5172" actId="478"/>
        <pc:sldMkLst>
          <pc:docMk/>
          <pc:sldMk cId="1463262995" sldId="2147482529"/>
        </pc:sldMkLst>
        <pc:spChg chg="del">
          <ac:chgData name="Hendriks, Rob" userId="c1397476-51d7-416b-9276-de9da7a1b8a6" providerId="ADAL" clId="{5530228B-0BD8-451E-BAD1-66B9143C59C5}" dt="2026-07-30T13:37:55.922" v="5172" actId="478"/>
          <ac:spMkLst>
            <pc:docMk/>
            <pc:sldMk cId="1463262995" sldId="2147482529"/>
            <ac:spMk id="3" creationId="{E4E08F8D-CEE2-096E-245C-AF361F9AB9C4}"/>
          </ac:spMkLst>
        </pc:spChg>
        <pc:spChg chg="mod">
          <ac:chgData name="Hendriks, Rob" userId="c1397476-51d7-416b-9276-de9da7a1b8a6" providerId="ADAL" clId="{5530228B-0BD8-451E-BAD1-66B9143C59C5}" dt="2026-07-30T13:37:44.411" v="5171" actId="403"/>
          <ac:spMkLst>
            <pc:docMk/>
            <pc:sldMk cId="1463262995" sldId="2147482529"/>
            <ac:spMk id="10" creationId="{EF6A0F16-DE34-1D10-4FDD-332C0E98EC73}"/>
          </ac:spMkLst>
        </pc:spChg>
        <pc:spChg chg="add mod">
          <ac:chgData name="Hendriks, Rob" userId="c1397476-51d7-416b-9276-de9da7a1b8a6" providerId="ADAL" clId="{5530228B-0BD8-451E-BAD1-66B9143C59C5}" dt="2026-07-22T07:28:20.753" v="1760" actId="1076"/>
          <ac:spMkLst>
            <pc:docMk/>
            <pc:sldMk cId="1463262995" sldId="2147482529"/>
            <ac:spMk id="12" creationId="{E5AC2301-4104-D35B-FA1C-CFA3BEF781CF}"/>
          </ac:spMkLst>
        </pc:spChg>
        <pc:spChg chg="mod">
          <ac:chgData name="Hendriks, Rob" userId="c1397476-51d7-416b-9276-de9da7a1b8a6" providerId="ADAL" clId="{5530228B-0BD8-451E-BAD1-66B9143C59C5}" dt="2026-07-22T07:28:29.198" v="1761" actId="1076"/>
          <ac:spMkLst>
            <pc:docMk/>
            <pc:sldMk cId="1463262995" sldId="2147482529"/>
            <ac:spMk id="15" creationId="{F47FF262-E05B-6B4F-AA47-7B2994B29387}"/>
          </ac:spMkLst>
        </pc:spChg>
        <pc:spChg chg="mod">
          <ac:chgData name="Hendriks, Rob" userId="c1397476-51d7-416b-9276-de9da7a1b8a6" providerId="ADAL" clId="{5530228B-0BD8-451E-BAD1-66B9143C59C5}" dt="2026-07-30T13:37:33.050" v="5168" actId="1076"/>
          <ac:spMkLst>
            <pc:docMk/>
            <pc:sldMk cId="1463262995" sldId="2147482529"/>
            <ac:spMk id="16" creationId="{CEC4FD15-7EB7-AFCB-E168-91D5821D31D2}"/>
          </ac:spMkLst>
        </pc:spChg>
        <pc:spChg chg="add mod">
          <ac:chgData name="Hendriks, Rob" userId="c1397476-51d7-416b-9276-de9da7a1b8a6" providerId="ADAL" clId="{5530228B-0BD8-451E-BAD1-66B9143C59C5}" dt="2026-07-22T07:27:51.700" v="1755" actId="1076"/>
          <ac:spMkLst>
            <pc:docMk/>
            <pc:sldMk cId="1463262995" sldId="2147482529"/>
            <ac:spMk id="17" creationId="{D7303C4D-FDFE-524E-63B1-FF34FBE4DBF8}"/>
          </ac:spMkLst>
        </pc:spChg>
        <pc:spChg chg="add mod">
          <ac:chgData name="Hendriks, Rob" userId="c1397476-51d7-416b-9276-de9da7a1b8a6" providerId="ADAL" clId="{5530228B-0BD8-451E-BAD1-66B9143C59C5}" dt="2026-07-22T07:28:20.753" v="1760" actId="1076"/>
          <ac:spMkLst>
            <pc:docMk/>
            <pc:sldMk cId="1463262995" sldId="2147482529"/>
            <ac:spMk id="20" creationId="{63D79076-6334-E6E3-8DA4-00595286C27B}"/>
          </ac:spMkLst>
        </pc:spChg>
        <pc:spChg chg="add mod">
          <ac:chgData name="Hendriks, Rob" userId="c1397476-51d7-416b-9276-de9da7a1b8a6" providerId="ADAL" clId="{5530228B-0BD8-451E-BAD1-66B9143C59C5}" dt="2026-07-22T07:28:20.753" v="1760" actId="1076"/>
          <ac:spMkLst>
            <pc:docMk/>
            <pc:sldMk cId="1463262995" sldId="2147482529"/>
            <ac:spMk id="22" creationId="{28E0FF37-EAAC-BF73-2461-63CA68E2DE99}"/>
          </ac:spMkLst>
        </pc:spChg>
        <pc:spChg chg="add mod">
          <ac:chgData name="Hendriks, Rob" userId="c1397476-51d7-416b-9276-de9da7a1b8a6" providerId="ADAL" clId="{5530228B-0BD8-451E-BAD1-66B9143C59C5}" dt="2026-07-22T07:28:20.753" v="1760" actId="1076"/>
          <ac:spMkLst>
            <pc:docMk/>
            <pc:sldMk cId="1463262995" sldId="2147482529"/>
            <ac:spMk id="24" creationId="{28CDB2CA-3940-2B55-05B6-E4239B966A7E}"/>
          </ac:spMkLst>
        </pc:spChg>
        <pc:spChg chg="add mod">
          <ac:chgData name="Hendriks, Rob" userId="c1397476-51d7-416b-9276-de9da7a1b8a6" providerId="ADAL" clId="{5530228B-0BD8-451E-BAD1-66B9143C59C5}" dt="2026-07-22T07:27:51.700" v="1755" actId="1076"/>
          <ac:spMkLst>
            <pc:docMk/>
            <pc:sldMk cId="1463262995" sldId="2147482529"/>
            <ac:spMk id="26" creationId="{5A23A37F-033B-52B8-A98A-B6009EFA717A}"/>
          </ac:spMkLst>
        </pc:spChg>
        <pc:spChg chg="add">
          <ac:chgData name="Hendriks, Rob" userId="c1397476-51d7-416b-9276-de9da7a1b8a6" providerId="ADAL" clId="{5530228B-0BD8-451E-BAD1-66B9143C59C5}" dt="2026-07-22T07:21:18.849" v="1515" actId="22"/>
          <ac:spMkLst>
            <pc:docMk/>
            <pc:sldMk cId="1463262995" sldId="2147482529"/>
            <ac:spMk id="28" creationId="{1ABDA00E-EFA9-C90D-3818-226ED09A7E5F}"/>
          </ac:spMkLst>
        </pc:spChg>
        <pc:spChg chg="add mod">
          <ac:chgData name="Hendriks, Rob" userId="c1397476-51d7-416b-9276-de9da7a1b8a6" providerId="ADAL" clId="{5530228B-0BD8-451E-BAD1-66B9143C59C5}" dt="2026-07-22T07:28:20.753" v="1760" actId="1076"/>
          <ac:spMkLst>
            <pc:docMk/>
            <pc:sldMk cId="1463262995" sldId="2147482529"/>
            <ac:spMk id="30" creationId="{A8A19EAD-19AB-7E06-E322-27264813C059}"/>
          </ac:spMkLst>
        </pc:spChg>
        <pc:spChg chg="add mod">
          <ac:chgData name="Hendriks, Rob" userId="c1397476-51d7-416b-9276-de9da7a1b8a6" providerId="ADAL" clId="{5530228B-0BD8-451E-BAD1-66B9143C59C5}" dt="2026-07-22T07:28:20.753" v="1760" actId="1076"/>
          <ac:spMkLst>
            <pc:docMk/>
            <pc:sldMk cId="1463262995" sldId="2147482529"/>
            <ac:spMk id="32" creationId="{31FCAF18-BB19-EE6E-13CC-0F9BC46B5C35}"/>
          </ac:spMkLst>
        </pc:spChg>
        <pc:spChg chg="add mod">
          <ac:chgData name="Hendriks, Rob" userId="c1397476-51d7-416b-9276-de9da7a1b8a6" providerId="ADAL" clId="{5530228B-0BD8-451E-BAD1-66B9143C59C5}" dt="2026-07-22T07:27:51.700" v="1755" actId="1076"/>
          <ac:spMkLst>
            <pc:docMk/>
            <pc:sldMk cId="1463262995" sldId="2147482529"/>
            <ac:spMk id="34" creationId="{99032F47-2404-225E-9C2E-8E94B8BC6FC8}"/>
          </ac:spMkLst>
        </pc:spChg>
        <pc:spChg chg="mod">
          <ac:chgData name="Hendriks, Rob" userId="c1397476-51d7-416b-9276-de9da7a1b8a6" providerId="ADAL" clId="{5530228B-0BD8-451E-BAD1-66B9143C59C5}" dt="2026-07-22T07:21:26.367" v="1516"/>
          <ac:spMkLst>
            <pc:docMk/>
            <pc:sldMk cId="1463262995" sldId="2147482529"/>
            <ac:spMk id="37" creationId="{3BED04A2-6B4A-A5D0-BD7D-6E5F5DF6E1BC}"/>
          </ac:spMkLst>
        </pc:spChg>
        <pc:spChg chg="mod">
          <ac:chgData name="Hendriks, Rob" userId="c1397476-51d7-416b-9276-de9da7a1b8a6" providerId="ADAL" clId="{5530228B-0BD8-451E-BAD1-66B9143C59C5}" dt="2026-07-22T07:21:26.367" v="1516"/>
          <ac:spMkLst>
            <pc:docMk/>
            <pc:sldMk cId="1463262995" sldId="2147482529"/>
            <ac:spMk id="38" creationId="{D9165804-2F16-5E28-000A-880FCC458AF2}"/>
          </ac:spMkLst>
        </pc:spChg>
        <pc:spChg chg="add mod">
          <ac:chgData name="Hendriks, Rob" userId="c1397476-51d7-416b-9276-de9da7a1b8a6" providerId="ADAL" clId="{5530228B-0BD8-451E-BAD1-66B9143C59C5}" dt="2026-07-22T07:23:15.270" v="1538" actId="164"/>
          <ac:spMkLst>
            <pc:docMk/>
            <pc:sldMk cId="1463262995" sldId="2147482529"/>
            <ac:spMk id="39" creationId="{8E033708-D43B-406A-6E5C-F941531A87EA}"/>
          </ac:spMkLst>
        </pc:spChg>
        <pc:spChg chg="add mod">
          <ac:chgData name="Hendriks, Rob" userId="c1397476-51d7-416b-9276-de9da7a1b8a6" providerId="ADAL" clId="{5530228B-0BD8-451E-BAD1-66B9143C59C5}" dt="2026-07-22T07:23:03.560" v="1536" actId="164"/>
          <ac:spMkLst>
            <pc:docMk/>
            <pc:sldMk cId="1463262995" sldId="2147482529"/>
            <ac:spMk id="42" creationId="{821FB913-D566-6C7A-9B09-39061F4E3410}"/>
          </ac:spMkLst>
        </pc:spChg>
        <pc:spChg chg="add mod">
          <ac:chgData name="Hendriks, Rob" userId="c1397476-51d7-416b-9276-de9da7a1b8a6" providerId="ADAL" clId="{5530228B-0BD8-451E-BAD1-66B9143C59C5}" dt="2026-07-22T07:23:03.560" v="1536" actId="164"/>
          <ac:spMkLst>
            <pc:docMk/>
            <pc:sldMk cId="1463262995" sldId="2147482529"/>
            <ac:spMk id="43" creationId="{82B5BCF9-4F3D-0176-4391-88B96D3A3604}"/>
          </ac:spMkLst>
        </pc:spChg>
        <pc:spChg chg="mod">
          <ac:chgData name="Hendriks, Rob" userId="c1397476-51d7-416b-9276-de9da7a1b8a6" providerId="ADAL" clId="{5530228B-0BD8-451E-BAD1-66B9143C59C5}" dt="2026-07-22T07:23:27.155" v="1542"/>
          <ac:spMkLst>
            <pc:docMk/>
            <pc:sldMk cId="1463262995" sldId="2147482529"/>
            <ac:spMk id="49" creationId="{A620B2AB-0015-B359-AE17-A6D7AE45F28C}"/>
          </ac:spMkLst>
        </pc:spChg>
        <pc:spChg chg="mod">
          <ac:chgData name="Hendriks, Rob" userId="c1397476-51d7-416b-9276-de9da7a1b8a6" providerId="ADAL" clId="{5530228B-0BD8-451E-BAD1-66B9143C59C5}" dt="2026-07-22T07:23:27.155" v="1542"/>
          <ac:spMkLst>
            <pc:docMk/>
            <pc:sldMk cId="1463262995" sldId="2147482529"/>
            <ac:spMk id="51" creationId="{1323BF64-8EE3-93B9-A4C5-FD1332D781AC}"/>
          </ac:spMkLst>
        </pc:spChg>
        <pc:spChg chg="mod">
          <ac:chgData name="Hendriks, Rob" userId="c1397476-51d7-416b-9276-de9da7a1b8a6" providerId="ADAL" clId="{5530228B-0BD8-451E-BAD1-66B9143C59C5}" dt="2026-07-22T07:23:27.155" v="1542"/>
          <ac:spMkLst>
            <pc:docMk/>
            <pc:sldMk cId="1463262995" sldId="2147482529"/>
            <ac:spMk id="52" creationId="{832AF274-8127-8C14-F02B-73ACCDAFB85D}"/>
          </ac:spMkLst>
        </pc:spChg>
        <pc:spChg chg="add mod">
          <ac:chgData name="Hendriks, Rob" userId="c1397476-51d7-416b-9276-de9da7a1b8a6" providerId="ADAL" clId="{5530228B-0BD8-451E-BAD1-66B9143C59C5}" dt="2026-07-22T07:28:20.753" v="1760" actId="1076"/>
          <ac:spMkLst>
            <pc:docMk/>
            <pc:sldMk cId="1463262995" sldId="2147482529"/>
            <ac:spMk id="53" creationId="{55A73950-DC57-C450-9811-B6F59D4B66E3}"/>
          </ac:spMkLst>
        </pc:spChg>
        <pc:spChg chg="add mod">
          <ac:chgData name="Hendriks, Rob" userId="c1397476-51d7-416b-9276-de9da7a1b8a6" providerId="ADAL" clId="{5530228B-0BD8-451E-BAD1-66B9143C59C5}" dt="2026-07-22T07:28:29.198" v="1761" actId="1076"/>
          <ac:spMkLst>
            <pc:docMk/>
            <pc:sldMk cId="1463262995" sldId="2147482529"/>
            <ac:spMk id="55" creationId="{E6335A92-6272-9843-E302-998D92995032}"/>
          </ac:spMkLst>
        </pc:spChg>
        <pc:spChg chg="add mod">
          <ac:chgData name="Hendriks, Rob" userId="c1397476-51d7-416b-9276-de9da7a1b8a6" providerId="ADAL" clId="{5530228B-0BD8-451E-BAD1-66B9143C59C5}" dt="2026-07-22T07:29:18.134" v="1822" actId="20577"/>
          <ac:spMkLst>
            <pc:docMk/>
            <pc:sldMk cId="1463262995" sldId="2147482529"/>
            <ac:spMk id="57" creationId="{AEA2BC47-6B85-4492-BED6-11F9F6B4A247}"/>
          </ac:spMkLst>
        </pc:spChg>
        <pc:spChg chg="add mod">
          <ac:chgData name="Hendriks, Rob" userId="c1397476-51d7-416b-9276-de9da7a1b8a6" providerId="ADAL" clId="{5530228B-0BD8-451E-BAD1-66B9143C59C5}" dt="2026-07-22T07:29:22.409" v="1824" actId="20577"/>
          <ac:spMkLst>
            <pc:docMk/>
            <pc:sldMk cId="1463262995" sldId="2147482529"/>
            <ac:spMk id="59" creationId="{AE0B185C-D60E-4F2A-E1BE-5B676149DE70}"/>
          </ac:spMkLst>
        </pc:spChg>
        <pc:spChg chg="add mod">
          <ac:chgData name="Hendriks, Rob" userId="c1397476-51d7-416b-9276-de9da7a1b8a6" providerId="ADAL" clId="{5530228B-0BD8-451E-BAD1-66B9143C59C5}" dt="2026-07-22T07:29:31.814" v="1825" actId="20577"/>
          <ac:spMkLst>
            <pc:docMk/>
            <pc:sldMk cId="1463262995" sldId="2147482529"/>
            <ac:spMk id="63" creationId="{0E9AAA22-96B9-E3A7-B8FD-F768083E0692}"/>
          </ac:spMkLst>
        </pc:spChg>
        <pc:spChg chg="add mod">
          <ac:chgData name="Hendriks, Rob" userId="c1397476-51d7-416b-9276-de9da7a1b8a6" providerId="ADAL" clId="{5530228B-0BD8-451E-BAD1-66B9143C59C5}" dt="2026-07-22T07:35:33.051" v="2120" actId="1076"/>
          <ac:spMkLst>
            <pc:docMk/>
            <pc:sldMk cId="1463262995" sldId="2147482529"/>
            <ac:spMk id="65" creationId="{53D2752F-3E99-A0F9-8E29-41BE17FF8091}"/>
          </ac:spMkLst>
        </pc:spChg>
        <pc:spChg chg="add mod">
          <ac:chgData name="Hendriks, Rob" userId="c1397476-51d7-416b-9276-de9da7a1b8a6" providerId="ADAL" clId="{5530228B-0BD8-451E-BAD1-66B9143C59C5}" dt="2026-07-22T07:35:27.415" v="2118" actId="1076"/>
          <ac:spMkLst>
            <pc:docMk/>
            <pc:sldMk cId="1463262995" sldId="2147482529"/>
            <ac:spMk id="69" creationId="{43F19BBD-2F1C-6E9F-4E8E-61726D01E877}"/>
          </ac:spMkLst>
        </pc:spChg>
        <pc:spChg chg="add mod">
          <ac:chgData name="Hendriks, Rob" userId="c1397476-51d7-416b-9276-de9da7a1b8a6" providerId="ADAL" clId="{5530228B-0BD8-451E-BAD1-66B9143C59C5}" dt="2026-07-22T07:35:30.682" v="2119" actId="1076"/>
          <ac:spMkLst>
            <pc:docMk/>
            <pc:sldMk cId="1463262995" sldId="2147482529"/>
            <ac:spMk id="71" creationId="{4E9081CA-4DE0-4037-54FD-C906148BA537}"/>
          </ac:spMkLst>
        </pc:spChg>
        <pc:grpChg chg="add mod">
          <ac:chgData name="Hendriks, Rob" userId="c1397476-51d7-416b-9276-de9da7a1b8a6" providerId="ADAL" clId="{5530228B-0BD8-451E-BAD1-66B9143C59C5}" dt="2026-07-22T07:28:29.198" v="1761" actId="1076"/>
          <ac:grpSpMkLst>
            <pc:docMk/>
            <pc:sldMk cId="1463262995" sldId="2147482529"/>
            <ac:grpSpMk id="36" creationId="{467739B5-50C9-A3BE-BEC8-43274BDA4BE9}"/>
          </ac:grpSpMkLst>
        </pc:grpChg>
        <pc:grpChg chg="add mod">
          <ac:chgData name="Hendriks, Rob" userId="c1397476-51d7-416b-9276-de9da7a1b8a6" providerId="ADAL" clId="{5530228B-0BD8-451E-BAD1-66B9143C59C5}" dt="2026-07-22T07:23:15.270" v="1538" actId="164"/>
          <ac:grpSpMkLst>
            <pc:docMk/>
            <pc:sldMk cId="1463262995" sldId="2147482529"/>
            <ac:grpSpMk id="44" creationId="{95C4347C-0878-8B3A-E8F7-AFC94043EE6A}"/>
          </ac:grpSpMkLst>
        </pc:grpChg>
        <pc:grpChg chg="add mod ord">
          <ac:chgData name="Hendriks, Rob" userId="c1397476-51d7-416b-9276-de9da7a1b8a6" providerId="ADAL" clId="{5530228B-0BD8-451E-BAD1-66B9143C59C5}" dt="2026-07-22T07:23:20.215" v="1539" actId="167"/>
          <ac:grpSpMkLst>
            <pc:docMk/>
            <pc:sldMk cId="1463262995" sldId="2147482529"/>
            <ac:grpSpMk id="45" creationId="{6073BEF2-FFCE-FC1E-660D-CBFBA1F6D7AE}"/>
          </ac:grpSpMkLst>
        </pc:grpChg>
        <pc:grpChg chg="add mod ord">
          <ac:chgData name="Hendriks, Rob" userId="c1397476-51d7-416b-9276-de9da7a1b8a6" providerId="ADAL" clId="{5530228B-0BD8-451E-BAD1-66B9143C59C5}" dt="2026-07-22T07:28:29.198" v="1761" actId="1076"/>
          <ac:grpSpMkLst>
            <pc:docMk/>
            <pc:sldMk cId="1463262995" sldId="2147482529"/>
            <ac:grpSpMk id="48" creationId="{08D275CE-5692-BBBC-51C1-464E941A3B1E}"/>
          </ac:grpSpMkLst>
        </pc:grpChg>
        <pc:grpChg chg="mod">
          <ac:chgData name="Hendriks, Rob" userId="c1397476-51d7-416b-9276-de9da7a1b8a6" providerId="ADAL" clId="{5530228B-0BD8-451E-BAD1-66B9143C59C5}" dt="2026-07-22T07:23:27.155" v="1542"/>
          <ac:grpSpMkLst>
            <pc:docMk/>
            <pc:sldMk cId="1463262995" sldId="2147482529"/>
            <ac:grpSpMk id="50" creationId="{C2A1EF25-2B0F-D8F5-DDF5-B5EC55F04DC1}"/>
          </ac:grpSpMkLst>
        </pc:grpChg>
        <pc:graphicFrameChg chg="add">
          <ac:chgData name="Hendriks, Rob" userId="c1397476-51d7-416b-9276-de9da7a1b8a6" providerId="ADAL" clId="{5530228B-0BD8-451E-BAD1-66B9143C59C5}" dt="2026-07-22T07:21:11.477" v="1514" actId="22"/>
          <ac:graphicFrameMkLst>
            <pc:docMk/>
            <pc:sldMk cId="1463262995" sldId="2147482529"/>
            <ac:graphicFrameMk id="6" creationId="{9B1B8E4F-6F43-5E19-1429-4C2F6BD373D2}"/>
          </ac:graphicFrameMkLst>
        </pc:graphicFrameChg>
        <pc:graphicFrameChg chg="add mod">
          <ac:chgData name="Hendriks, Rob" userId="c1397476-51d7-416b-9276-de9da7a1b8a6" providerId="ADAL" clId="{5530228B-0BD8-451E-BAD1-66B9143C59C5}" dt="2026-07-22T07:28:29.198" v="1761" actId="1076"/>
          <ac:graphicFrameMkLst>
            <pc:docMk/>
            <pc:sldMk cId="1463262995" sldId="2147482529"/>
            <ac:graphicFrameMk id="35" creationId="{9587D663-FAE9-B0AD-A97B-5C39DC99DBC2}"/>
          </ac:graphicFrameMkLst>
        </pc:graphicFrameChg>
        <pc:cxnChg chg="mod">
          <ac:chgData name="Hendriks, Rob" userId="c1397476-51d7-416b-9276-de9da7a1b8a6" providerId="ADAL" clId="{5530228B-0BD8-451E-BAD1-66B9143C59C5}" dt="2026-07-22T07:35:35.308" v="2121" actId="1076"/>
          <ac:cxnSpMkLst>
            <pc:docMk/>
            <pc:sldMk cId="1463262995" sldId="2147482529"/>
            <ac:cxnSpMk id="18" creationId="{7C4979D6-CC25-3FEF-C66B-E3739E9B64BD}"/>
          </ac:cxnSpMkLst>
        </pc:cxnChg>
        <pc:cxnChg chg="add mod">
          <ac:chgData name="Hendriks, Rob" userId="c1397476-51d7-416b-9276-de9da7a1b8a6" providerId="ADAL" clId="{5530228B-0BD8-451E-BAD1-66B9143C59C5}" dt="2026-07-22T07:28:49.373" v="1768" actId="1076"/>
          <ac:cxnSpMkLst>
            <pc:docMk/>
            <pc:sldMk cId="1463262995" sldId="2147482529"/>
            <ac:cxnSpMk id="61" creationId="{FA4F5821-67E8-04D2-654B-642DADDC0558}"/>
          </ac:cxnSpMkLst>
        </pc:cxnChg>
      </pc:sldChg>
      <pc:sldChg chg="addSp delSp modSp add mod ord">
        <pc:chgData name="Hendriks, Rob" userId="c1397476-51d7-416b-9276-de9da7a1b8a6" providerId="ADAL" clId="{5530228B-0BD8-451E-BAD1-66B9143C59C5}" dt="2026-07-30T13:56:48.117" v="5705"/>
        <pc:sldMkLst>
          <pc:docMk/>
          <pc:sldMk cId="1467605377" sldId="2147482530"/>
        </pc:sldMkLst>
        <pc:spChg chg="add mod">
          <ac:chgData name="Hendriks, Rob" userId="c1397476-51d7-416b-9276-de9da7a1b8a6" providerId="ADAL" clId="{5530228B-0BD8-451E-BAD1-66B9143C59C5}" dt="2026-07-22T07:43:59.217" v="2181" actId="1076"/>
          <ac:spMkLst>
            <pc:docMk/>
            <pc:sldMk cId="1467605377" sldId="2147482530"/>
            <ac:spMk id="88" creationId="{B9937487-476A-B757-DF35-488BF6EB0AE1}"/>
          </ac:spMkLst>
        </pc:spChg>
        <pc:spChg chg="add mod">
          <ac:chgData name="Hendriks, Rob" userId="c1397476-51d7-416b-9276-de9da7a1b8a6" providerId="ADAL" clId="{5530228B-0BD8-451E-BAD1-66B9143C59C5}" dt="2026-07-22T07:44:52.767" v="2198" actId="1076"/>
          <ac:spMkLst>
            <pc:docMk/>
            <pc:sldMk cId="1467605377" sldId="2147482530"/>
            <ac:spMk id="90" creationId="{35864E40-218A-EE7E-27E6-435EC7DB590D}"/>
          </ac:spMkLst>
        </pc:spChg>
        <pc:spChg chg="add mod">
          <ac:chgData name="Hendriks, Rob" userId="c1397476-51d7-416b-9276-de9da7a1b8a6" providerId="ADAL" clId="{5530228B-0BD8-451E-BAD1-66B9143C59C5}" dt="2026-07-22T07:44:57.678" v="2200" actId="1076"/>
          <ac:spMkLst>
            <pc:docMk/>
            <pc:sldMk cId="1467605377" sldId="2147482530"/>
            <ac:spMk id="92" creationId="{840CEFC9-701E-DFBE-0EDD-BBE167E0B0C9}"/>
          </ac:spMkLst>
        </pc:spChg>
        <pc:spChg chg="add mod">
          <ac:chgData name="Hendriks, Rob" userId="c1397476-51d7-416b-9276-de9da7a1b8a6" providerId="ADAL" clId="{5530228B-0BD8-451E-BAD1-66B9143C59C5}" dt="2026-07-22T07:44:18.590" v="2189" actId="1076"/>
          <ac:spMkLst>
            <pc:docMk/>
            <pc:sldMk cId="1467605377" sldId="2147482530"/>
            <ac:spMk id="94" creationId="{47208051-89A9-10AB-E890-58744411B5ED}"/>
          </ac:spMkLst>
        </pc:spChg>
        <pc:spChg chg="add del mod">
          <ac:chgData name="Hendriks, Rob" userId="c1397476-51d7-416b-9276-de9da7a1b8a6" providerId="ADAL" clId="{5530228B-0BD8-451E-BAD1-66B9143C59C5}" dt="2026-07-22T07:59:09.938" v="2567" actId="478"/>
          <ac:spMkLst>
            <pc:docMk/>
            <pc:sldMk cId="1467605377" sldId="2147482530"/>
            <ac:spMk id="96" creationId="{E26D9548-A6F4-6DBB-E82A-6E88B70063A9}"/>
          </ac:spMkLst>
        </pc:spChg>
        <pc:spChg chg="add del mod">
          <ac:chgData name="Hendriks, Rob" userId="c1397476-51d7-416b-9276-de9da7a1b8a6" providerId="ADAL" clId="{5530228B-0BD8-451E-BAD1-66B9143C59C5}" dt="2026-07-22T07:59:10.550" v="2568" actId="478"/>
          <ac:spMkLst>
            <pc:docMk/>
            <pc:sldMk cId="1467605377" sldId="2147482530"/>
            <ac:spMk id="98" creationId="{12240FCF-D1AB-737D-4976-D174E4073A93}"/>
          </ac:spMkLst>
        </pc:spChg>
        <pc:spChg chg="add del mod">
          <ac:chgData name="Hendriks, Rob" userId="c1397476-51d7-416b-9276-de9da7a1b8a6" providerId="ADAL" clId="{5530228B-0BD8-451E-BAD1-66B9143C59C5}" dt="2026-07-22T07:59:11.037" v="2569" actId="478"/>
          <ac:spMkLst>
            <pc:docMk/>
            <pc:sldMk cId="1467605377" sldId="2147482530"/>
            <ac:spMk id="100" creationId="{63069A55-F8D7-11D9-9D61-C789F51E9EC3}"/>
          </ac:spMkLst>
        </pc:spChg>
        <pc:spChg chg="add mod">
          <ac:chgData name="Hendriks, Rob" userId="c1397476-51d7-416b-9276-de9da7a1b8a6" providerId="ADAL" clId="{5530228B-0BD8-451E-BAD1-66B9143C59C5}" dt="2026-07-22T07:46:43.747" v="2223" actId="554"/>
          <ac:spMkLst>
            <pc:docMk/>
            <pc:sldMk cId="1467605377" sldId="2147482530"/>
            <ac:spMk id="101" creationId="{0BBD4AF3-EB4D-683B-FA57-52A9D0E64F9C}"/>
          </ac:spMkLst>
        </pc:spChg>
        <pc:spChg chg="add mod">
          <ac:chgData name="Hendriks, Rob" userId="c1397476-51d7-416b-9276-de9da7a1b8a6" providerId="ADAL" clId="{5530228B-0BD8-451E-BAD1-66B9143C59C5}" dt="2026-07-22T07:46:46.511" v="2224" actId="408"/>
          <ac:spMkLst>
            <pc:docMk/>
            <pc:sldMk cId="1467605377" sldId="2147482530"/>
            <ac:spMk id="103" creationId="{E7E080AB-0543-0010-AD19-EF191CF8C3A3}"/>
          </ac:spMkLst>
        </pc:spChg>
        <pc:spChg chg="add mod">
          <ac:chgData name="Hendriks, Rob" userId="c1397476-51d7-416b-9276-de9da7a1b8a6" providerId="ADAL" clId="{5530228B-0BD8-451E-BAD1-66B9143C59C5}" dt="2026-07-22T07:46:46.511" v="2224" actId="408"/>
          <ac:spMkLst>
            <pc:docMk/>
            <pc:sldMk cId="1467605377" sldId="2147482530"/>
            <ac:spMk id="105" creationId="{9E55A1F3-AF95-6372-1A5F-368303FF53EA}"/>
          </ac:spMkLst>
        </pc:spChg>
        <pc:spChg chg="add mod">
          <ac:chgData name="Hendriks, Rob" userId="c1397476-51d7-416b-9276-de9da7a1b8a6" providerId="ADAL" clId="{5530228B-0BD8-451E-BAD1-66B9143C59C5}" dt="2026-07-22T07:46:43.747" v="2223" actId="554"/>
          <ac:spMkLst>
            <pc:docMk/>
            <pc:sldMk cId="1467605377" sldId="2147482530"/>
            <ac:spMk id="107" creationId="{A93CF4C8-36AF-755A-A73F-6B0D6C7884A6}"/>
          </ac:spMkLst>
        </pc:spChg>
        <pc:spChg chg="add mod">
          <ac:chgData name="Hendriks, Rob" userId="c1397476-51d7-416b-9276-de9da7a1b8a6" providerId="ADAL" clId="{5530228B-0BD8-451E-BAD1-66B9143C59C5}" dt="2026-07-22T07:48:10.213" v="2342" actId="20577"/>
          <ac:spMkLst>
            <pc:docMk/>
            <pc:sldMk cId="1467605377" sldId="2147482530"/>
            <ac:spMk id="108" creationId="{34EE35C8-0511-895A-B581-58FFA69437DB}"/>
          </ac:spMkLst>
        </pc:spChg>
        <pc:spChg chg="add mod">
          <ac:chgData name="Hendriks, Rob" userId="c1397476-51d7-416b-9276-de9da7a1b8a6" providerId="ADAL" clId="{5530228B-0BD8-451E-BAD1-66B9143C59C5}" dt="2026-07-22T07:48:19.793" v="2356" actId="1076"/>
          <ac:spMkLst>
            <pc:docMk/>
            <pc:sldMk cId="1467605377" sldId="2147482530"/>
            <ac:spMk id="110" creationId="{383E7E74-5FBD-4A2A-F115-FEDA95F8E638}"/>
          </ac:spMkLst>
        </pc:spChg>
        <pc:spChg chg="add mod">
          <ac:chgData name="Hendriks, Rob" userId="c1397476-51d7-416b-9276-de9da7a1b8a6" providerId="ADAL" clId="{5530228B-0BD8-451E-BAD1-66B9143C59C5}" dt="2026-07-22T07:59:18.901" v="2573" actId="20577"/>
          <ac:spMkLst>
            <pc:docMk/>
            <pc:sldMk cId="1467605377" sldId="2147482530"/>
            <ac:spMk id="112" creationId="{BD5F643F-B2AF-FF95-B384-F513CEC96606}"/>
          </ac:spMkLst>
        </pc:spChg>
        <pc:spChg chg="add mod">
          <ac:chgData name="Hendriks, Rob" userId="c1397476-51d7-416b-9276-de9da7a1b8a6" providerId="ADAL" clId="{5530228B-0BD8-451E-BAD1-66B9143C59C5}" dt="2026-07-22T07:51:54.961" v="2531" actId="1076"/>
          <ac:spMkLst>
            <pc:docMk/>
            <pc:sldMk cId="1467605377" sldId="2147482530"/>
            <ac:spMk id="114" creationId="{37EC80C8-07BE-114B-5C4D-B0F8E598DE6F}"/>
          </ac:spMkLst>
        </pc:spChg>
        <pc:spChg chg="add mod">
          <ac:chgData name="Hendriks, Rob" userId="c1397476-51d7-416b-9276-de9da7a1b8a6" providerId="ADAL" clId="{5530228B-0BD8-451E-BAD1-66B9143C59C5}" dt="2026-07-22T07:51:54.961" v="2531" actId="1076"/>
          <ac:spMkLst>
            <pc:docMk/>
            <pc:sldMk cId="1467605377" sldId="2147482530"/>
            <ac:spMk id="116" creationId="{6A1FD0E8-C6D6-9109-B0B7-E95811158C5A}"/>
          </ac:spMkLst>
        </pc:spChg>
        <pc:spChg chg="add mod">
          <ac:chgData name="Hendriks, Rob" userId="c1397476-51d7-416b-9276-de9da7a1b8a6" providerId="ADAL" clId="{5530228B-0BD8-451E-BAD1-66B9143C59C5}" dt="2026-07-22T12:06:48.099" v="4519" actId="1076"/>
          <ac:spMkLst>
            <pc:docMk/>
            <pc:sldMk cId="1467605377" sldId="2147482530"/>
            <ac:spMk id="118" creationId="{C7551B9C-59FE-7ADE-5137-3EC754910443}"/>
          </ac:spMkLst>
        </pc:spChg>
        <pc:spChg chg="add mod">
          <ac:chgData name="Hendriks, Rob" userId="c1397476-51d7-416b-9276-de9da7a1b8a6" providerId="ADAL" clId="{5530228B-0BD8-451E-BAD1-66B9143C59C5}" dt="2026-07-22T12:06:51.348" v="4520" actId="1076"/>
          <ac:spMkLst>
            <pc:docMk/>
            <pc:sldMk cId="1467605377" sldId="2147482530"/>
            <ac:spMk id="120" creationId="{1E0ACADC-0DF0-FD7B-8186-5AE7C8426F68}"/>
          </ac:spMkLst>
        </pc:spChg>
        <pc:spChg chg="add mod">
          <ac:chgData name="Hendriks, Rob" userId="c1397476-51d7-416b-9276-de9da7a1b8a6" providerId="ADAL" clId="{5530228B-0BD8-451E-BAD1-66B9143C59C5}" dt="2026-07-22T07:50:50.034" v="2502" actId="1076"/>
          <ac:spMkLst>
            <pc:docMk/>
            <pc:sldMk cId="1467605377" sldId="2147482530"/>
            <ac:spMk id="122" creationId="{671852BD-F5AD-1049-E753-68B702CEC106}"/>
          </ac:spMkLst>
        </pc:spChg>
        <pc:spChg chg="add mod">
          <ac:chgData name="Hendriks, Rob" userId="c1397476-51d7-416b-9276-de9da7a1b8a6" providerId="ADAL" clId="{5530228B-0BD8-451E-BAD1-66B9143C59C5}" dt="2026-07-22T07:51:43.941" v="2530" actId="14100"/>
          <ac:spMkLst>
            <pc:docMk/>
            <pc:sldMk cId="1467605377" sldId="2147482530"/>
            <ac:spMk id="124" creationId="{16DB2B4D-13A2-B5CC-4DB5-2099D1CBC8BD}"/>
          </ac:spMkLst>
        </pc:spChg>
        <pc:spChg chg="add mod">
          <ac:chgData name="Hendriks, Rob" userId="c1397476-51d7-416b-9276-de9da7a1b8a6" providerId="ADAL" clId="{5530228B-0BD8-451E-BAD1-66B9143C59C5}" dt="2026-07-22T07:51:43.941" v="2530" actId="14100"/>
          <ac:spMkLst>
            <pc:docMk/>
            <pc:sldMk cId="1467605377" sldId="2147482530"/>
            <ac:spMk id="126" creationId="{BB11F34A-371B-5279-265E-244673D58687}"/>
          </ac:spMkLst>
        </pc:spChg>
        <pc:spChg chg="add mod">
          <ac:chgData name="Hendriks, Rob" userId="c1397476-51d7-416b-9276-de9da7a1b8a6" providerId="ADAL" clId="{5530228B-0BD8-451E-BAD1-66B9143C59C5}" dt="2026-07-22T07:51:43.941" v="2530" actId="14100"/>
          <ac:spMkLst>
            <pc:docMk/>
            <pc:sldMk cId="1467605377" sldId="2147482530"/>
            <ac:spMk id="128" creationId="{4D1169A8-6AF6-5DEA-7BEA-B300A9D97587}"/>
          </ac:spMkLst>
        </pc:spChg>
        <pc:spChg chg="add mod">
          <ac:chgData name="Hendriks, Rob" userId="c1397476-51d7-416b-9276-de9da7a1b8a6" providerId="ADAL" clId="{5530228B-0BD8-451E-BAD1-66B9143C59C5}" dt="2026-07-22T07:51:43.941" v="2530" actId="14100"/>
          <ac:spMkLst>
            <pc:docMk/>
            <pc:sldMk cId="1467605377" sldId="2147482530"/>
            <ac:spMk id="130" creationId="{4A517449-2C36-EB5B-976E-2CEEBDA168AC}"/>
          </ac:spMkLst>
        </pc:spChg>
        <pc:spChg chg="add mod">
          <ac:chgData name="Hendriks, Rob" userId="c1397476-51d7-416b-9276-de9da7a1b8a6" providerId="ADAL" clId="{5530228B-0BD8-451E-BAD1-66B9143C59C5}" dt="2026-07-22T07:51:43.941" v="2530" actId="14100"/>
          <ac:spMkLst>
            <pc:docMk/>
            <pc:sldMk cId="1467605377" sldId="2147482530"/>
            <ac:spMk id="132" creationId="{BB03E2CA-608F-54D5-283C-E2DB549BBDA4}"/>
          </ac:spMkLst>
        </pc:spChg>
        <pc:spChg chg="add mod">
          <ac:chgData name="Hendriks, Rob" userId="c1397476-51d7-416b-9276-de9da7a1b8a6" providerId="ADAL" clId="{5530228B-0BD8-451E-BAD1-66B9143C59C5}" dt="2026-07-22T12:06:01.795" v="4439" actId="1076"/>
          <ac:spMkLst>
            <pc:docMk/>
            <pc:sldMk cId="1467605377" sldId="2147482530"/>
            <ac:spMk id="138" creationId="{BC174674-7C88-6F26-2B6F-B93A68A5E4A7}"/>
          </ac:spMkLst>
        </pc:spChg>
        <pc:spChg chg="add mod">
          <ac:chgData name="Hendriks, Rob" userId="c1397476-51d7-416b-9276-de9da7a1b8a6" providerId="ADAL" clId="{5530228B-0BD8-451E-BAD1-66B9143C59C5}" dt="2026-07-22T12:07:10.842" v="4521" actId="1076"/>
          <ac:spMkLst>
            <pc:docMk/>
            <pc:sldMk cId="1467605377" sldId="2147482530"/>
            <ac:spMk id="140" creationId="{4BC26600-1BE3-538A-010F-117E2EF2586D}"/>
          </ac:spMkLst>
        </pc:spChg>
        <pc:graphicFrameChg chg="mod">
          <ac:chgData name="Hendriks, Rob" userId="c1397476-51d7-416b-9276-de9da7a1b8a6" providerId="ADAL" clId="{5530228B-0BD8-451E-BAD1-66B9143C59C5}" dt="2026-07-22T07:39:03.135" v="2135" actId="1076"/>
          <ac:graphicFrameMkLst>
            <pc:docMk/>
            <pc:sldMk cId="1467605377" sldId="2147482530"/>
            <ac:graphicFrameMk id="11" creationId="{F97B15C0-FE64-4CBF-A6A9-8E5B464B2F7B}"/>
          </ac:graphicFrameMkLst>
        </pc:graphicFrameChg>
        <pc:graphicFrameChg chg="add mod">
          <ac:chgData name="Hendriks, Rob" userId="c1397476-51d7-416b-9276-de9da7a1b8a6" providerId="ADAL" clId="{5530228B-0BD8-451E-BAD1-66B9143C59C5}" dt="2026-07-22T07:38:45.652" v="2132" actId="1076"/>
          <ac:graphicFrameMkLst>
            <pc:docMk/>
            <pc:sldMk cId="1467605377" sldId="2147482530"/>
            <ac:graphicFrameMk id="13" creationId="{E223BF00-6FDC-8B03-B856-FA10F1044C7B}"/>
          </ac:graphicFrameMkLst>
        </pc:graphicFrameChg>
        <pc:graphicFrameChg chg="mod">
          <ac:chgData name="Hendriks, Rob" userId="c1397476-51d7-416b-9276-de9da7a1b8a6" providerId="ADAL" clId="{5530228B-0BD8-451E-BAD1-66B9143C59C5}" dt="2026-07-22T07:51:54.961" v="2531" actId="1076"/>
          <ac:graphicFrameMkLst>
            <pc:docMk/>
            <pc:sldMk cId="1467605377" sldId="2147482530"/>
            <ac:graphicFrameMk id="15" creationId="{F4183140-B19F-A2EE-E4B8-6DAA98E37D52}"/>
          </ac:graphicFrameMkLst>
        </pc:graphicFrameChg>
        <pc:graphicFrameChg chg="mod">
          <ac:chgData name="Hendriks, Rob" userId="c1397476-51d7-416b-9276-de9da7a1b8a6" providerId="ADAL" clId="{5530228B-0BD8-451E-BAD1-66B9143C59C5}" dt="2026-07-22T07:43:45.420" v="2178" actId="1076"/>
          <ac:graphicFrameMkLst>
            <pc:docMk/>
            <pc:sldMk cId="1467605377" sldId="2147482530"/>
            <ac:graphicFrameMk id="17" creationId="{BAA7B00F-335B-819A-1A4D-768320FC008A}"/>
          </ac:graphicFrameMkLst>
        </pc:graphicFrameChg>
        <pc:graphicFrameChg chg="mod">
          <ac:chgData name="Hendriks, Rob" userId="c1397476-51d7-416b-9276-de9da7a1b8a6" providerId="ADAL" clId="{5530228B-0BD8-451E-BAD1-66B9143C59C5}" dt="2026-07-22T07:51:54.961" v="2531" actId="1076"/>
          <ac:graphicFrameMkLst>
            <pc:docMk/>
            <pc:sldMk cId="1467605377" sldId="2147482530"/>
            <ac:graphicFrameMk id="19" creationId="{DA0362B7-A6E2-2BBE-7BBB-497100E71F10}"/>
          </ac:graphicFrameMkLst>
        </pc:graphicFrameChg>
        <pc:graphicFrameChg chg="add mod">
          <ac:chgData name="Hendriks, Rob" userId="c1397476-51d7-416b-9276-de9da7a1b8a6" providerId="ADAL" clId="{5530228B-0BD8-451E-BAD1-66B9143C59C5}" dt="2026-07-22T07:39:00.277" v="2134" actId="1076"/>
          <ac:graphicFrameMkLst>
            <pc:docMk/>
            <pc:sldMk cId="1467605377" sldId="2147482530"/>
            <ac:graphicFrameMk id="25" creationId="{7C97F52C-F0F3-7F1F-399E-A8EC28C6DB7E}"/>
          </ac:graphicFrameMkLst>
        </pc:graphicFrameChg>
        <pc:graphicFrameChg chg="add mod">
          <ac:chgData name="Hendriks, Rob" userId="c1397476-51d7-416b-9276-de9da7a1b8a6" providerId="ADAL" clId="{5530228B-0BD8-451E-BAD1-66B9143C59C5}" dt="2026-07-22T07:39:00.277" v="2134" actId="1076"/>
          <ac:graphicFrameMkLst>
            <pc:docMk/>
            <pc:sldMk cId="1467605377" sldId="2147482530"/>
            <ac:graphicFrameMk id="27" creationId="{9254E4B3-68DE-A71F-3824-FDC4DE0AE88B}"/>
          </ac:graphicFrameMkLst>
        </pc:graphicFrameChg>
        <pc:graphicFrameChg chg="mod">
          <ac:chgData name="Hendriks, Rob" userId="c1397476-51d7-416b-9276-de9da7a1b8a6" providerId="ADAL" clId="{5530228B-0BD8-451E-BAD1-66B9143C59C5}" dt="2026-07-22T07:51:54.961" v="2531" actId="1076"/>
          <ac:graphicFrameMkLst>
            <pc:docMk/>
            <pc:sldMk cId="1467605377" sldId="2147482530"/>
            <ac:graphicFrameMk id="29" creationId="{4358252A-A877-13A5-E264-40936E4A585A}"/>
          </ac:graphicFrameMkLst>
        </pc:graphicFrameChg>
        <pc:graphicFrameChg chg="add mod">
          <ac:chgData name="Hendriks, Rob" userId="c1397476-51d7-416b-9276-de9da7a1b8a6" providerId="ADAL" clId="{5530228B-0BD8-451E-BAD1-66B9143C59C5}" dt="2026-07-22T07:39:00.277" v="2134" actId="1076"/>
          <ac:graphicFrameMkLst>
            <pc:docMk/>
            <pc:sldMk cId="1467605377" sldId="2147482530"/>
            <ac:graphicFrameMk id="31" creationId="{B9C7E22C-EABC-7231-D1C1-2D5CDAFDEDBC}"/>
          </ac:graphicFrameMkLst>
        </pc:graphicFrameChg>
        <pc:graphicFrameChg chg="mod">
          <ac:chgData name="Hendriks, Rob" userId="c1397476-51d7-416b-9276-de9da7a1b8a6" providerId="ADAL" clId="{5530228B-0BD8-451E-BAD1-66B9143C59C5}" dt="2026-07-22T07:51:54.961" v="2531" actId="1076"/>
          <ac:graphicFrameMkLst>
            <pc:docMk/>
            <pc:sldMk cId="1467605377" sldId="2147482530"/>
            <ac:graphicFrameMk id="33" creationId="{8D9B1D0F-4E4A-19AB-BCED-3B35644949FF}"/>
          </ac:graphicFrameMkLst>
        </pc:graphicFrameChg>
        <pc:graphicFrameChg chg="mod">
          <ac:chgData name="Hendriks, Rob" userId="c1397476-51d7-416b-9276-de9da7a1b8a6" providerId="ADAL" clId="{5530228B-0BD8-451E-BAD1-66B9143C59C5}" dt="2026-07-22T07:43:45.420" v="2178" actId="1076"/>
          <ac:graphicFrameMkLst>
            <pc:docMk/>
            <pc:sldMk cId="1467605377" sldId="2147482530"/>
            <ac:graphicFrameMk id="35" creationId="{782614D5-1221-52F9-2130-FE0960595C56}"/>
          </ac:graphicFrameMkLst>
        </pc:graphicFrameChg>
        <pc:graphicFrameChg chg="mod">
          <ac:chgData name="Hendriks, Rob" userId="c1397476-51d7-416b-9276-de9da7a1b8a6" providerId="ADAL" clId="{5530228B-0BD8-451E-BAD1-66B9143C59C5}" dt="2026-07-22T07:43:45.420" v="2178" actId="1076"/>
          <ac:graphicFrameMkLst>
            <pc:docMk/>
            <pc:sldMk cId="1467605377" sldId="2147482530"/>
            <ac:graphicFrameMk id="37" creationId="{3EADDF41-E8F4-116E-C88A-29A8B553CE74}"/>
          </ac:graphicFrameMkLst>
        </pc:graphicFrameChg>
        <pc:graphicFrameChg chg="mod">
          <ac:chgData name="Hendriks, Rob" userId="c1397476-51d7-416b-9276-de9da7a1b8a6" providerId="ADAL" clId="{5530228B-0BD8-451E-BAD1-66B9143C59C5}" dt="2026-07-22T07:39:09.258" v="2136" actId="1076"/>
          <ac:graphicFrameMkLst>
            <pc:docMk/>
            <pc:sldMk cId="1467605377" sldId="2147482530"/>
            <ac:graphicFrameMk id="39" creationId="{5C14E23B-649A-BAD4-3032-F76D019252F5}"/>
          </ac:graphicFrameMkLst>
        </pc:graphicFrameChg>
        <pc:graphicFrameChg chg="add mod">
          <ac:chgData name="Hendriks, Rob" userId="c1397476-51d7-416b-9276-de9da7a1b8a6" providerId="ADAL" clId="{5530228B-0BD8-451E-BAD1-66B9143C59C5}" dt="2026-07-22T07:51:54.961" v="2531" actId="1076"/>
          <ac:graphicFrameMkLst>
            <pc:docMk/>
            <pc:sldMk cId="1467605377" sldId="2147482530"/>
            <ac:graphicFrameMk id="41" creationId="{BCE58C87-77DE-CF47-1EBD-B58566BAB821}"/>
          </ac:graphicFrameMkLst>
        </pc:graphicFrameChg>
        <pc:graphicFrameChg chg="add del mod modGraphic">
          <ac:chgData name="Hendriks, Rob" userId="c1397476-51d7-416b-9276-de9da7a1b8a6" providerId="ADAL" clId="{5530228B-0BD8-451E-BAD1-66B9143C59C5}" dt="2026-07-22T07:43:05.576" v="2171" actId="1076"/>
          <ac:graphicFrameMkLst>
            <pc:docMk/>
            <pc:sldMk cId="1467605377" sldId="2147482530"/>
            <ac:graphicFrameMk id="53" creationId="{5D7ACC0C-A0B6-93A4-C45B-BFBDC60529C9}"/>
          </ac:graphicFrameMkLst>
        </pc:graphicFrameChg>
        <pc:graphicFrameChg chg="mod modGraphic">
          <ac:chgData name="Hendriks, Rob" userId="c1397476-51d7-416b-9276-de9da7a1b8a6" providerId="ADAL" clId="{5530228B-0BD8-451E-BAD1-66B9143C59C5}" dt="2026-07-22T07:42:49.097" v="2168" actId="1076"/>
          <ac:graphicFrameMkLst>
            <pc:docMk/>
            <pc:sldMk cId="1467605377" sldId="2147482530"/>
            <ac:graphicFrameMk id="55" creationId="{701A223B-3E6C-E775-B6BA-2BE7F606B7DB}"/>
          </ac:graphicFrameMkLst>
        </pc:graphicFrameChg>
        <pc:graphicFrameChg chg="mod modGraphic">
          <ac:chgData name="Hendriks, Rob" userId="c1397476-51d7-416b-9276-de9da7a1b8a6" providerId="ADAL" clId="{5530228B-0BD8-451E-BAD1-66B9143C59C5}" dt="2026-07-22T07:42:49.097" v="2168" actId="1076"/>
          <ac:graphicFrameMkLst>
            <pc:docMk/>
            <pc:sldMk cId="1467605377" sldId="2147482530"/>
            <ac:graphicFrameMk id="57" creationId="{B3C09471-6E45-E8CD-A120-7CB18FC07443}"/>
          </ac:graphicFrameMkLst>
        </pc:graphicFrameChg>
        <pc:graphicFrameChg chg="mod modGraphic">
          <ac:chgData name="Hendriks, Rob" userId="c1397476-51d7-416b-9276-de9da7a1b8a6" providerId="ADAL" clId="{5530228B-0BD8-451E-BAD1-66B9143C59C5}" dt="2026-07-22T07:43:17.869" v="2173" actId="20577"/>
          <ac:graphicFrameMkLst>
            <pc:docMk/>
            <pc:sldMk cId="1467605377" sldId="2147482530"/>
            <ac:graphicFrameMk id="59" creationId="{1AB166F7-87D8-AA69-9AAD-F21D173EB04B}"/>
          </ac:graphicFrameMkLst>
        </pc:graphicFrameChg>
        <pc:graphicFrameChg chg="add del mod modGraphic">
          <ac:chgData name="Hendriks, Rob" userId="c1397476-51d7-416b-9276-de9da7a1b8a6" providerId="ADAL" clId="{5530228B-0BD8-451E-BAD1-66B9143C59C5}" dt="2026-07-22T07:42:34.948" v="2165" actId="1076"/>
          <ac:graphicFrameMkLst>
            <pc:docMk/>
            <pc:sldMk cId="1467605377" sldId="2147482530"/>
            <ac:graphicFrameMk id="75" creationId="{82897FDD-2500-45A4-02D4-9AA752102C22}"/>
          </ac:graphicFrameMkLst>
        </pc:graphicFrameChg>
        <pc:graphicFrameChg chg="add del mod modGraphic">
          <ac:chgData name="Hendriks, Rob" userId="c1397476-51d7-416b-9276-de9da7a1b8a6" providerId="ADAL" clId="{5530228B-0BD8-451E-BAD1-66B9143C59C5}" dt="2026-07-22T07:43:27.531" v="2175" actId="20577"/>
          <ac:graphicFrameMkLst>
            <pc:docMk/>
            <pc:sldMk cId="1467605377" sldId="2147482530"/>
            <ac:graphicFrameMk id="77" creationId="{BB1340B8-9713-9CF9-E517-356452510808}"/>
          </ac:graphicFrameMkLst>
        </pc:graphicFrameChg>
        <pc:graphicFrameChg chg="mod modGraphic">
          <ac:chgData name="Hendriks, Rob" userId="c1397476-51d7-416b-9276-de9da7a1b8a6" providerId="ADAL" clId="{5530228B-0BD8-451E-BAD1-66B9143C59C5}" dt="2026-07-22T07:43:30.999" v="2177" actId="20577"/>
          <ac:graphicFrameMkLst>
            <pc:docMk/>
            <pc:sldMk cId="1467605377" sldId="2147482530"/>
            <ac:graphicFrameMk id="79" creationId="{FEF9B955-8FF8-22E2-16D3-4016421DB1FA}"/>
          </ac:graphicFrameMkLst>
        </pc:graphicFrameChg>
        <pc:graphicFrameChg chg="add del mod modGraphic">
          <ac:chgData name="Hendriks, Rob" userId="c1397476-51d7-416b-9276-de9da7a1b8a6" providerId="ADAL" clId="{5530228B-0BD8-451E-BAD1-66B9143C59C5}" dt="2026-07-22T07:43:01.629" v="2170" actId="1076"/>
          <ac:graphicFrameMkLst>
            <pc:docMk/>
            <pc:sldMk cId="1467605377" sldId="2147482530"/>
            <ac:graphicFrameMk id="83" creationId="{52FE359A-8651-3517-7F73-8A49DD7D1663}"/>
          </ac:graphicFrameMkLst>
        </pc:graphicFrameChg>
        <pc:graphicFrameChg chg="add mod">
          <ac:chgData name="Hendriks, Rob" userId="c1397476-51d7-416b-9276-de9da7a1b8a6" providerId="ADAL" clId="{5530228B-0BD8-451E-BAD1-66B9143C59C5}" dt="2026-07-22T07:43:45.420" v="2178" actId="1076"/>
          <ac:graphicFrameMkLst>
            <pc:docMk/>
            <pc:sldMk cId="1467605377" sldId="2147482530"/>
            <ac:graphicFrameMk id="85" creationId="{C550BB85-C5DC-415A-1E4E-CA7C343D3CB9}"/>
          </ac:graphicFrameMkLst>
        </pc:graphicFrameChg>
        <pc:graphicFrameChg chg="add mod">
          <ac:chgData name="Hendriks, Rob" userId="c1397476-51d7-416b-9276-de9da7a1b8a6" providerId="ADAL" clId="{5530228B-0BD8-451E-BAD1-66B9143C59C5}" dt="2026-07-22T07:51:54.961" v="2531" actId="1076"/>
          <ac:graphicFrameMkLst>
            <pc:docMk/>
            <pc:sldMk cId="1467605377" sldId="2147482530"/>
            <ac:graphicFrameMk id="87" creationId="{FDAA01D0-8F78-C5AD-01EE-CC8E42B8026C}"/>
          </ac:graphicFrameMkLst>
        </pc:graphicFrameChg>
      </pc:sldChg>
      <pc:sldChg chg="addSp delSp modSp add mod ord">
        <pc:chgData name="Hendriks, Rob" userId="c1397476-51d7-416b-9276-de9da7a1b8a6" providerId="ADAL" clId="{5530228B-0BD8-451E-BAD1-66B9143C59C5}" dt="2026-07-30T14:27:57.021" v="6263"/>
        <pc:sldMkLst>
          <pc:docMk/>
          <pc:sldMk cId="2933987571" sldId="2147482531"/>
        </pc:sldMkLst>
        <pc:spChg chg="mod">
          <ac:chgData name="Hendriks, Rob" userId="c1397476-51d7-416b-9276-de9da7a1b8a6" providerId="ADAL" clId="{5530228B-0BD8-451E-BAD1-66B9143C59C5}" dt="2026-07-22T11:52:26.816" v="4175" actId="1076"/>
          <ac:spMkLst>
            <pc:docMk/>
            <pc:sldMk cId="2933987571" sldId="2147482531"/>
            <ac:spMk id="63" creationId="{765CCE5E-AAA8-91E2-96F6-4B3AC162B3D8}"/>
          </ac:spMkLst>
        </pc:spChg>
        <pc:spChg chg="add mod">
          <ac:chgData name="Hendriks, Rob" userId="c1397476-51d7-416b-9276-de9da7a1b8a6" providerId="ADAL" clId="{5530228B-0BD8-451E-BAD1-66B9143C59C5}" dt="2026-07-22T11:52:32.638" v="4176" actId="408"/>
          <ac:spMkLst>
            <pc:docMk/>
            <pc:sldMk cId="2933987571" sldId="2147482531"/>
            <ac:spMk id="64" creationId="{61A084A1-187B-4FF6-82DA-3B648119D8DA}"/>
          </ac:spMkLst>
        </pc:spChg>
        <pc:spChg chg="add mod">
          <ac:chgData name="Hendriks, Rob" userId="c1397476-51d7-416b-9276-de9da7a1b8a6" providerId="ADAL" clId="{5530228B-0BD8-451E-BAD1-66B9143C59C5}" dt="2026-07-22T10:18:16.358" v="4075" actId="164"/>
          <ac:spMkLst>
            <pc:docMk/>
            <pc:sldMk cId="2933987571" sldId="2147482531"/>
            <ac:spMk id="67" creationId="{4A24B938-67CC-1E6E-BC78-39C314B6A35F}"/>
          </ac:spMkLst>
        </pc:spChg>
        <pc:spChg chg="mod">
          <ac:chgData name="Hendriks, Rob" userId="c1397476-51d7-416b-9276-de9da7a1b8a6" providerId="ADAL" clId="{5530228B-0BD8-451E-BAD1-66B9143C59C5}" dt="2026-07-22T10:18:16.358" v="4075" actId="164"/>
          <ac:spMkLst>
            <pc:docMk/>
            <pc:sldMk cId="2933987571" sldId="2147482531"/>
            <ac:spMk id="68" creationId="{442A2AA3-1FBD-52DE-CC9E-A0BE6401CB50}"/>
          </ac:spMkLst>
        </pc:spChg>
        <pc:spChg chg="mod">
          <ac:chgData name="Hendriks, Rob" userId="c1397476-51d7-416b-9276-de9da7a1b8a6" providerId="ADAL" clId="{5530228B-0BD8-451E-BAD1-66B9143C59C5}" dt="2026-07-22T10:18:16.358" v="4075" actId="164"/>
          <ac:spMkLst>
            <pc:docMk/>
            <pc:sldMk cId="2933987571" sldId="2147482531"/>
            <ac:spMk id="69" creationId="{5E193CCA-C2D8-0A7E-72D4-7E6CF2D27E8B}"/>
          </ac:spMkLst>
        </pc:spChg>
        <pc:spChg chg="mod">
          <ac:chgData name="Hendriks, Rob" userId="c1397476-51d7-416b-9276-de9da7a1b8a6" providerId="ADAL" clId="{5530228B-0BD8-451E-BAD1-66B9143C59C5}" dt="2026-07-22T10:18:16.358" v="4075" actId="164"/>
          <ac:spMkLst>
            <pc:docMk/>
            <pc:sldMk cId="2933987571" sldId="2147482531"/>
            <ac:spMk id="70" creationId="{8ADFD3B6-191F-917C-F9F6-D931ABA1B92B}"/>
          </ac:spMkLst>
        </pc:spChg>
        <pc:spChg chg="mod">
          <ac:chgData name="Hendriks, Rob" userId="c1397476-51d7-416b-9276-de9da7a1b8a6" providerId="ADAL" clId="{5530228B-0BD8-451E-BAD1-66B9143C59C5}" dt="2026-07-22T11:56:03.952" v="4308" actId="1076"/>
          <ac:spMkLst>
            <pc:docMk/>
            <pc:sldMk cId="2933987571" sldId="2147482531"/>
            <ac:spMk id="97" creationId="{CCF19E75-6C10-0B44-72F0-B880D2C230D5}"/>
          </ac:spMkLst>
        </pc:spChg>
        <pc:spChg chg="add mod">
          <ac:chgData name="Hendriks, Rob" userId="c1397476-51d7-416b-9276-de9da7a1b8a6" providerId="ADAL" clId="{5530228B-0BD8-451E-BAD1-66B9143C59C5}" dt="2026-07-22T12:16:21.827" v="4796" actId="20577"/>
          <ac:spMkLst>
            <pc:docMk/>
            <pc:sldMk cId="2933987571" sldId="2147482531"/>
            <ac:spMk id="109" creationId="{40B3DBF2-92CE-511A-066D-AD3F9F325556}"/>
          </ac:spMkLst>
        </pc:spChg>
        <pc:spChg chg="add mod">
          <ac:chgData name="Hendriks, Rob" userId="c1397476-51d7-416b-9276-de9da7a1b8a6" providerId="ADAL" clId="{5530228B-0BD8-451E-BAD1-66B9143C59C5}" dt="2026-07-22T10:18:24.487" v="4077" actId="1076"/>
          <ac:spMkLst>
            <pc:docMk/>
            <pc:sldMk cId="2933987571" sldId="2147482531"/>
            <ac:spMk id="111" creationId="{F60096B0-06D3-0A53-9A4F-D108419254D9}"/>
          </ac:spMkLst>
        </pc:spChg>
        <pc:spChg chg="add mod">
          <ac:chgData name="Hendriks, Rob" userId="c1397476-51d7-416b-9276-de9da7a1b8a6" providerId="ADAL" clId="{5530228B-0BD8-451E-BAD1-66B9143C59C5}" dt="2026-07-22T10:18:16.358" v="4075" actId="164"/>
          <ac:spMkLst>
            <pc:docMk/>
            <pc:sldMk cId="2933987571" sldId="2147482531"/>
            <ac:spMk id="115" creationId="{D6C3CD3A-7799-847E-EB2D-5860A2B08EE7}"/>
          </ac:spMkLst>
        </pc:spChg>
        <pc:spChg chg="add mod">
          <ac:chgData name="Hendriks, Rob" userId="c1397476-51d7-416b-9276-de9da7a1b8a6" providerId="ADAL" clId="{5530228B-0BD8-451E-BAD1-66B9143C59C5}" dt="2026-07-22T10:18:16.358" v="4075" actId="164"/>
          <ac:spMkLst>
            <pc:docMk/>
            <pc:sldMk cId="2933987571" sldId="2147482531"/>
            <ac:spMk id="123" creationId="{4EF5B6E4-B7B4-3ED1-9F40-007FE7566D29}"/>
          </ac:spMkLst>
        </pc:spChg>
        <pc:spChg chg="add mod">
          <ac:chgData name="Hendriks, Rob" userId="c1397476-51d7-416b-9276-de9da7a1b8a6" providerId="ADAL" clId="{5530228B-0BD8-451E-BAD1-66B9143C59C5}" dt="2026-07-22T10:18:16.358" v="4075" actId="164"/>
          <ac:spMkLst>
            <pc:docMk/>
            <pc:sldMk cId="2933987571" sldId="2147482531"/>
            <ac:spMk id="127" creationId="{F349F765-D6E1-E3D9-2EF6-05CD70CE29A5}"/>
          </ac:spMkLst>
        </pc:spChg>
        <pc:spChg chg="add mod">
          <ac:chgData name="Hendriks, Rob" userId="c1397476-51d7-416b-9276-de9da7a1b8a6" providerId="ADAL" clId="{5530228B-0BD8-451E-BAD1-66B9143C59C5}" dt="2026-07-22T10:18:16.358" v="4075" actId="164"/>
          <ac:spMkLst>
            <pc:docMk/>
            <pc:sldMk cId="2933987571" sldId="2147482531"/>
            <ac:spMk id="131" creationId="{8DCEAEA5-A606-7F9E-A07D-83816E39C919}"/>
          </ac:spMkLst>
        </pc:spChg>
        <pc:spChg chg="add mod">
          <ac:chgData name="Hendriks, Rob" userId="c1397476-51d7-416b-9276-de9da7a1b8a6" providerId="ADAL" clId="{5530228B-0BD8-451E-BAD1-66B9143C59C5}" dt="2026-07-22T10:19:13.979" v="4097" actId="20577"/>
          <ac:spMkLst>
            <pc:docMk/>
            <pc:sldMk cId="2933987571" sldId="2147482531"/>
            <ac:spMk id="137" creationId="{8EDB4218-8B67-BBD7-D98B-1EBD13F0ABB7}"/>
          </ac:spMkLst>
        </pc:spChg>
        <pc:spChg chg="add mod">
          <ac:chgData name="Hendriks, Rob" userId="c1397476-51d7-416b-9276-de9da7a1b8a6" providerId="ADAL" clId="{5530228B-0BD8-451E-BAD1-66B9143C59C5}" dt="2026-07-22T10:19:17.522" v="4099" actId="20577"/>
          <ac:spMkLst>
            <pc:docMk/>
            <pc:sldMk cId="2933987571" sldId="2147482531"/>
            <ac:spMk id="141" creationId="{8610A038-89B9-5683-017A-41E72C4AEA7B}"/>
          </ac:spMkLst>
        </pc:spChg>
        <pc:spChg chg="add mod">
          <ac:chgData name="Hendriks, Rob" userId="c1397476-51d7-416b-9276-de9da7a1b8a6" providerId="ADAL" clId="{5530228B-0BD8-451E-BAD1-66B9143C59C5}" dt="2026-07-22T10:19:20.788" v="4101" actId="20577"/>
          <ac:spMkLst>
            <pc:docMk/>
            <pc:sldMk cId="2933987571" sldId="2147482531"/>
            <ac:spMk id="145" creationId="{86340FF5-384E-3F23-9BBE-D52766BB72A7}"/>
          </ac:spMkLst>
        </pc:spChg>
        <pc:spChg chg="add mod">
          <ac:chgData name="Hendriks, Rob" userId="c1397476-51d7-416b-9276-de9da7a1b8a6" providerId="ADAL" clId="{5530228B-0BD8-451E-BAD1-66B9143C59C5}" dt="2026-07-22T10:19:23.305" v="4103" actId="20577"/>
          <ac:spMkLst>
            <pc:docMk/>
            <pc:sldMk cId="2933987571" sldId="2147482531"/>
            <ac:spMk id="153" creationId="{E29D443B-3E29-75AD-184E-3D7146A1AB66}"/>
          </ac:spMkLst>
        </pc:spChg>
        <pc:spChg chg="add mod">
          <ac:chgData name="Hendriks, Rob" userId="c1397476-51d7-416b-9276-de9da7a1b8a6" providerId="ADAL" clId="{5530228B-0BD8-451E-BAD1-66B9143C59C5}" dt="2026-07-22T10:19:25.692" v="4105" actId="20577"/>
          <ac:spMkLst>
            <pc:docMk/>
            <pc:sldMk cId="2933987571" sldId="2147482531"/>
            <ac:spMk id="157" creationId="{5B89CC5F-6A7F-0284-FDBA-5543A8A6D581}"/>
          </ac:spMkLst>
        </pc:spChg>
        <pc:spChg chg="add mod">
          <ac:chgData name="Hendriks, Rob" userId="c1397476-51d7-416b-9276-de9da7a1b8a6" providerId="ADAL" clId="{5530228B-0BD8-451E-BAD1-66B9143C59C5}" dt="2026-07-22T10:19:28.043" v="4107" actId="20577"/>
          <ac:spMkLst>
            <pc:docMk/>
            <pc:sldMk cId="2933987571" sldId="2147482531"/>
            <ac:spMk id="161" creationId="{03F66265-7000-5716-3383-3879E7E8197F}"/>
          </ac:spMkLst>
        </pc:spChg>
        <pc:spChg chg="add mod">
          <ac:chgData name="Hendriks, Rob" userId="c1397476-51d7-416b-9276-de9da7a1b8a6" providerId="ADAL" clId="{5530228B-0BD8-451E-BAD1-66B9143C59C5}" dt="2026-07-22T10:19:30.938" v="4109" actId="20577"/>
          <ac:spMkLst>
            <pc:docMk/>
            <pc:sldMk cId="2933987571" sldId="2147482531"/>
            <ac:spMk id="165" creationId="{5ABF978A-2310-B890-C876-2B4D61907CBE}"/>
          </ac:spMkLst>
        </pc:spChg>
        <pc:spChg chg="add mod">
          <ac:chgData name="Hendriks, Rob" userId="c1397476-51d7-416b-9276-de9da7a1b8a6" providerId="ADAL" clId="{5530228B-0BD8-451E-BAD1-66B9143C59C5}" dt="2026-07-22T10:19:43.052" v="4113" actId="20577"/>
          <ac:spMkLst>
            <pc:docMk/>
            <pc:sldMk cId="2933987571" sldId="2147482531"/>
            <ac:spMk id="169" creationId="{7F046E53-E329-F9DC-B9EA-8BEB3EAE0507}"/>
          </ac:spMkLst>
        </pc:spChg>
        <pc:spChg chg="add mod">
          <ac:chgData name="Hendriks, Rob" userId="c1397476-51d7-416b-9276-de9da7a1b8a6" providerId="ADAL" clId="{5530228B-0BD8-451E-BAD1-66B9143C59C5}" dt="2026-07-22T10:19:45.968" v="4115" actId="20577"/>
          <ac:spMkLst>
            <pc:docMk/>
            <pc:sldMk cId="2933987571" sldId="2147482531"/>
            <ac:spMk id="173" creationId="{DDA11073-64D4-7C21-BC50-8F4D8F721FF0}"/>
          </ac:spMkLst>
        </pc:spChg>
        <pc:spChg chg="add mod">
          <ac:chgData name="Hendriks, Rob" userId="c1397476-51d7-416b-9276-de9da7a1b8a6" providerId="ADAL" clId="{5530228B-0BD8-451E-BAD1-66B9143C59C5}" dt="2026-07-22T10:19:48.211" v="4117" actId="20577"/>
          <ac:spMkLst>
            <pc:docMk/>
            <pc:sldMk cId="2933987571" sldId="2147482531"/>
            <ac:spMk id="177" creationId="{99466627-4AC8-A7C5-13C9-03E7938D330A}"/>
          </ac:spMkLst>
        </pc:spChg>
        <pc:spChg chg="add mod">
          <ac:chgData name="Hendriks, Rob" userId="c1397476-51d7-416b-9276-de9da7a1b8a6" providerId="ADAL" clId="{5530228B-0BD8-451E-BAD1-66B9143C59C5}" dt="2026-07-22T10:19:52.437" v="4121" actId="20577"/>
          <ac:spMkLst>
            <pc:docMk/>
            <pc:sldMk cId="2933987571" sldId="2147482531"/>
            <ac:spMk id="181" creationId="{B8EC39AE-BA0D-F0D0-3D03-9FF8855FF549}"/>
          </ac:spMkLst>
        </pc:spChg>
        <pc:spChg chg="add mod">
          <ac:chgData name="Hendriks, Rob" userId="c1397476-51d7-416b-9276-de9da7a1b8a6" providerId="ADAL" clId="{5530228B-0BD8-451E-BAD1-66B9143C59C5}" dt="2026-07-22T10:19:54.884" v="4123" actId="20577"/>
          <ac:spMkLst>
            <pc:docMk/>
            <pc:sldMk cId="2933987571" sldId="2147482531"/>
            <ac:spMk id="185" creationId="{788E8634-A63C-5D99-2682-1E9BCBA7EB64}"/>
          </ac:spMkLst>
        </pc:spChg>
        <pc:spChg chg="add mod">
          <ac:chgData name="Hendriks, Rob" userId="c1397476-51d7-416b-9276-de9da7a1b8a6" providerId="ADAL" clId="{5530228B-0BD8-451E-BAD1-66B9143C59C5}" dt="2026-07-22T10:20:01.481" v="4125" actId="20577"/>
          <ac:spMkLst>
            <pc:docMk/>
            <pc:sldMk cId="2933987571" sldId="2147482531"/>
            <ac:spMk id="189" creationId="{D9DBA51D-52E4-473F-DE20-495BFDF04C59}"/>
          </ac:spMkLst>
        </pc:spChg>
        <pc:spChg chg="add mod">
          <ac:chgData name="Hendriks, Rob" userId="c1397476-51d7-416b-9276-de9da7a1b8a6" providerId="ADAL" clId="{5530228B-0BD8-451E-BAD1-66B9143C59C5}" dt="2026-07-22T10:20:03.475" v="4127" actId="20577"/>
          <ac:spMkLst>
            <pc:docMk/>
            <pc:sldMk cId="2933987571" sldId="2147482531"/>
            <ac:spMk id="193" creationId="{449A4B3D-D30C-19E5-C57F-C0F6240D197B}"/>
          </ac:spMkLst>
        </pc:spChg>
        <pc:spChg chg="add mod">
          <ac:chgData name="Hendriks, Rob" userId="c1397476-51d7-416b-9276-de9da7a1b8a6" providerId="ADAL" clId="{5530228B-0BD8-451E-BAD1-66B9143C59C5}" dt="2026-07-22T10:20:06.369" v="4129" actId="20577"/>
          <ac:spMkLst>
            <pc:docMk/>
            <pc:sldMk cId="2933987571" sldId="2147482531"/>
            <ac:spMk id="197" creationId="{3CC16BA0-C0D4-8F97-3A53-B842F5CE17BA}"/>
          </ac:spMkLst>
        </pc:spChg>
        <pc:spChg chg="add mod">
          <ac:chgData name="Hendriks, Rob" userId="c1397476-51d7-416b-9276-de9da7a1b8a6" providerId="ADAL" clId="{5530228B-0BD8-451E-BAD1-66B9143C59C5}" dt="2026-07-22T11:52:32.638" v="4176" actId="408"/>
          <ac:spMkLst>
            <pc:docMk/>
            <pc:sldMk cId="2933987571" sldId="2147482531"/>
            <ac:spMk id="199" creationId="{2101FE42-93AC-8391-D5B0-DBB1DA3F3B7D}"/>
          </ac:spMkLst>
        </pc:spChg>
        <pc:spChg chg="add mod">
          <ac:chgData name="Hendriks, Rob" userId="c1397476-51d7-416b-9276-de9da7a1b8a6" providerId="ADAL" clId="{5530228B-0BD8-451E-BAD1-66B9143C59C5}" dt="2026-07-22T11:52:32.638" v="4176" actId="408"/>
          <ac:spMkLst>
            <pc:docMk/>
            <pc:sldMk cId="2933987571" sldId="2147482531"/>
            <ac:spMk id="201" creationId="{F9198274-88F3-7FE7-9108-88A80E9C8248}"/>
          </ac:spMkLst>
        </pc:spChg>
        <pc:spChg chg="add mod">
          <ac:chgData name="Hendriks, Rob" userId="c1397476-51d7-416b-9276-de9da7a1b8a6" providerId="ADAL" clId="{5530228B-0BD8-451E-BAD1-66B9143C59C5}" dt="2026-07-22T11:53:35.788" v="4190" actId="207"/>
          <ac:spMkLst>
            <pc:docMk/>
            <pc:sldMk cId="2933987571" sldId="2147482531"/>
            <ac:spMk id="203" creationId="{34DE9496-7025-4135-285E-1E137C085CF1}"/>
          </ac:spMkLst>
        </pc:spChg>
        <pc:spChg chg="add mod">
          <ac:chgData name="Hendriks, Rob" userId="c1397476-51d7-416b-9276-de9da7a1b8a6" providerId="ADAL" clId="{5530228B-0BD8-451E-BAD1-66B9143C59C5}" dt="2026-07-22T11:53:30.736" v="4189" actId="207"/>
          <ac:spMkLst>
            <pc:docMk/>
            <pc:sldMk cId="2933987571" sldId="2147482531"/>
            <ac:spMk id="205" creationId="{AD927A34-123C-4F41-804D-C281F413065E}"/>
          </ac:spMkLst>
        </pc:spChg>
        <pc:spChg chg="add mod">
          <ac:chgData name="Hendriks, Rob" userId="c1397476-51d7-416b-9276-de9da7a1b8a6" providerId="ADAL" clId="{5530228B-0BD8-451E-BAD1-66B9143C59C5}" dt="2026-07-22T11:53:30.736" v="4189" actId="207"/>
          <ac:spMkLst>
            <pc:docMk/>
            <pc:sldMk cId="2933987571" sldId="2147482531"/>
            <ac:spMk id="207" creationId="{4B428D35-DB1D-E534-ECAE-B83C7ADD3CD4}"/>
          </ac:spMkLst>
        </pc:spChg>
        <pc:spChg chg="add mod">
          <ac:chgData name="Hendriks, Rob" userId="c1397476-51d7-416b-9276-de9da7a1b8a6" providerId="ADAL" clId="{5530228B-0BD8-451E-BAD1-66B9143C59C5}" dt="2026-07-22T11:53:30.736" v="4189" actId="207"/>
          <ac:spMkLst>
            <pc:docMk/>
            <pc:sldMk cId="2933987571" sldId="2147482531"/>
            <ac:spMk id="209" creationId="{ED181EBB-A3B8-2B43-F7B9-60C07D11353D}"/>
          </ac:spMkLst>
        </pc:spChg>
        <pc:spChg chg="add mod">
          <ac:chgData name="Hendriks, Rob" userId="c1397476-51d7-416b-9276-de9da7a1b8a6" providerId="ADAL" clId="{5530228B-0BD8-451E-BAD1-66B9143C59C5}" dt="2026-07-22T11:53:11.559" v="4181" actId="14100"/>
          <ac:spMkLst>
            <pc:docMk/>
            <pc:sldMk cId="2933987571" sldId="2147482531"/>
            <ac:spMk id="211" creationId="{272FE7B6-FF7F-61B9-A5F3-F72709943B03}"/>
          </ac:spMkLst>
        </pc:spChg>
        <pc:spChg chg="add mod">
          <ac:chgData name="Hendriks, Rob" userId="c1397476-51d7-416b-9276-de9da7a1b8a6" providerId="ADAL" clId="{5530228B-0BD8-451E-BAD1-66B9143C59C5}" dt="2026-07-22T11:54:16.724" v="4222" actId="1076"/>
          <ac:spMkLst>
            <pc:docMk/>
            <pc:sldMk cId="2933987571" sldId="2147482531"/>
            <ac:spMk id="213" creationId="{2A6534A6-F718-EC50-07E8-49CB120C2BD5}"/>
          </ac:spMkLst>
        </pc:spChg>
        <pc:spChg chg="add mod">
          <ac:chgData name="Hendriks, Rob" userId="c1397476-51d7-416b-9276-de9da7a1b8a6" providerId="ADAL" clId="{5530228B-0BD8-451E-BAD1-66B9143C59C5}" dt="2026-07-22T11:57:21.801" v="4368" actId="1076"/>
          <ac:spMkLst>
            <pc:docMk/>
            <pc:sldMk cId="2933987571" sldId="2147482531"/>
            <ac:spMk id="217" creationId="{1877CE32-1EF1-45DE-E444-7AA2B712632D}"/>
          </ac:spMkLst>
        </pc:spChg>
        <pc:spChg chg="add mod">
          <ac:chgData name="Hendriks, Rob" userId="c1397476-51d7-416b-9276-de9da7a1b8a6" providerId="ADAL" clId="{5530228B-0BD8-451E-BAD1-66B9143C59C5}" dt="2026-07-22T11:57:19.699" v="4367" actId="1076"/>
          <ac:spMkLst>
            <pc:docMk/>
            <pc:sldMk cId="2933987571" sldId="2147482531"/>
            <ac:spMk id="221" creationId="{2F523E39-E007-76E6-60CE-C36C4AA7CD90}"/>
          </ac:spMkLst>
        </pc:spChg>
        <pc:spChg chg="add mod">
          <ac:chgData name="Hendriks, Rob" userId="c1397476-51d7-416b-9276-de9da7a1b8a6" providerId="ADAL" clId="{5530228B-0BD8-451E-BAD1-66B9143C59C5}" dt="2026-07-22T11:56:42.662" v="4319" actId="1076"/>
          <ac:spMkLst>
            <pc:docMk/>
            <pc:sldMk cId="2933987571" sldId="2147482531"/>
            <ac:spMk id="223" creationId="{0801510E-9847-1ACD-D3E6-B80B44D28A7C}"/>
          </ac:spMkLst>
        </pc:spChg>
        <pc:spChg chg="add mod">
          <ac:chgData name="Hendriks, Rob" userId="c1397476-51d7-416b-9276-de9da7a1b8a6" providerId="ADAL" clId="{5530228B-0BD8-451E-BAD1-66B9143C59C5}" dt="2026-07-22T12:15:47.674" v="4790" actId="1076"/>
          <ac:spMkLst>
            <pc:docMk/>
            <pc:sldMk cId="2933987571" sldId="2147482531"/>
            <ac:spMk id="225" creationId="{7C88BD0E-C95E-5408-19DD-346561BA2168}"/>
          </ac:spMkLst>
        </pc:spChg>
        <pc:grpChg chg="add mod">
          <ac:chgData name="Hendriks, Rob" userId="c1397476-51d7-416b-9276-de9da7a1b8a6" providerId="ADAL" clId="{5530228B-0BD8-451E-BAD1-66B9143C59C5}" dt="2026-07-22T10:18:18.947" v="4076" actId="1076"/>
          <ac:grpSpMkLst>
            <pc:docMk/>
            <pc:sldMk cId="2933987571" sldId="2147482531"/>
            <ac:grpSpMk id="133" creationId="{90D5D946-BB94-44C4-D25C-0DFFFC5EB525}"/>
          </ac:grpSpMkLst>
        </pc:grpChg>
        <pc:graphicFrameChg chg="mod modGraphic">
          <ac:chgData name="Hendriks, Rob" userId="c1397476-51d7-416b-9276-de9da7a1b8a6" providerId="ADAL" clId="{5530228B-0BD8-451E-BAD1-66B9143C59C5}" dt="2026-07-22T10:18:24.487" v="4077" actId="1076"/>
          <ac:graphicFrameMkLst>
            <pc:docMk/>
            <pc:sldMk cId="2933987571" sldId="2147482531"/>
            <ac:graphicFrameMk id="49" creationId="{F7D979BF-137D-981F-D873-91D09BFBD891}"/>
          </ac:graphicFrameMkLst>
        </pc:graphicFrameChg>
        <pc:graphicFrameChg chg="add mod">
          <ac:chgData name="Hendriks, Rob" userId="c1397476-51d7-416b-9276-de9da7a1b8a6" providerId="ADAL" clId="{5530228B-0BD8-451E-BAD1-66B9143C59C5}" dt="2026-07-22T10:18:34.375" v="4079" actId="1076"/>
          <ac:graphicFrameMkLst>
            <pc:docMk/>
            <pc:sldMk cId="2933987571" sldId="2147482531"/>
            <ac:graphicFrameMk id="135" creationId="{F6CC6221-10FA-AAA5-917A-5F5F6CD30877}"/>
          </ac:graphicFrameMkLst>
        </pc:graphicFrameChg>
        <pc:graphicFrameChg chg="add mod">
          <ac:chgData name="Hendriks, Rob" userId="c1397476-51d7-416b-9276-de9da7a1b8a6" providerId="ADAL" clId="{5530228B-0BD8-451E-BAD1-66B9143C59C5}" dt="2026-07-22T10:18:39.650" v="4081" actId="1076"/>
          <ac:graphicFrameMkLst>
            <pc:docMk/>
            <pc:sldMk cId="2933987571" sldId="2147482531"/>
            <ac:graphicFrameMk id="139" creationId="{8DD4E9D0-2A8C-D7C7-F4B2-E2F3ABD23835}"/>
          </ac:graphicFrameMkLst>
        </pc:graphicFrameChg>
        <pc:graphicFrameChg chg="add mod">
          <ac:chgData name="Hendriks, Rob" userId="c1397476-51d7-416b-9276-de9da7a1b8a6" providerId="ADAL" clId="{5530228B-0BD8-451E-BAD1-66B9143C59C5}" dt="2026-07-22T10:18:46.069" v="4083" actId="1076"/>
          <ac:graphicFrameMkLst>
            <pc:docMk/>
            <pc:sldMk cId="2933987571" sldId="2147482531"/>
            <ac:graphicFrameMk id="143" creationId="{698CA782-5AB8-A8EC-5E76-A433DE64B7D5}"/>
          </ac:graphicFrameMkLst>
        </pc:graphicFrameChg>
        <pc:graphicFrameChg chg="add mod">
          <ac:chgData name="Hendriks, Rob" userId="c1397476-51d7-416b-9276-de9da7a1b8a6" providerId="ADAL" clId="{5530228B-0BD8-451E-BAD1-66B9143C59C5}" dt="2026-07-22T10:18:55.407" v="4089" actId="1076"/>
          <ac:graphicFrameMkLst>
            <pc:docMk/>
            <pc:sldMk cId="2933987571" sldId="2147482531"/>
            <ac:graphicFrameMk id="151" creationId="{AB1C93A6-933E-6550-922B-33BA3045D51D}"/>
          </ac:graphicFrameMkLst>
        </pc:graphicFrameChg>
        <pc:graphicFrameChg chg="add mod">
          <ac:chgData name="Hendriks, Rob" userId="c1397476-51d7-416b-9276-de9da7a1b8a6" providerId="ADAL" clId="{5530228B-0BD8-451E-BAD1-66B9143C59C5}" dt="2026-07-22T10:19:01.868" v="4091" actId="1076"/>
          <ac:graphicFrameMkLst>
            <pc:docMk/>
            <pc:sldMk cId="2933987571" sldId="2147482531"/>
            <ac:graphicFrameMk id="155" creationId="{4CD4D52F-60CE-51AA-822A-14210AAB9ADD}"/>
          </ac:graphicFrameMkLst>
        </pc:graphicFrameChg>
        <pc:graphicFrameChg chg="add mod">
          <ac:chgData name="Hendriks, Rob" userId="c1397476-51d7-416b-9276-de9da7a1b8a6" providerId="ADAL" clId="{5530228B-0BD8-451E-BAD1-66B9143C59C5}" dt="2026-07-22T10:19:05.952" v="4093" actId="1076"/>
          <ac:graphicFrameMkLst>
            <pc:docMk/>
            <pc:sldMk cId="2933987571" sldId="2147482531"/>
            <ac:graphicFrameMk id="159" creationId="{5F4A9C32-FD1A-D357-273F-482152A9D3AA}"/>
          </ac:graphicFrameMkLst>
        </pc:graphicFrameChg>
        <pc:graphicFrameChg chg="add mod">
          <ac:chgData name="Hendriks, Rob" userId="c1397476-51d7-416b-9276-de9da7a1b8a6" providerId="ADAL" clId="{5530228B-0BD8-451E-BAD1-66B9143C59C5}" dt="2026-07-22T10:19:11.715" v="4095" actId="1076"/>
          <ac:graphicFrameMkLst>
            <pc:docMk/>
            <pc:sldMk cId="2933987571" sldId="2147482531"/>
            <ac:graphicFrameMk id="163" creationId="{15423745-5347-E7CF-0D5B-F6DF76F5DE4F}"/>
          </ac:graphicFrameMkLst>
        </pc:graphicFrameChg>
        <pc:graphicFrameChg chg="add modGraphic">
          <ac:chgData name="Hendriks, Rob" userId="c1397476-51d7-416b-9276-de9da7a1b8a6" providerId="ADAL" clId="{5530228B-0BD8-451E-BAD1-66B9143C59C5}" dt="2026-07-22T10:20:28.169" v="4132" actId="207"/>
          <ac:graphicFrameMkLst>
            <pc:docMk/>
            <pc:sldMk cId="2933987571" sldId="2147482531"/>
            <ac:graphicFrameMk id="167" creationId="{1DE7B554-AB36-B5BC-6165-5B00C2497B9A}"/>
          </ac:graphicFrameMkLst>
        </pc:graphicFrameChg>
        <pc:graphicFrameChg chg="modGraphic">
          <ac:chgData name="Hendriks, Rob" userId="c1397476-51d7-416b-9276-de9da7a1b8a6" providerId="ADAL" clId="{5530228B-0BD8-451E-BAD1-66B9143C59C5}" dt="2026-07-22T10:20:33.755" v="4135" actId="207"/>
          <ac:graphicFrameMkLst>
            <pc:docMk/>
            <pc:sldMk cId="2933987571" sldId="2147482531"/>
            <ac:graphicFrameMk id="171" creationId="{9C211D97-34E9-92C1-D463-E48DE5A1B195}"/>
          </ac:graphicFrameMkLst>
        </pc:graphicFrameChg>
        <pc:graphicFrameChg chg="modGraphic">
          <ac:chgData name="Hendriks, Rob" userId="c1397476-51d7-416b-9276-de9da7a1b8a6" providerId="ADAL" clId="{5530228B-0BD8-451E-BAD1-66B9143C59C5}" dt="2026-07-22T10:20:39.753" v="4138" actId="207"/>
          <ac:graphicFrameMkLst>
            <pc:docMk/>
            <pc:sldMk cId="2933987571" sldId="2147482531"/>
            <ac:graphicFrameMk id="175" creationId="{71308D9B-5F44-F12B-548D-4593BA144FA1}"/>
          </ac:graphicFrameMkLst>
        </pc:graphicFrameChg>
        <pc:graphicFrameChg chg="modGraphic">
          <ac:chgData name="Hendriks, Rob" userId="c1397476-51d7-416b-9276-de9da7a1b8a6" providerId="ADAL" clId="{5530228B-0BD8-451E-BAD1-66B9143C59C5}" dt="2026-07-22T11:50:14.720" v="4141" actId="207"/>
          <ac:graphicFrameMkLst>
            <pc:docMk/>
            <pc:sldMk cId="2933987571" sldId="2147482531"/>
            <ac:graphicFrameMk id="179" creationId="{83FC97F1-F589-AFDD-BE85-2281CCC7D077}"/>
          </ac:graphicFrameMkLst>
        </pc:graphicFrameChg>
        <pc:graphicFrameChg chg="modGraphic">
          <ac:chgData name="Hendriks, Rob" userId="c1397476-51d7-416b-9276-de9da7a1b8a6" providerId="ADAL" clId="{5530228B-0BD8-451E-BAD1-66B9143C59C5}" dt="2026-07-22T11:50:19.975" v="4144" actId="207"/>
          <ac:graphicFrameMkLst>
            <pc:docMk/>
            <pc:sldMk cId="2933987571" sldId="2147482531"/>
            <ac:graphicFrameMk id="183" creationId="{D8B08F1A-AFB9-A4F0-0B27-88BB2FD6465B}"/>
          </ac:graphicFrameMkLst>
        </pc:graphicFrameChg>
        <pc:graphicFrameChg chg="mod modGraphic">
          <ac:chgData name="Hendriks, Rob" userId="c1397476-51d7-416b-9276-de9da7a1b8a6" providerId="ADAL" clId="{5530228B-0BD8-451E-BAD1-66B9143C59C5}" dt="2026-07-22T11:50:28.206" v="4147" actId="207"/>
          <ac:graphicFrameMkLst>
            <pc:docMk/>
            <pc:sldMk cId="2933987571" sldId="2147482531"/>
            <ac:graphicFrameMk id="187" creationId="{CF3E2342-1F24-667D-62E4-28667B9028C8}"/>
          </ac:graphicFrameMkLst>
        </pc:graphicFrameChg>
        <pc:graphicFrameChg chg="modGraphic">
          <ac:chgData name="Hendriks, Rob" userId="c1397476-51d7-416b-9276-de9da7a1b8a6" providerId="ADAL" clId="{5530228B-0BD8-451E-BAD1-66B9143C59C5}" dt="2026-07-22T11:50:33.638" v="4150" actId="207"/>
          <ac:graphicFrameMkLst>
            <pc:docMk/>
            <pc:sldMk cId="2933987571" sldId="2147482531"/>
            <ac:graphicFrameMk id="191" creationId="{639D44B9-A477-53B1-1AF8-3C571B87A638}"/>
          </ac:graphicFrameMkLst>
        </pc:graphicFrameChg>
        <pc:graphicFrameChg chg="add mod modGraphic">
          <ac:chgData name="Hendriks, Rob" userId="c1397476-51d7-416b-9276-de9da7a1b8a6" providerId="ADAL" clId="{5530228B-0BD8-451E-BAD1-66B9143C59C5}" dt="2026-07-22T11:50:38.663" v="4153" actId="207"/>
          <ac:graphicFrameMkLst>
            <pc:docMk/>
            <pc:sldMk cId="2933987571" sldId="2147482531"/>
            <ac:graphicFrameMk id="195" creationId="{E5795703-09B8-BE3B-BD5F-73B87F07E27A}"/>
          </ac:graphicFrameMkLst>
        </pc:graphicFrameChg>
      </pc:sldChg>
      <pc:sldChg chg="addSp delSp modSp add mod ord">
        <pc:chgData name="Hendriks, Rob" userId="c1397476-51d7-416b-9276-de9da7a1b8a6" providerId="ADAL" clId="{5530228B-0BD8-451E-BAD1-66B9143C59C5}" dt="2026-07-30T13:56:52.515" v="5707"/>
        <pc:sldMkLst>
          <pc:docMk/>
          <pc:sldMk cId="4037009974" sldId="2147482532"/>
        </pc:sldMkLst>
        <pc:spChg chg="add mod">
          <ac:chgData name="Hendriks, Rob" userId="c1397476-51d7-416b-9276-de9da7a1b8a6" providerId="ADAL" clId="{5530228B-0BD8-451E-BAD1-66B9143C59C5}" dt="2026-07-22T10:10:15.003" v="3818" actId="20577"/>
          <ac:spMkLst>
            <pc:docMk/>
            <pc:sldMk cId="4037009974" sldId="2147482532"/>
            <ac:spMk id="2" creationId="{1BB0A8BE-0776-FAA5-D602-662FD5ADFDF7}"/>
          </ac:spMkLst>
        </pc:spChg>
        <pc:spChg chg="add mod">
          <ac:chgData name="Hendriks, Rob" userId="c1397476-51d7-416b-9276-de9da7a1b8a6" providerId="ADAL" clId="{5530228B-0BD8-451E-BAD1-66B9143C59C5}" dt="2026-07-22T10:08:24.539" v="3774" actId="1076"/>
          <ac:spMkLst>
            <pc:docMk/>
            <pc:sldMk cId="4037009974" sldId="2147482532"/>
            <ac:spMk id="3" creationId="{DC721C6E-31D8-25A3-4621-58799DA147C4}"/>
          </ac:spMkLst>
        </pc:spChg>
        <pc:spChg chg="add mod">
          <ac:chgData name="Hendriks, Rob" userId="c1397476-51d7-416b-9276-de9da7a1b8a6" providerId="ADAL" clId="{5530228B-0BD8-451E-BAD1-66B9143C59C5}" dt="2026-07-22T10:08:24.539" v="3774" actId="1076"/>
          <ac:spMkLst>
            <pc:docMk/>
            <pc:sldMk cId="4037009974" sldId="2147482532"/>
            <ac:spMk id="5" creationId="{19E75E15-C7C8-FB54-BA3A-6210FA5914B2}"/>
          </ac:spMkLst>
        </pc:spChg>
        <pc:spChg chg="add mod">
          <ac:chgData name="Hendriks, Rob" userId="c1397476-51d7-416b-9276-de9da7a1b8a6" providerId="ADAL" clId="{5530228B-0BD8-451E-BAD1-66B9143C59C5}" dt="2026-07-22T10:08:24.539" v="3774" actId="1076"/>
          <ac:spMkLst>
            <pc:docMk/>
            <pc:sldMk cId="4037009974" sldId="2147482532"/>
            <ac:spMk id="7" creationId="{8A3BAB49-9B57-1523-6339-E06302514569}"/>
          </ac:spMkLst>
        </pc:spChg>
        <pc:spChg chg="add mod">
          <ac:chgData name="Hendriks, Rob" userId="c1397476-51d7-416b-9276-de9da7a1b8a6" providerId="ADAL" clId="{5530228B-0BD8-451E-BAD1-66B9143C59C5}" dt="2026-07-22T10:08:24.539" v="3774" actId="1076"/>
          <ac:spMkLst>
            <pc:docMk/>
            <pc:sldMk cId="4037009974" sldId="2147482532"/>
            <ac:spMk id="9" creationId="{06299207-2ED7-A770-6E65-12DD241CB5A3}"/>
          </ac:spMkLst>
        </pc:spChg>
        <pc:spChg chg="add mod">
          <ac:chgData name="Hendriks, Rob" userId="c1397476-51d7-416b-9276-de9da7a1b8a6" providerId="ADAL" clId="{5530228B-0BD8-451E-BAD1-66B9143C59C5}" dt="2026-07-22T10:08:24.539" v="3774" actId="1076"/>
          <ac:spMkLst>
            <pc:docMk/>
            <pc:sldMk cId="4037009974" sldId="2147482532"/>
            <ac:spMk id="12" creationId="{69FA2AF2-2D56-E779-AD9E-005130CB7088}"/>
          </ac:spMkLst>
        </pc:spChg>
        <pc:spChg chg="add mod">
          <ac:chgData name="Hendriks, Rob" userId="c1397476-51d7-416b-9276-de9da7a1b8a6" providerId="ADAL" clId="{5530228B-0BD8-451E-BAD1-66B9143C59C5}" dt="2026-07-22T12:10:02.662" v="4547" actId="1076"/>
          <ac:spMkLst>
            <pc:docMk/>
            <pc:sldMk cId="4037009974" sldId="2147482532"/>
            <ac:spMk id="28" creationId="{1C60FDFB-B791-F3CC-5351-4F5364784DE4}"/>
          </ac:spMkLst>
        </pc:spChg>
        <pc:spChg chg="add mod">
          <ac:chgData name="Hendriks, Rob" userId="c1397476-51d7-416b-9276-de9da7a1b8a6" providerId="ADAL" clId="{5530228B-0BD8-451E-BAD1-66B9143C59C5}" dt="2026-07-22T12:10:44.040" v="4582" actId="948"/>
          <ac:spMkLst>
            <pc:docMk/>
            <pc:sldMk cId="4037009974" sldId="2147482532"/>
            <ac:spMk id="36" creationId="{42D6747F-9A9F-BF7C-BA1F-D399FA58841E}"/>
          </ac:spMkLst>
        </pc:spChg>
        <pc:spChg chg="add mod">
          <ac:chgData name="Hendriks, Rob" userId="c1397476-51d7-416b-9276-de9da7a1b8a6" providerId="ADAL" clId="{5530228B-0BD8-451E-BAD1-66B9143C59C5}" dt="2026-07-22T12:10:14.502" v="4554" actId="1076"/>
          <ac:spMkLst>
            <pc:docMk/>
            <pc:sldMk cId="4037009974" sldId="2147482532"/>
            <ac:spMk id="43" creationId="{1FEBB0DC-168A-9F1E-1E94-4DD20CDD4DDD}"/>
          </ac:spMkLst>
        </pc:spChg>
        <pc:spChg chg="add mod">
          <ac:chgData name="Hendriks, Rob" userId="c1397476-51d7-416b-9276-de9da7a1b8a6" providerId="ADAL" clId="{5530228B-0BD8-451E-BAD1-66B9143C59C5}" dt="2026-07-22T12:14:45.227" v="4763" actId="1076"/>
          <ac:spMkLst>
            <pc:docMk/>
            <pc:sldMk cId="4037009974" sldId="2147482532"/>
            <ac:spMk id="44" creationId="{15FC0376-C7FF-4DD0-8395-220812BCD1DD}"/>
          </ac:spMkLst>
        </pc:spChg>
        <pc:spChg chg="add mod">
          <ac:chgData name="Hendriks, Rob" userId="c1397476-51d7-416b-9276-de9da7a1b8a6" providerId="ADAL" clId="{5530228B-0BD8-451E-BAD1-66B9143C59C5}" dt="2026-07-22T12:13:54.505" v="4695" actId="20577"/>
          <ac:spMkLst>
            <pc:docMk/>
            <pc:sldMk cId="4037009974" sldId="2147482532"/>
            <ac:spMk id="46" creationId="{CEA00027-286A-E9E8-E5E9-31C87F361F2C}"/>
          </ac:spMkLst>
        </pc:spChg>
        <pc:spChg chg="add del">
          <ac:chgData name="Hendriks, Rob" userId="c1397476-51d7-416b-9276-de9da7a1b8a6" providerId="ADAL" clId="{5530228B-0BD8-451E-BAD1-66B9143C59C5}" dt="2026-07-22T10:02:26.919" v="3086" actId="478"/>
          <ac:spMkLst>
            <pc:docMk/>
            <pc:sldMk cId="4037009974" sldId="2147482532"/>
            <ac:spMk id="90" creationId="{4CEB7AC2-8E8C-3246-095F-4F368F9EEFE5}"/>
          </ac:spMkLst>
        </pc:spChg>
        <pc:spChg chg="add del mod">
          <ac:chgData name="Hendriks, Rob" userId="c1397476-51d7-416b-9276-de9da7a1b8a6" providerId="ADAL" clId="{5530228B-0BD8-451E-BAD1-66B9143C59C5}" dt="2026-07-22T10:09:24.811" v="3795" actId="207"/>
          <ac:spMkLst>
            <pc:docMk/>
            <pc:sldMk cId="4037009974" sldId="2147482532"/>
            <ac:spMk id="92" creationId="{BFC19807-F769-11B5-AB96-3971D798A7FF}"/>
          </ac:spMkLst>
        </pc:spChg>
        <pc:spChg chg="add del mod">
          <ac:chgData name="Hendriks, Rob" userId="c1397476-51d7-416b-9276-de9da7a1b8a6" providerId="ADAL" clId="{5530228B-0BD8-451E-BAD1-66B9143C59C5}" dt="2026-07-22T10:09:29.908" v="3796" actId="207"/>
          <ac:spMkLst>
            <pc:docMk/>
            <pc:sldMk cId="4037009974" sldId="2147482532"/>
            <ac:spMk id="94" creationId="{81BFB324-5815-1464-4E40-DB389189A03E}"/>
          </ac:spMkLst>
        </pc:spChg>
        <pc:spChg chg="mod">
          <ac:chgData name="Hendriks, Rob" userId="c1397476-51d7-416b-9276-de9da7a1b8a6" providerId="ADAL" clId="{5530228B-0BD8-451E-BAD1-66B9143C59C5}" dt="2026-07-22T10:07:08.748" v="3703" actId="1076"/>
          <ac:spMkLst>
            <pc:docMk/>
            <pc:sldMk cId="4037009974" sldId="2147482532"/>
            <ac:spMk id="103" creationId="{185DC29E-90F1-E1E3-B6C6-B7D125CB6D8F}"/>
          </ac:spMkLst>
        </pc:spChg>
        <pc:spChg chg="mod">
          <ac:chgData name="Hendriks, Rob" userId="c1397476-51d7-416b-9276-de9da7a1b8a6" providerId="ADAL" clId="{5530228B-0BD8-451E-BAD1-66B9143C59C5}" dt="2026-07-22T10:07:08.748" v="3703" actId="1076"/>
          <ac:spMkLst>
            <pc:docMk/>
            <pc:sldMk cId="4037009974" sldId="2147482532"/>
            <ac:spMk id="105" creationId="{C10AFB66-59C0-ABA0-DE4D-12D4430BEA5D}"/>
          </ac:spMkLst>
        </pc:spChg>
        <pc:spChg chg="mod">
          <ac:chgData name="Hendriks, Rob" userId="c1397476-51d7-416b-9276-de9da7a1b8a6" providerId="ADAL" clId="{5530228B-0BD8-451E-BAD1-66B9143C59C5}" dt="2026-07-22T10:07:08.748" v="3703" actId="1076"/>
          <ac:spMkLst>
            <pc:docMk/>
            <pc:sldMk cId="4037009974" sldId="2147482532"/>
            <ac:spMk id="107" creationId="{681BA8A4-3FA9-78FE-FAAA-C7C272F55E15}"/>
          </ac:spMkLst>
        </pc:spChg>
        <pc:spChg chg="mod">
          <ac:chgData name="Hendriks, Rob" userId="c1397476-51d7-416b-9276-de9da7a1b8a6" providerId="ADAL" clId="{5530228B-0BD8-451E-BAD1-66B9143C59C5}" dt="2026-07-22T10:08:24.539" v="3774" actId="1076"/>
          <ac:spMkLst>
            <pc:docMk/>
            <pc:sldMk cId="4037009974" sldId="2147482532"/>
            <ac:spMk id="108" creationId="{63DCD2E1-3FFC-45DD-EA6C-C00581EFC0CC}"/>
          </ac:spMkLst>
        </pc:spChg>
        <pc:spChg chg="mod">
          <ac:chgData name="Hendriks, Rob" userId="c1397476-51d7-416b-9276-de9da7a1b8a6" providerId="ADAL" clId="{5530228B-0BD8-451E-BAD1-66B9143C59C5}" dt="2026-07-22T12:11:01.833" v="4584" actId="1076"/>
          <ac:spMkLst>
            <pc:docMk/>
            <pc:sldMk cId="4037009974" sldId="2147482532"/>
            <ac:spMk id="110" creationId="{2A1116A2-E24D-B542-B052-7B70C5E97C60}"/>
          </ac:spMkLst>
        </pc:spChg>
        <pc:graphicFrameChg chg="mod">
          <ac:chgData name="Hendriks, Rob" userId="c1397476-51d7-416b-9276-de9da7a1b8a6" providerId="ADAL" clId="{5530228B-0BD8-451E-BAD1-66B9143C59C5}" dt="2026-07-22T09:56:46.086" v="3029" actId="1076"/>
          <ac:graphicFrameMkLst>
            <pc:docMk/>
            <pc:sldMk cId="4037009974" sldId="2147482532"/>
            <ac:graphicFrameMk id="13" creationId="{19E0556A-21CF-AC4A-6358-8185015D05C6}"/>
          </ac:graphicFrameMkLst>
        </pc:graphicFrameChg>
        <pc:graphicFrameChg chg="modGraphic">
          <ac:chgData name="Hendriks, Rob" userId="c1397476-51d7-416b-9276-de9da7a1b8a6" providerId="ADAL" clId="{5530228B-0BD8-451E-BAD1-66B9143C59C5}" dt="2026-07-22T09:58:04.061" v="3042" actId="207"/>
          <ac:graphicFrameMkLst>
            <pc:docMk/>
            <pc:sldMk cId="4037009974" sldId="2147482532"/>
            <ac:graphicFrameMk id="19" creationId="{0610F130-2AB8-FF03-30E0-F1B789AC71B2}"/>
          </ac:graphicFrameMkLst>
        </pc:graphicFrameChg>
        <pc:graphicFrameChg chg="mod modGraphic">
          <ac:chgData name="Hendriks, Rob" userId="c1397476-51d7-416b-9276-de9da7a1b8a6" providerId="ADAL" clId="{5530228B-0BD8-451E-BAD1-66B9143C59C5}" dt="2026-07-22T10:08:24.539" v="3774" actId="1076"/>
          <ac:graphicFrameMkLst>
            <pc:docMk/>
            <pc:sldMk cId="4037009974" sldId="2147482532"/>
            <ac:graphicFrameMk id="27" creationId="{3CEACB3D-03AE-B844-7097-879467740B17}"/>
          </ac:graphicFrameMkLst>
        </pc:graphicFrameChg>
        <pc:graphicFrameChg chg="mod modGraphic">
          <ac:chgData name="Hendriks, Rob" userId="c1397476-51d7-416b-9276-de9da7a1b8a6" providerId="ADAL" clId="{5530228B-0BD8-451E-BAD1-66B9143C59C5}" dt="2026-07-22T10:08:24.539" v="3774" actId="1076"/>
          <ac:graphicFrameMkLst>
            <pc:docMk/>
            <pc:sldMk cId="4037009974" sldId="2147482532"/>
            <ac:graphicFrameMk id="29" creationId="{63D3AD08-A6B1-F02D-0189-28CE08DCB056}"/>
          </ac:graphicFrameMkLst>
        </pc:graphicFrameChg>
        <pc:graphicFrameChg chg="modGraphic">
          <ac:chgData name="Hendriks, Rob" userId="c1397476-51d7-416b-9276-de9da7a1b8a6" providerId="ADAL" clId="{5530228B-0BD8-451E-BAD1-66B9143C59C5}" dt="2026-07-22T09:58:49.017" v="3053" actId="207"/>
          <ac:graphicFrameMkLst>
            <pc:docMk/>
            <pc:sldMk cId="4037009974" sldId="2147482532"/>
            <ac:graphicFrameMk id="31" creationId="{BFAC0D21-16F6-0319-ADD1-E57738F6C017}"/>
          </ac:graphicFrameMkLst>
        </pc:graphicFrameChg>
        <pc:graphicFrameChg chg="mod modGraphic">
          <ac:chgData name="Hendriks, Rob" userId="c1397476-51d7-416b-9276-de9da7a1b8a6" providerId="ADAL" clId="{5530228B-0BD8-451E-BAD1-66B9143C59C5}" dt="2026-07-22T10:02:43.842" v="3092" actId="1076"/>
          <ac:graphicFrameMkLst>
            <pc:docMk/>
            <pc:sldMk cId="4037009974" sldId="2147482532"/>
            <ac:graphicFrameMk id="35" creationId="{2975AE52-9C16-55CE-A6FE-DA50E2B841E8}"/>
          </ac:graphicFrameMkLst>
        </pc:graphicFrameChg>
        <pc:graphicFrameChg chg="modGraphic">
          <ac:chgData name="Hendriks, Rob" userId="c1397476-51d7-416b-9276-de9da7a1b8a6" providerId="ADAL" clId="{5530228B-0BD8-451E-BAD1-66B9143C59C5}" dt="2026-07-22T10:00:28.704" v="3061" actId="207"/>
          <ac:graphicFrameMkLst>
            <pc:docMk/>
            <pc:sldMk cId="4037009974" sldId="2147482532"/>
            <ac:graphicFrameMk id="37" creationId="{7BF71F59-B133-4704-3DD8-5BF515EE3882}"/>
          </ac:graphicFrameMkLst>
        </pc:graphicFrameChg>
        <pc:graphicFrameChg chg="modGraphic">
          <ac:chgData name="Hendriks, Rob" userId="c1397476-51d7-416b-9276-de9da7a1b8a6" providerId="ADAL" clId="{5530228B-0BD8-451E-BAD1-66B9143C59C5}" dt="2026-07-22T10:00:19.143" v="3059" actId="207"/>
          <ac:graphicFrameMkLst>
            <pc:docMk/>
            <pc:sldMk cId="4037009974" sldId="2147482532"/>
            <ac:graphicFrameMk id="39" creationId="{27418EA3-6C3D-C810-6AE3-0628D8ABB686}"/>
          </ac:graphicFrameMkLst>
        </pc:graphicFrameChg>
        <pc:graphicFrameChg chg="modGraphic">
          <ac:chgData name="Hendriks, Rob" userId="c1397476-51d7-416b-9276-de9da7a1b8a6" providerId="ADAL" clId="{5530228B-0BD8-451E-BAD1-66B9143C59C5}" dt="2026-07-22T10:00:37.561" v="3064" actId="207"/>
          <ac:graphicFrameMkLst>
            <pc:docMk/>
            <pc:sldMk cId="4037009974" sldId="2147482532"/>
            <ac:graphicFrameMk id="41" creationId="{28578F8C-2F42-CAC7-8C80-9737D26CCEDE}"/>
          </ac:graphicFrameMkLst>
        </pc:graphicFrameChg>
        <pc:graphicFrameChg chg="modGraphic">
          <ac:chgData name="Hendriks, Rob" userId="c1397476-51d7-416b-9276-de9da7a1b8a6" providerId="ADAL" clId="{5530228B-0BD8-451E-BAD1-66B9143C59C5}" dt="2026-07-22T10:03:36.526" v="3097"/>
          <ac:graphicFrameMkLst>
            <pc:docMk/>
            <pc:sldMk cId="4037009974" sldId="2147482532"/>
            <ac:graphicFrameMk id="53" creationId="{1D261424-DC8A-1F25-496E-BA8CA26D24BB}"/>
          </ac:graphicFrameMkLst>
        </pc:graphicFrameChg>
        <pc:graphicFrameChg chg="modGraphic">
          <ac:chgData name="Hendriks, Rob" userId="c1397476-51d7-416b-9276-de9da7a1b8a6" providerId="ADAL" clId="{5530228B-0BD8-451E-BAD1-66B9143C59C5}" dt="2026-07-22T10:03:30.486" v="3096"/>
          <ac:graphicFrameMkLst>
            <pc:docMk/>
            <pc:sldMk cId="4037009974" sldId="2147482532"/>
            <ac:graphicFrameMk id="55" creationId="{EB7CA549-9D96-058E-59EC-05FA75982A00}"/>
          </ac:graphicFrameMkLst>
        </pc:graphicFrameChg>
        <pc:graphicFrameChg chg="modGraphic">
          <ac:chgData name="Hendriks, Rob" userId="c1397476-51d7-416b-9276-de9da7a1b8a6" providerId="ADAL" clId="{5530228B-0BD8-451E-BAD1-66B9143C59C5}" dt="2026-07-22T10:03:23.454" v="3095"/>
          <ac:graphicFrameMkLst>
            <pc:docMk/>
            <pc:sldMk cId="4037009974" sldId="2147482532"/>
            <ac:graphicFrameMk id="57" creationId="{B9E643C1-556B-8666-8AC3-7EB3F448FAEC}"/>
          </ac:graphicFrameMkLst>
        </pc:graphicFrameChg>
        <pc:graphicFrameChg chg="modGraphic">
          <ac:chgData name="Hendriks, Rob" userId="c1397476-51d7-416b-9276-de9da7a1b8a6" providerId="ADAL" clId="{5530228B-0BD8-451E-BAD1-66B9143C59C5}" dt="2026-07-22T10:03:08.762" v="3094"/>
          <ac:graphicFrameMkLst>
            <pc:docMk/>
            <pc:sldMk cId="4037009974" sldId="2147482532"/>
            <ac:graphicFrameMk id="75" creationId="{43DFF987-CABA-3EDE-C6AC-0230C2DEFCBE}"/>
          </ac:graphicFrameMkLst>
        </pc:graphicFrameChg>
        <pc:graphicFrameChg chg="modGraphic">
          <ac:chgData name="Hendriks, Rob" userId="c1397476-51d7-416b-9276-de9da7a1b8a6" providerId="ADAL" clId="{5530228B-0BD8-451E-BAD1-66B9143C59C5}" dt="2026-07-22T10:03:01.271" v="3093"/>
          <ac:graphicFrameMkLst>
            <pc:docMk/>
            <pc:sldMk cId="4037009974" sldId="2147482532"/>
            <ac:graphicFrameMk id="77" creationId="{7391C2A6-6199-B568-2A89-191A608A35EC}"/>
          </ac:graphicFrameMkLst>
        </pc:graphicFrameChg>
        <pc:graphicFrameChg chg="mod">
          <ac:chgData name="Hendriks, Rob" userId="c1397476-51d7-416b-9276-de9da7a1b8a6" providerId="ADAL" clId="{5530228B-0BD8-451E-BAD1-66B9143C59C5}" dt="2026-07-22T10:08:24.539" v="3774" actId="1076"/>
          <ac:graphicFrameMkLst>
            <pc:docMk/>
            <pc:sldMk cId="4037009974" sldId="2147482532"/>
            <ac:graphicFrameMk id="85" creationId="{4782B560-D7F7-BBAC-5C6D-607F67A3B20E}"/>
          </ac:graphicFrameMkLst>
        </pc:graphicFrameChg>
        <pc:graphicFrameChg chg="mod">
          <ac:chgData name="Hendriks, Rob" userId="c1397476-51d7-416b-9276-de9da7a1b8a6" providerId="ADAL" clId="{5530228B-0BD8-451E-BAD1-66B9143C59C5}" dt="2026-07-22T10:08:24.539" v="3774" actId="1076"/>
          <ac:graphicFrameMkLst>
            <pc:docMk/>
            <pc:sldMk cId="4037009974" sldId="2147482532"/>
            <ac:graphicFrameMk id="87" creationId="{0B568BB9-6D53-C5F4-F889-758F194C79C1}"/>
          </ac:graphicFrameMkLst>
        </pc:graphicFrameChg>
        <pc:cxnChg chg="add">
          <ac:chgData name="Hendriks, Rob" userId="c1397476-51d7-416b-9276-de9da7a1b8a6" providerId="ADAL" clId="{5530228B-0BD8-451E-BAD1-66B9143C59C5}" dt="2026-07-22T09:57:49.612" v="3041" actId="11529"/>
          <ac:cxnSpMkLst>
            <pc:docMk/>
            <pc:sldMk cId="4037009974" sldId="2147482532"/>
            <ac:cxnSpMk id="16" creationId="{B5498B88-079F-6D7E-9B89-CB4727FB7DF5}"/>
          </ac:cxnSpMkLst>
        </pc:cxnChg>
        <pc:cxnChg chg="add mod">
          <ac:chgData name="Hendriks, Rob" userId="c1397476-51d7-416b-9276-de9da7a1b8a6" providerId="ADAL" clId="{5530228B-0BD8-451E-BAD1-66B9143C59C5}" dt="2026-07-22T10:08:05.387" v="3772" actId="552"/>
          <ac:cxnSpMkLst>
            <pc:docMk/>
            <pc:sldMk cId="4037009974" sldId="2147482532"/>
            <ac:cxnSpMk id="18" creationId="{26411E84-A290-DFA7-7DE4-CE3FD5F948D2}"/>
          </ac:cxnSpMkLst>
        </pc:cxnChg>
        <pc:cxnChg chg="add mod">
          <ac:chgData name="Hendriks, Rob" userId="c1397476-51d7-416b-9276-de9da7a1b8a6" providerId="ADAL" clId="{5530228B-0BD8-451E-BAD1-66B9143C59C5}" dt="2026-07-22T10:08:07.710" v="3773" actId="465"/>
          <ac:cxnSpMkLst>
            <pc:docMk/>
            <pc:sldMk cId="4037009974" sldId="2147482532"/>
            <ac:cxnSpMk id="20" creationId="{1C7B78EF-54CD-D12B-662A-B577BBF28C71}"/>
          </ac:cxnSpMkLst>
        </pc:cxnChg>
        <pc:cxnChg chg="add mod">
          <ac:chgData name="Hendriks, Rob" userId="c1397476-51d7-416b-9276-de9da7a1b8a6" providerId="ADAL" clId="{5530228B-0BD8-451E-BAD1-66B9143C59C5}" dt="2026-07-22T10:08:05.387" v="3772" actId="552"/>
          <ac:cxnSpMkLst>
            <pc:docMk/>
            <pc:sldMk cId="4037009974" sldId="2147482532"/>
            <ac:cxnSpMk id="21" creationId="{27A9A47E-9050-D356-56F2-9AD316581725}"/>
          </ac:cxnSpMkLst>
        </pc:cxnChg>
        <pc:cxnChg chg="add mod">
          <ac:chgData name="Hendriks, Rob" userId="c1397476-51d7-416b-9276-de9da7a1b8a6" providerId="ADAL" clId="{5530228B-0BD8-451E-BAD1-66B9143C59C5}" dt="2026-07-22T10:07:58.420" v="3770" actId="552"/>
          <ac:cxnSpMkLst>
            <pc:docMk/>
            <pc:sldMk cId="4037009974" sldId="2147482532"/>
            <ac:cxnSpMk id="22" creationId="{C8194833-2C36-BFB0-075C-0E19431F349A}"/>
          </ac:cxnSpMkLst>
        </pc:cxnChg>
        <pc:cxnChg chg="add mod">
          <ac:chgData name="Hendriks, Rob" userId="c1397476-51d7-416b-9276-de9da7a1b8a6" providerId="ADAL" clId="{5530228B-0BD8-451E-BAD1-66B9143C59C5}" dt="2026-07-22T10:08:00.965" v="3771" actId="465"/>
          <ac:cxnSpMkLst>
            <pc:docMk/>
            <pc:sldMk cId="4037009974" sldId="2147482532"/>
            <ac:cxnSpMk id="23" creationId="{D64DAB7C-7222-12AD-794C-65CF30ADF600}"/>
          </ac:cxnSpMkLst>
        </pc:cxnChg>
        <pc:cxnChg chg="add mod">
          <ac:chgData name="Hendriks, Rob" userId="c1397476-51d7-416b-9276-de9da7a1b8a6" providerId="ADAL" clId="{5530228B-0BD8-451E-BAD1-66B9143C59C5}" dt="2026-07-22T10:07:58.420" v="3770" actId="552"/>
          <ac:cxnSpMkLst>
            <pc:docMk/>
            <pc:sldMk cId="4037009974" sldId="2147482532"/>
            <ac:cxnSpMk id="24" creationId="{F6EA1294-A0B7-B638-E806-A5BB4CB525FC}"/>
          </ac:cxnSpMkLst>
        </pc:cxnChg>
        <pc:cxnChg chg="add mod">
          <ac:chgData name="Hendriks, Rob" userId="c1397476-51d7-416b-9276-de9da7a1b8a6" providerId="ADAL" clId="{5530228B-0BD8-451E-BAD1-66B9143C59C5}" dt="2026-07-22T10:00:55.282" v="3072" actId="1076"/>
          <ac:cxnSpMkLst>
            <pc:docMk/>
            <pc:sldMk cId="4037009974" sldId="2147482532"/>
            <ac:cxnSpMk id="26" creationId="{7ED09A68-0C3D-F0D4-3CED-5DE87B316A34}"/>
          </ac:cxnSpMkLst>
        </pc:cxnChg>
      </pc:sldChg>
      <pc:sldChg chg="addSp delSp modSp new mod">
        <pc:chgData name="Hendriks, Rob" userId="c1397476-51d7-416b-9276-de9da7a1b8a6" providerId="ADAL" clId="{5530228B-0BD8-451E-BAD1-66B9143C59C5}" dt="2026-07-30T13:53:11.485" v="5701" actId="1076"/>
        <pc:sldMkLst>
          <pc:docMk/>
          <pc:sldMk cId="3305465422" sldId="2147482533"/>
        </pc:sldMkLst>
        <pc:spChg chg="add mod">
          <ac:chgData name="Hendriks, Rob" userId="c1397476-51d7-416b-9276-de9da7a1b8a6" providerId="ADAL" clId="{5530228B-0BD8-451E-BAD1-66B9143C59C5}" dt="2026-07-30T13:47:40.525" v="5436" actId="1036"/>
          <ac:spMkLst>
            <pc:docMk/>
            <pc:sldMk cId="3305465422" sldId="2147482533"/>
            <ac:spMk id="6" creationId="{12414FE1-AB26-9A3A-6D29-C6508350AB81}"/>
          </ac:spMkLst>
        </pc:spChg>
        <pc:spChg chg="add mod">
          <ac:chgData name="Hendriks, Rob" userId="c1397476-51d7-416b-9276-de9da7a1b8a6" providerId="ADAL" clId="{5530228B-0BD8-451E-BAD1-66B9143C59C5}" dt="2026-07-30T13:47:40.525" v="5436" actId="1036"/>
          <ac:spMkLst>
            <pc:docMk/>
            <pc:sldMk cId="3305465422" sldId="2147482533"/>
            <ac:spMk id="8" creationId="{DDB256E7-2428-DF53-7BE6-B51000A78888}"/>
          </ac:spMkLst>
        </pc:spChg>
        <pc:spChg chg="mod">
          <ac:chgData name="Hendriks, Rob" userId="c1397476-51d7-416b-9276-de9da7a1b8a6" providerId="ADAL" clId="{5530228B-0BD8-451E-BAD1-66B9143C59C5}" dt="2026-07-22T12:18:58.822" v="4811"/>
          <ac:spMkLst>
            <pc:docMk/>
            <pc:sldMk cId="3305465422" sldId="2147482533"/>
            <ac:spMk id="16" creationId="{0F2D70AC-6A04-5497-41BA-21F379A4A445}"/>
          </ac:spMkLst>
        </pc:spChg>
        <pc:spChg chg="mod">
          <ac:chgData name="Hendriks, Rob" userId="c1397476-51d7-416b-9276-de9da7a1b8a6" providerId="ADAL" clId="{5530228B-0BD8-451E-BAD1-66B9143C59C5}" dt="2026-07-22T12:18:58.822" v="4811"/>
          <ac:spMkLst>
            <pc:docMk/>
            <pc:sldMk cId="3305465422" sldId="2147482533"/>
            <ac:spMk id="17" creationId="{7577A2B9-A64B-A2D0-A2E1-9434127DD781}"/>
          </ac:spMkLst>
        </pc:spChg>
        <pc:spChg chg="add mod">
          <ac:chgData name="Hendriks, Rob" userId="c1397476-51d7-416b-9276-de9da7a1b8a6" providerId="ADAL" clId="{5530228B-0BD8-451E-BAD1-66B9143C59C5}" dt="2026-07-30T13:47:40.525" v="5436" actId="1036"/>
          <ac:spMkLst>
            <pc:docMk/>
            <pc:sldMk cId="3305465422" sldId="2147482533"/>
            <ac:spMk id="21" creationId="{A2EBAC47-6105-6B9B-40A2-BF8AC00624C1}"/>
          </ac:spMkLst>
        </pc:spChg>
        <pc:spChg chg="add mod">
          <ac:chgData name="Hendriks, Rob" userId="c1397476-51d7-416b-9276-de9da7a1b8a6" providerId="ADAL" clId="{5530228B-0BD8-451E-BAD1-66B9143C59C5}" dt="2026-07-30T13:47:40.525" v="5436" actId="1036"/>
          <ac:spMkLst>
            <pc:docMk/>
            <pc:sldMk cId="3305465422" sldId="2147482533"/>
            <ac:spMk id="29" creationId="{473A6B9D-3FD7-491C-1656-215DAF604AA6}"/>
          </ac:spMkLst>
        </pc:spChg>
        <pc:spChg chg="add mod">
          <ac:chgData name="Hendriks, Rob" userId="c1397476-51d7-416b-9276-de9da7a1b8a6" providerId="ADAL" clId="{5530228B-0BD8-451E-BAD1-66B9143C59C5}" dt="2026-07-30T13:47:40.525" v="5436" actId="1036"/>
          <ac:spMkLst>
            <pc:docMk/>
            <pc:sldMk cId="3305465422" sldId="2147482533"/>
            <ac:spMk id="31" creationId="{28EF18B0-2DD9-E15C-4B2D-01A44995E4E8}"/>
          </ac:spMkLst>
        </pc:spChg>
        <pc:spChg chg="mod">
          <ac:chgData name="Hendriks, Rob" userId="c1397476-51d7-416b-9276-de9da7a1b8a6" providerId="ADAL" clId="{5530228B-0BD8-451E-BAD1-66B9143C59C5}" dt="2026-07-30T13:47:40.525" v="5436" actId="1036"/>
          <ac:spMkLst>
            <pc:docMk/>
            <pc:sldMk cId="3305465422" sldId="2147482533"/>
            <ac:spMk id="35" creationId="{EC581655-23DE-0DA6-9AAC-A1B2E840CD3F}"/>
          </ac:spMkLst>
        </pc:spChg>
        <pc:spChg chg="mod">
          <ac:chgData name="Hendriks, Rob" userId="c1397476-51d7-416b-9276-de9da7a1b8a6" providerId="ADAL" clId="{5530228B-0BD8-451E-BAD1-66B9143C59C5}" dt="2026-07-30T13:47:40.525" v="5436" actId="1036"/>
          <ac:spMkLst>
            <pc:docMk/>
            <pc:sldMk cId="3305465422" sldId="2147482533"/>
            <ac:spMk id="39" creationId="{56CEE7EA-79F0-9F9C-4316-6CF2A292E392}"/>
          </ac:spMkLst>
        </pc:spChg>
        <pc:spChg chg="add mod">
          <ac:chgData name="Hendriks, Rob" userId="c1397476-51d7-416b-9276-de9da7a1b8a6" providerId="ADAL" clId="{5530228B-0BD8-451E-BAD1-66B9143C59C5}" dt="2026-07-30T13:47:40.525" v="5436" actId="1036"/>
          <ac:spMkLst>
            <pc:docMk/>
            <pc:sldMk cId="3305465422" sldId="2147482533"/>
            <ac:spMk id="45" creationId="{57137A08-CAB8-9284-6BCB-8D1C4ACAEB13}"/>
          </ac:spMkLst>
        </pc:spChg>
        <pc:spChg chg="add mod">
          <ac:chgData name="Hendriks, Rob" userId="c1397476-51d7-416b-9276-de9da7a1b8a6" providerId="ADAL" clId="{5530228B-0BD8-451E-BAD1-66B9143C59C5}" dt="2026-07-30T13:47:40.525" v="5436" actId="1036"/>
          <ac:spMkLst>
            <pc:docMk/>
            <pc:sldMk cId="3305465422" sldId="2147482533"/>
            <ac:spMk id="47" creationId="{72D1F421-5FDD-07AA-4208-79C3883EECC6}"/>
          </ac:spMkLst>
        </pc:spChg>
        <pc:spChg chg="mod">
          <ac:chgData name="Hendriks, Rob" userId="c1397476-51d7-416b-9276-de9da7a1b8a6" providerId="ADAL" clId="{5530228B-0BD8-451E-BAD1-66B9143C59C5}" dt="2026-07-22T12:22:37.654" v="4904" actId="197"/>
          <ac:spMkLst>
            <pc:docMk/>
            <pc:sldMk cId="3305465422" sldId="2147482533"/>
            <ac:spMk id="54" creationId="{0EA3C407-1263-8E2A-BDA7-20A04845E854}"/>
          </ac:spMkLst>
        </pc:spChg>
        <pc:spChg chg="add mod">
          <ac:chgData name="Hendriks, Rob" userId="c1397476-51d7-416b-9276-de9da7a1b8a6" providerId="ADAL" clId="{5530228B-0BD8-451E-BAD1-66B9143C59C5}" dt="2026-07-30T13:47:40.525" v="5436" actId="1036"/>
          <ac:spMkLst>
            <pc:docMk/>
            <pc:sldMk cId="3305465422" sldId="2147482533"/>
            <ac:spMk id="55" creationId="{65302EBA-8733-D7FE-F67A-8D10C274DA3A}"/>
          </ac:spMkLst>
        </pc:spChg>
        <pc:spChg chg="add mod">
          <ac:chgData name="Hendriks, Rob" userId="c1397476-51d7-416b-9276-de9da7a1b8a6" providerId="ADAL" clId="{5530228B-0BD8-451E-BAD1-66B9143C59C5}" dt="2026-07-22T12:20:39.977" v="4838" actId="164"/>
          <ac:spMkLst>
            <pc:docMk/>
            <pc:sldMk cId="3305465422" sldId="2147482533"/>
            <ac:spMk id="56" creationId="{09D3D895-AAF9-146E-1CAC-E4F2E45627AB}"/>
          </ac:spMkLst>
        </pc:spChg>
        <pc:spChg chg="add mod">
          <ac:chgData name="Hendriks, Rob" userId="c1397476-51d7-416b-9276-de9da7a1b8a6" providerId="ADAL" clId="{5530228B-0BD8-451E-BAD1-66B9143C59C5}" dt="2026-07-22T12:20:39.977" v="4838" actId="164"/>
          <ac:spMkLst>
            <pc:docMk/>
            <pc:sldMk cId="3305465422" sldId="2147482533"/>
            <ac:spMk id="58" creationId="{315E8F11-3DC8-66D1-32E8-A9B08B4E1F4B}"/>
          </ac:spMkLst>
        </pc:spChg>
        <pc:spChg chg="add mod">
          <ac:chgData name="Hendriks, Rob" userId="c1397476-51d7-416b-9276-de9da7a1b8a6" providerId="ADAL" clId="{5530228B-0BD8-451E-BAD1-66B9143C59C5}" dt="2026-07-22T12:20:39.977" v="4838" actId="164"/>
          <ac:spMkLst>
            <pc:docMk/>
            <pc:sldMk cId="3305465422" sldId="2147482533"/>
            <ac:spMk id="60" creationId="{737AEAF2-8D6C-21AE-9387-FA5C4EDBFC95}"/>
          </ac:spMkLst>
        </pc:spChg>
        <pc:spChg chg="add mod">
          <ac:chgData name="Hendriks, Rob" userId="c1397476-51d7-416b-9276-de9da7a1b8a6" providerId="ADAL" clId="{5530228B-0BD8-451E-BAD1-66B9143C59C5}" dt="2026-07-22T12:20:28.048" v="4835" actId="164"/>
          <ac:spMkLst>
            <pc:docMk/>
            <pc:sldMk cId="3305465422" sldId="2147482533"/>
            <ac:spMk id="62" creationId="{100E9E6F-10B7-0E13-F5C3-5A8565B5F840}"/>
          </ac:spMkLst>
        </pc:spChg>
        <pc:spChg chg="add mod">
          <ac:chgData name="Hendriks, Rob" userId="c1397476-51d7-416b-9276-de9da7a1b8a6" providerId="ADAL" clId="{5530228B-0BD8-451E-BAD1-66B9143C59C5}" dt="2026-07-22T12:20:28.048" v="4835" actId="164"/>
          <ac:spMkLst>
            <pc:docMk/>
            <pc:sldMk cId="3305465422" sldId="2147482533"/>
            <ac:spMk id="64" creationId="{455BED6C-D751-E68D-D7CA-70AE0CF19D21}"/>
          </ac:spMkLst>
        </pc:spChg>
        <pc:spChg chg="add mod">
          <ac:chgData name="Hendriks, Rob" userId="c1397476-51d7-416b-9276-de9da7a1b8a6" providerId="ADAL" clId="{5530228B-0BD8-451E-BAD1-66B9143C59C5}" dt="2026-07-22T12:20:28.048" v="4835" actId="164"/>
          <ac:spMkLst>
            <pc:docMk/>
            <pc:sldMk cId="3305465422" sldId="2147482533"/>
            <ac:spMk id="66" creationId="{AFB621E3-8D15-8D06-ABDB-4EE6BBDB874E}"/>
          </ac:spMkLst>
        </pc:spChg>
        <pc:spChg chg="add mod">
          <ac:chgData name="Hendriks, Rob" userId="c1397476-51d7-416b-9276-de9da7a1b8a6" providerId="ADAL" clId="{5530228B-0BD8-451E-BAD1-66B9143C59C5}" dt="2026-07-30T13:47:51.676" v="5437" actId="1076"/>
          <ac:spMkLst>
            <pc:docMk/>
            <pc:sldMk cId="3305465422" sldId="2147482533"/>
            <ac:spMk id="69" creationId="{A3522E5E-0308-2CD7-8F78-DE8AA073A9EE}"/>
          </ac:spMkLst>
        </pc:spChg>
        <pc:spChg chg="add mod">
          <ac:chgData name="Hendriks, Rob" userId="c1397476-51d7-416b-9276-de9da7a1b8a6" providerId="ADAL" clId="{5530228B-0BD8-451E-BAD1-66B9143C59C5}" dt="2026-07-22T12:22:41.452" v="4905" actId="1076"/>
          <ac:spMkLst>
            <pc:docMk/>
            <pc:sldMk cId="3305465422" sldId="2147482533"/>
            <ac:spMk id="71" creationId="{4BDA6656-CC67-ED8C-8DB3-7C2BEEFF4F29}"/>
          </ac:spMkLst>
        </pc:spChg>
        <pc:spChg chg="add mod">
          <ac:chgData name="Hendriks, Rob" userId="c1397476-51d7-416b-9276-de9da7a1b8a6" providerId="ADAL" clId="{5530228B-0BD8-451E-BAD1-66B9143C59C5}" dt="2026-07-22T12:22:43.411" v="4906" actId="1076"/>
          <ac:spMkLst>
            <pc:docMk/>
            <pc:sldMk cId="3305465422" sldId="2147482533"/>
            <ac:spMk id="73" creationId="{75129B0F-1E11-D083-64B0-F808AC3805AD}"/>
          </ac:spMkLst>
        </pc:spChg>
        <pc:spChg chg="add mod">
          <ac:chgData name="Hendriks, Rob" userId="c1397476-51d7-416b-9276-de9da7a1b8a6" providerId="ADAL" clId="{5530228B-0BD8-451E-BAD1-66B9143C59C5}" dt="2026-07-30T13:53:11.485" v="5701" actId="1076"/>
          <ac:spMkLst>
            <pc:docMk/>
            <pc:sldMk cId="3305465422" sldId="2147482533"/>
            <ac:spMk id="74" creationId="{8A9E8D15-C99C-F9E6-CEDD-D3EAF57E3586}"/>
          </ac:spMkLst>
        </pc:spChg>
        <pc:spChg chg="add mod">
          <ac:chgData name="Hendriks, Rob" userId="c1397476-51d7-416b-9276-de9da7a1b8a6" providerId="ADAL" clId="{5530228B-0BD8-451E-BAD1-66B9143C59C5}" dt="2026-07-30T13:50:41.730" v="5571" actId="115"/>
          <ac:spMkLst>
            <pc:docMk/>
            <pc:sldMk cId="3305465422" sldId="2147482533"/>
            <ac:spMk id="76" creationId="{4D6CD59A-EAFC-FBB5-8E47-3D2214BF6F1A}"/>
          </ac:spMkLst>
        </pc:spChg>
        <pc:spChg chg="add mod">
          <ac:chgData name="Hendriks, Rob" userId="c1397476-51d7-416b-9276-de9da7a1b8a6" providerId="ADAL" clId="{5530228B-0BD8-451E-BAD1-66B9143C59C5}" dt="2026-07-30T13:53:03.250" v="5699" actId="313"/>
          <ac:spMkLst>
            <pc:docMk/>
            <pc:sldMk cId="3305465422" sldId="2147482533"/>
            <ac:spMk id="77" creationId="{3CBA4874-21D2-DFD7-EC0D-D45830B6FC5C}"/>
          </ac:spMkLst>
        </pc:spChg>
        <pc:spChg chg="add mod">
          <ac:chgData name="Hendriks, Rob" userId="c1397476-51d7-416b-9276-de9da7a1b8a6" providerId="ADAL" clId="{5530228B-0BD8-451E-BAD1-66B9143C59C5}" dt="2026-07-30T13:53:07.038" v="5700" actId="14100"/>
          <ac:spMkLst>
            <pc:docMk/>
            <pc:sldMk cId="3305465422" sldId="2147482533"/>
            <ac:spMk id="79" creationId="{75B0BD75-9689-B1F1-CF37-DC1E9A54867E}"/>
          </ac:spMkLst>
        </pc:spChg>
        <pc:grpChg chg="add mod">
          <ac:chgData name="Hendriks, Rob" userId="c1397476-51d7-416b-9276-de9da7a1b8a6" providerId="ADAL" clId="{5530228B-0BD8-451E-BAD1-66B9143C59C5}" dt="2026-07-22T12:20:39.977" v="4838" actId="164"/>
          <ac:grpSpMkLst>
            <pc:docMk/>
            <pc:sldMk cId="3305465422" sldId="2147482533"/>
            <ac:grpSpMk id="67" creationId="{FC1412DC-3511-EAB1-1A6B-4B9B65787703}"/>
          </ac:grpSpMkLst>
        </pc:grpChg>
        <pc:grpChg chg="add mod">
          <ac:chgData name="Hendriks, Rob" userId="c1397476-51d7-416b-9276-de9da7a1b8a6" providerId="ADAL" clId="{5530228B-0BD8-451E-BAD1-66B9143C59C5}" dt="2026-07-22T12:21:56.649" v="4891" actId="1076"/>
          <ac:grpSpMkLst>
            <pc:docMk/>
            <pc:sldMk cId="3305465422" sldId="2147482533"/>
            <ac:grpSpMk id="68" creationId="{422FF850-170F-2E51-3757-98996B3B7F4F}"/>
          </ac:grpSpMkLst>
        </pc:grpChg>
      </pc:sldChg>
      <pc:sldChg chg="addSp delSp modSp add mod">
        <pc:chgData name="Hendriks, Rob" userId="c1397476-51d7-416b-9276-de9da7a1b8a6" providerId="ADAL" clId="{5530228B-0BD8-451E-BAD1-66B9143C59C5}" dt="2026-07-30T14:20:45.412" v="6226" actId="20577"/>
        <pc:sldMkLst>
          <pc:docMk/>
          <pc:sldMk cId="3691168632" sldId="2147482534"/>
        </pc:sldMkLst>
        <pc:spChg chg="add mod">
          <ac:chgData name="Hendriks, Rob" userId="c1397476-51d7-416b-9276-de9da7a1b8a6" providerId="ADAL" clId="{5530228B-0BD8-451E-BAD1-66B9143C59C5}" dt="2026-07-30T14:02:24.021" v="5813" actId="164"/>
          <ac:spMkLst>
            <pc:docMk/>
            <pc:sldMk cId="3691168632" sldId="2147482534"/>
            <ac:spMk id="2" creationId="{212984CF-55A5-2B7B-D327-73D7F2A9AFE1}"/>
          </ac:spMkLst>
        </pc:spChg>
        <pc:spChg chg="add mod">
          <ac:chgData name="Hendriks, Rob" userId="c1397476-51d7-416b-9276-de9da7a1b8a6" providerId="ADAL" clId="{5530228B-0BD8-451E-BAD1-66B9143C59C5}" dt="2026-07-30T14:02:28.634" v="5814" actId="164"/>
          <ac:spMkLst>
            <pc:docMk/>
            <pc:sldMk cId="3691168632" sldId="2147482534"/>
            <ac:spMk id="4" creationId="{85CBD12E-E730-73B9-522A-09FAC29D8D34}"/>
          </ac:spMkLst>
        </pc:spChg>
        <pc:spChg chg="del">
          <ac:chgData name="Hendriks, Rob" userId="c1397476-51d7-416b-9276-de9da7a1b8a6" providerId="ADAL" clId="{5530228B-0BD8-451E-BAD1-66B9143C59C5}" dt="2026-07-30T13:57:39.391" v="5709" actId="478"/>
          <ac:spMkLst>
            <pc:docMk/>
            <pc:sldMk cId="3691168632" sldId="2147482534"/>
            <ac:spMk id="8" creationId="{A0FB7E9A-2A9E-C1CE-6CB2-4279D578A732}"/>
          </ac:spMkLst>
        </pc:spChg>
        <pc:spChg chg="del">
          <ac:chgData name="Hendriks, Rob" userId="c1397476-51d7-416b-9276-de9da7a1b8a6" providerId="ADAL" clId="{5530228B-0BD8-451E-BAD1-66B9143C59C5}" dt="2026-07-30T13:57:39.391" v="5709" actId="478"/>
          <ac:spMkLst>
            <pc:docMk/>
            <pc:sldMk cId="3691168632" sldId="2147482534"/>
            <ac:spMk id="19" creationId="{685DB405-56E4-C20A-36A7-76351ACE40D4}"/>
          </ac:spMkLst>
        </pc:spChg>
        <pc:spChg chg="del">
          <ac:chgData name="Hendriks, Rob" userId="c1397476-51d7-416b-9276-de9da7a1b8a6" providerId="ADAL" clId="{5530228B-0BD8-451E-BAD1-66B9143C59C5}" dt="2026-07-30T13:57:39.391" v="5709" actId="478"/>
          <ac:spMkLst>
            <pc:docMk/>
            <pc:sldMk cId="3691168632" sldId="2147482534"/>
            <ac:spMk id="23" creationId="{7DC454FC-FB7D-3665-55C3-6295A23E1F24}"/>
          </ac:spMkLst>
        </pc:spChg>
        <pc:spChg chg="del">
          <ac:chgData name="Hendriks, Rob" userId="c1397476-51d7-416b-9276-de9da7a1b8a6" providerId="ADAL" clId="{5530228B-0BD8-451E-BAD1-66B9143C59C5}" dt="2026-07-30T13:57:39.391" v="5709" actId="478"/>
          <ac:spMkLst>
            <pc:docMk/>
            <pc:sldMk cId="3691168632" sldId="2147482534"/>
            <ac:spMk id="25" creationId="{5DE0AC24-B883-CC3F-A955-83994895CBD2}"/>
          </ac:spMkLst>
        </pc:spChg>
        <pc:spChg chg="del">
          <ac:chgData name="Hendriks, Rob" userId="c1397476-51d7-416b-9276-de9da7a1b8a6" providerId="ADAL" clId="{5530228B-0BD8-451E-BAD1-66B9143C59C5}" dt="2026-07-30T13:57:39.391" v="5709" actId="478"/>
          <ac:spMkLst>
            <pc:docMk/>
            <pc:sldMk cId="3691168632" sldId="2147482534"/>
            <ac:spMk id="29" creationId="{CD8F91CC-2690-7AEB-9D79-83C087CC5A3C}"/>
          </ac:spMkLst>
        </pc:spChg>
        <pc:spChg chg="del">
          <ac:chgData name="Hendriks, Rob" userId="c1397476-51d7-416b-9276-de9da7a1b8a6" providerId="ADAL" clId="{5530228B-0BD8-451E-BAD1-66B9143C59C5}" dt="2026-07-30T13:57:39.391" v="5709" actId="478"/>
          <ac:spMkLst>
            <pc:docMk/>
            <pc:sldMk cId="3691168632" sldId="2147482534"/>
            <ac:spMk id="33" creationId="{B657860B-03AD-7171-63F9-17A91260F5FD}"/>
          </ac:spMkLst>
        </pc:spChg>
        <pc:spChg chg="del">
          <ac:chgData name="Hendriks, Rob" userId="c1397476-51d7-416b-9276-de9da7a1b8a6" providerId="ADAL" clId="{5530228B-0BD8-451E-BAD1-66B9143C59C5}" dt="2026-07-30T13:57:39.391" v="5709" actId="478"/>
          <ac:spMkLst>
            <pc:docMk/>
            <pc:sldMk cId="3691168632" sldId="2147482534"/>
            <ac:spMk id="37" creationId="{39010E59-0D03-9891-A74C-A525DE1CB04B}"/>
          </ac:spMkLst>
        </pc:spChg>
        <pc:spChg chg="del">
          <ac:chgData name="Hendriks, Rob" userId="c1397476-51d7-416b-9276-de9da7a1b8a6" providerId="ADAL" clId="{5530228B-0BD8-451E-BAD1-66B9143C59C5}" dt="2026-07-30T13:57:39.391" v="5709" actId="478"/>
          <ac:spMkLst>
            <pc:docMk/>
            <pc:sldMk cId="3691168632" sldId="2147482534"/>
            <ac:spMk id="41" creationId="{34452801-FFB9-2845-DE70-C4156C842535}"/>
          </ac:spMkLst>
        </pc:spChg>
        <pc:spChg chg="add mod">
          <ac:chgData name="Hendriks, Rob" userId="c1397476-51d7-416b-9276-de9da7a1b8a6" providerId="ADAL" clId="{5530228B-0BD8-451E-BAD1-66B9143C59C5}" dt="2026-07-30T14:02:33.660" v="5815" actId="164"/>
          <ac:spMkLst>
            <pc:docMk/>
            <pc:sldMk cId="3691168632" sldId="2147482534"/>
            <ac:spMk id="59" creationId="{CB278B81-DCEF-D02C-BCC1-A5FB60B1919E}"/>
          </ac:spMkLst>
        </pc:spChg>
        <pc:spChg chg="add mod">
          <ac:chgData name="Hendriks, Rob" userId="c1397476-51d7-416b-9276-de9da7a1b8a6" providerId="ADAL" clId="{5530228B-0BD8-451E-BAD1-66B9143C59C5}" dt="2026-07-30T14:02:37.914" v="5816" actId="164"/>
          <ac:spMkLst>
            <pc:docMk/>
            <pc:sldMk cId="3691168632" sldId="2147482534"/>
            <ac:spMk id="63" creationId="{9CC2928B-97B9-A694-7891-CF97E799C559}"/>
          </ac:spMkLst>
        </pc:spChg>
        <pc:spChg chg="add mod">
          <ac:chgData name="Hendriks, Rob" userId="c1397476-51d7-416b-9276-de9da7a1b8a6" providerId="ADAL" clId="{5530228B-0BD8-451E-BAD1-66B9143C59C5}" dt="2026-07-30T14:16:23.557" v="5968" actId="207"/>
          <ac:spMkLst>
            <pc:docMk/>
            <pc:sldMk cId="3691168632" sldId="2147482534"/>
            <ac:spMk id="70" creationId="{142820EF-6FC5-CE89-3CC0-9AAA740E1BDB}"/>
          </ac:spMkLst>
        </pc:spChg>
        <pc:spChg chg="del">
          <ac:chgData name="Hendriks, Rob" userId="c1397476-51d7-416b-9276-de9da7a1b8a6" providerId="ADAL" clId="{5530228B-0BD8-451E-BAD1-66B9143C59C5}" dt="2026-07-30T13:57:39.391" v="5709" actId="478"/>
          <ac:spMkLst>
            <pc:docMk/>
            <pc:sldMk cId="3691168632" sldId="2147482534"/>
            <ac:spMk id="71" creationId="{A2094D59-E554-3F23-6A6E-F9EE04D9CDF5}"/>
          </ac:spMkLst>
        </pc:spChg>
        <pc:spChg chg="del">
          <ac:chgData name="Hendriks, Rob" userId="c1397476-51d7-416b-9276-de9da7a1b8a6" providerId="ADAL" clId="{5530228B-0BD8-451E-BAD1-66B9143C59C5}" dt="2026-07-30T13:57:39.391" v="5709" actId="478"/>
          <ac:spMkLst>
            <pc:docMk/>
            <pc:sldMk cId="3691168632" sldId="2147482534"/>
            <ac:spMk id="73" creationId="{F50912A7-5D33-52F6-A5A2-75E40AE1112D}"/>
          </ac:spMkLst>
        </pc:spChg>
        <pc:spChg chg="del">
          <ac:chgData name="Hendriks, Rob" userId="c1397476-51d7-416b-9276-de9da7a1b8a6" providerId="ADAL" clId="{5530228B-0BD8-451E-BAD1-66B9143C59C5}" dt="2026-07-30T13:57:42.874" v="5710" actId="478"/>
          <ac:spMkLst>
            <pc:docMk/>
            <pc:sldMk cId="3691168632" sldId="2147482534"/>
            <ac:spMk id="74" creationId="{F7697E15-5445-2FDA-3854-63F4C6D9B325}"/>
          </ac:spMkLst>
        </pc:spChg>
        <pc:spChg chg="add mod">
          <ac:chgData name="Hendriks, Rob" userId="c1397476-51d7-416b-9276-de9da7a1b8a6" providerId="ADAL" clId="{5530228B-0BD8-451E-BAD1-66B9143C59C5}" dt="2026-07-30T14:12:14.141" v="5957" actId="207"/>
          <ac:spMkLst>
            <pc:docMk/>
            <pc:sldMk cId="3691168632" sldId="2147482534"/>
            <ac:spMk id="75" creationId="{54BBE088-F606-F9B3-DD3E-9983E74F77F7}"/>
          </ac:spMkLst>
        </pc:spChg>
        <pc:spChg chg="mod">
          <ac:chgData name="Hendriks, Rob" userId="c1397476-51d7-416b-9276-de9da7a1b8a6" providerId="ADAL" clId="{5530228B-0BD8-451E-BAD1-66B9143C59C5}" dt="2026-07-30T13:58:12.432" v="5737" actId="20577"/>
          <ac:spMkLst>
            <pc:docMk/>
            <pc:sldMk cId="3691168632" sldId="2147482534"/>
            <ac:spMk id="76" creationId="{E627A3AA-32AB-060B-2506-58467B23A718}"/>
          </ac:spMkLst>
        </pc:spChg>
        <pc:spChg chg="add mod">
          <ac:chgData name="Hendriks, Rob" userId="c1397476-51d7-416b-9276-de9da7a1b8a6" providerId="ADAL" clId="{5530228B-0BD8-451E-BAD1-66B9143C59C5}" dt="2026-07-30T14:12:11.720" v="5956" actId="207"/>
          <ac:spMkLst>
            <pc:docMk/>
            <pc:sldMk cId="3691168632" sldId="2147482534"/>
            <ac:spMk id="80" creationId="{072196F1-BE93-2323-DD01-E8D21BA7B4EE}"/>
          </ac:spMkLst>
        </pc:spChg>
        <pc:spChg chg="add mod">
          <ac:chgData name="Hendriks, Rob" userId="c1397476-51d7-416b-9276-de9da7a1b8a6" providerId="ADAL" clId="{5530228B-0BD8-451E-BAD1-66B9143C59C5}" dt="2026-07-30T14:11:26.430" v="5943" actId="207"/>
          <ac:spMkLst>
            <pc:docMk/>
            <pc:sldMk cId="3691168632" sldId="2147482534"/>
            <ac:spMk id="82" creationId="{6FC6F791-016F-F645-CA13-77A68438D4AD}"/>
          </ac:spMkLst>
        </pc:spChg>
        <pc:spChg chg="add mod">
          <ac:chgData name="Hendriks, Rob" userId="c1397476-51d7-416b-9276-de9da7a1b8a6" providerId="ADAL" clId="{5530228B-0BD8-451E-BAD1-66B9143C59C5}" dt="2026-07-30T14:02:24.021" v="5813" actId="164"/>
          <ac:spMkLst>
            <pc:docMk/>
            <pc:sldMk cId="3691168632" sldId="2147482534"/>
            <ac:spMk id="83" creationId="{65CE12EC-F2A6-6C68-B6AC-E8D649632545}"/>
          </ac:spMkLst>
        </pc:spChg>
        <pc:spChg chg="add mod">
          <ac:chgData name="Hendriks, Rob" userId="c1397476-51d7-416b-9276-de9da7a1b8a6" providerId="ADAL" clId="{5530228B-0BD8-451E-BAD1-66B9143C59C5}" dt="2026-07-30T14:02:28.634" v="5814" actId="164"/>
          <ac:spMkLst>
            <pc:docMk/>
            <pc:sldMk cId="3691168632" sldId="2147482534"/>
            <ac:spMk id="85" creationId="{1A0C5EF5-E89F-B0ED-2F2E-57084CA24593}"/>
          </ac:spMkLst>
        </pc:spChg>
        <pc:spChg chg="add mod">
          <ac:chgData name="Hendriks, Rob" userId="c1397476-51d7-416b-9276-de9da7a1b8a6" providerId="ADAL" clId="{5530228B-0BD8-451E-BAD1-66B9143C59C5}" dt="2026-07-30T14:02:33.660" v="5815" actId="164"/>
          <ac:spMkLst>
            <pc:docMk/>
            <pc:sldMk cId="3691168632" sldId="2147482534"/>
            <ac:spMk id="87" creationId="{7FEC610E-EE66-4219-E8EA-B9904EB93FEC}"/>
          </ac:spMkLst>
        </pc:spChg>
        <pc:spChg chg="add mod">
          <ac:chgData name="Hendriks, Rob" userId="c1397476-51d7-416b-9276-de9da7a1b8a6" providerId="ADAL" clId="{5530228B-0BD8-451E-BAD1-66B9143C59C5}" dt="2026-07-30T14:02:37.914" v="5816" actId="164"/>
          <ac:spMkLst>
            <pc:docMk/>
            <pc:sldMk cId="3691168632" sldId="2147482534"/>
            <ac:spMk id="89" creationId="{8B752037-A162-D850-9353-E474D81B23BF}"/>
          </ac:spMkLst>
        </pc:spChg>
        <pc:spChg chg="add mod">
          <ac:chgData name="Hendriks, Rob" userId="c1397476-51d7-416b-9276-de9da7a1b8a6" providerId="ADAL" clId="{5530228B-0BD8-451E-BAD1-66B9143C59C5}" dt="2026-07-30T14:16:20.737" v="5967" actId="207"/>
          <ac:spMkLst>
            <pc:docMk/>
            <pc:sldMk cId="3691168632" sldId="2147482534"/>
            <ac:spMk id="91" creationId="{ED309B90-E601-D96C-A5DA-2096DAA6141D}"/>
          </ac:spMkLst>
        </pc:spChg>
        <pc:spChg chg="add mod">
          <ac:chgData name="Hendriks, Rob" userId="c1397476-51d7-416b-9276-de9da7a1b8a6" providerId="ADAL" clId="{5530228B-0BD8-451E-BAD1-66B9143C59C5}" dt="2026-07-30T14:02:50.041" v="5818" actId="164"/>
          <ac:spMkLst>
            <pc:docMk/>
            <pc:sldMk cId="3691168632" sldId="2147482534"/>
            <ac:spMk id="93" creationId="{9EC4B9F2-07CE-5E55-AB8A-B597D80C15FC}"/>
          </ac:spMkLst>
        </pc:spChg>
        <pc:spChg chg="add mod">
          <ac:chgData name="Hendriks, Rob" userId="c1397476-51d7-416b-9276-de9da7a1b8a6" providerId="ADAL" clId="{5530228B-0BD8-451E-BAD1-66B9143C59C5}" dt="2026-07-30T14:02:54.334" v="5819" actId="164"/>
          <ac:spMkLst>
            <pc:docMk/>
            <pc:sldMk cId="3691168632" sldId="2147482534"/>
            <ac:spMk id="95" creationId="{49A0C2AC-5915-C60E-E7D7-AB7CFCC58956}"/>
          </ac:spMkLst>
        </pc:spChg>
        <pc:spChg chg="add mod">
          <ac:chgData name="Hendriks, Rob" userId="c1397476-51d7-416b-9276-de9da7a1b8a6" providerId="ADAL" clId="{5530228B-0BD8-451E-BAD1-66B9143C59C5}" dt="2026-07-30T14:02:58.428" v="5820" actId="164"/>
          <ac:spMkLst>
            <pc:docMk/>
            <pc:sldMk cId="3691168632" sldId="2147482534"/>
            <ac:spMk id="97" creationId="{C14EAB1C-B95C-4F40-20BB-F409F27DEBA3}"/>
          </ac:spMkLst>
        </pc:spChg>
        <pc:spChg chg="add mod">
          <ac:chgData name="Hendriks, Rob" userId="c1397476-51d7-416b-9276-de9da7a1b8a6" providerId="ADAL" clId="{5530228B-0BD8-451E-BAD1-66B9143C59C5}" dt="2026-07-30T14:04:06.615" v="5845" actId="20577"/>
          <ac:spMkLst>
            <pc:docMk/>
            <pc:sldMk cId="3691168632" sldId="2147482534"/>
            <ac:spMk id="99" creationId="{02A20BC5-2EC5-146E-AE1B-6751CD2915FA}"/>
          </ac:spMkLst>
        </pc:spChg>
        <pc:spChg chg="add mod">
          <ac:chgData name="Hendriks, Rob" userId="c1397476-51d7-416b-9276-de9da7a1b8a6" providerId="ADAL" clId="{5530228B-0BD8-451E-BAD1-66B9143C59C5}" dt="2026-07-30T14:04:15.646" v="5854" actId="14100"/>
          <ac:spMkLst>
            <pc:docMk/>
            <pc:sldMk cId="3691168632" sldId="2147482534"/>
            <ac:spMk id="101" creationId="{F0FBE0FF-4768-3DD0-57C6-57230594F1C6}"/>
          </ac:spMkLst>
        </pc:spChg>
        <pc:spChg chg="add mod">
          <ac:chgData name="Hendriks, Rob" userId="c1397476-51d7-416b-9276-de9da7a1b8a6" providerId="ADAL" clId="{5530228B-0BD8-451E-BAD1-66B9143C59C5}" dt="2026-07-30T14:04:21.883" v="5864" actId="313"/>
          <ac:spMkLst>
            <pc:docMk/>
            <pc:sldMk cId="3691168632" sldId="2147482534"/>
            <ac:spMk id="103" creationId="{78F6AD89-019A-1BCE-2BEB-D40A26D24119}"/>
          </ac:spMkLst>
        </pc:spChg>
        <pc:spChg chg="add mod">
          <ac:chgData name="Hendriks, Rob" userId="c1397476-51d7-416b-9276-de9da7a1b8a6" providerId="ADAL" clId="{5530228B-0BD8-451E-BAD1-66B9143C59C5}" dt="2026-07-30T14:04:29.516" v="5874" actId="313"/>
          <ac:spMkLst>
            <pc:docMk/>
            <pc:sldMk cId="3691168632" sldId="2147482534"/>
            <ac:spMk id="105" creationId="{509343A4-E1C3-B0EE-25A9-98AC53DFE4F3}"/>
          </ac:spMkLst>
        </pc:spChg>
        <pc:spChg chg="add mod">
          <ac:chgData name="Hendriks, Rob" userId="c1397476-51d7-416b-9276-de9da7a1b8a6" providerId="ADAL" clId="{5530228B-0BD8-451E-BAD1-66B9143C59C5}" dt="2026-07-30T14:16:20.737" v="5967" actId="207"/>
          <ac:spMkLst>
            <pc:docMk/>
            <pc:sldMk cId="3691168632" sldId="2147482534"/>
            <ac:spMk id="107" creationId="{2525E7B7-0E9D-088C-6C34-CE2F3FF2981E}"/>
          </ac:spMkLst>
        </pc:spChg>
        <pc:spChg chg="add mod">
          <ac:chgData name="Hendriks, Rob" userId="c1397476-51d7-416b-9276-de9da7a1b8a6" providerId="ADAL" clId="{5530228B-0BD8-451E-BAD1-66B9143C59C5}" dt="2026-07-30T14:04:59.203" v="5904" actId="14100"/>
          <ac:spMkLst>
            <pc:docMk/>
            <pc:sldMk cId="3691168632" sldId="2147482534"/>
            <ac:spMk id="109" creationId="{E6E0ECA2-3CC3-7F24-04E4-DC40BF352C7D}"/>
          </ac:spMkLst>
        </pc:spChg>
        <pc:spChg chg="add mod">
          <ac:chgData name="Hendriks, Rob" userId="c1397476-51d7-416b-9276-de9da7a1b8a6" providerId="ADAL" clId="{5530228B-0BD8-451E-BAD1-66B9143C59C5}" dt="2026-07-30T14:05:08.866" v="5924" actId="20577"/>
          <ac:spMkLst>
            <pc:docMk/>
            <pc:sldMk cId="3691168632" sldId="2147482534"/>
            <ac:spMk id="111" creationId="{D4599F5E-E2BE-7A99-2F15-CA7739F04955}"/>
          </ac:spMkLst>
        </pc:spChg>
        <pc:spChg chg="add mod">
          <ac:chgData name="Hendriks, Rob" userId="c1397476-51d7-416b-9276-de9da7a1b8a6" providerId="ADAL" clId="{5530228B-0BD8-451E-BAD1-66B9143C59C5}" dt="2026-07-30T14:05:16.750" v="5932" actId="313"/>
          <ac:spMkLst>
            <pc:docMk/>
            <pc:sldMk cId="3691168632" sldId="2147482534"/>
            <ac:spMk id="113" creationId="{8C71BCA7-7311-AD50-3AC8-3F0BA9AF4E53}"/>
          </ac:spMkLst>
        </pc:spChg>
        <pc:spChg chg="add mod">
          <ac:chgData name="Hendriks, Rob" userId="c1397476-51d7-416b-9276-de9da7a1b8a6" providerId="ADAL" clId="{5530228B-0BD8-451E-BAD1-66B9143C59C5}" dt="2026-07-30T14:05:39.147" v="5936" actId="208"/>
          <ac:spMkLst>
            <pc:docMk/>
            <pc:sldMk cId="3691168632" sldId="2147482534"/>
            <ac:spMk id="123" creationId="{C0752C0A-5ADF-45E3-90DD-8EF02F261179}"/>
          </ac:spMkLst>
        </pc:spChg>
        <pc:spChg chg="add mod">
          <ac:chgData name="Hendriks, Rob" userId="c1397476-51d7-416b-9276-de9da7a1b8a6" providerId="ADAL" clId="{5530228B-0BD8-451E-BAD1-66B9143C59C5}" dt="2026-07-30T14:05:50.414" v="5939" actId="20577"/>
          <ac:spMkLst>
            <pc:docMk/>
            <pc:sldMk cId="3691168632" sldId="2147482534"/>
            <ac:spMk id="125" creationId="{2EEB00D2-D4B4-E26F-CB72-5C5A5E133149}"/>
          </ac:spMkLst>
        </pc:spChg>
        <pc:spChg chg="add mod">
          <ac:chgData name="Hendriks, Rob" userId="c1397476-51d7-416b-9276-de9da7a1b8a6" providerId="ADAL" clId="{5530228B-0BD8-451E-BAD1-66B9143C59C5}" dt="2026-07-30T14:05:58.779" v="5942" actId="20577"/>
          <ac:spMkLst>
            <pc:docMk/>
            <pc:sldMk cId="3691168632" sldId="2147482534"/>
            <ac:spMk id="127" creationId="{7FB3C508-B3C6-D4EC-2583-38B9B75A6AA4}"/>
          </ac:spMkLst>
        </pc:spChg>
        <pc:spChg chg="add mod">
          <ac:chgData name="Hendriks, Rob" userId="c1397476-51d7-416b-9276-de9da7a1b8a6" providerId="ADAL" clId="{5530228B-0BD8-451E-BAD1-66B9143C59C5}" dt="2026-07-30T14:11:42.677" v="5947" actId="1076"/>
          <ac:spMkLst>
            <pc:docMk/>
            <pc:sldMk cId="3691168632" sldId="2147482534"/>
            <ac:spMk id="129" creationId="{326D4637-881F-21F4-5286-77100ABB930B}"/>
          </ac:spMkLst>
        </pc:spChg>
        <pc:spChg chg="add mod">
          <ac:chgData name="Hendriks, Rob" userId="c1397476-51d7-416b-9276-de9da7a1b8a6" providerId="ADAL" clId="{5530228B-0BD8-451E-BAD1-66B9143C59C5}" dt="2026-07-30T14:11:56.571" v="5955" actId="20577"/>
          <ac:spMkLst>
            <pc:docMk/>
            <pc:sldMk cId="3691168632" sldId="2147482534"/>
            <ac:spMk id="131" creationId="{F5C8CF8A-8AA4-A87D-6B64-761574949536}"/>
          </ac:spMkLst>
        </pc:spChg>
        <pc:spChg chg="add mod">
          <ac:chgData name="Hendriks, Rob" userId="c1397476-51d7-416b-9276-de9da7a1b8a6" providerId="ADAL" clId="{5530228B-0BD8-451E-BAD1-66B9143C59C5}" dt="2026-07-30T14:15:54.254" v="5961" actId="14100"/>
          <ac:spMkLst>
            <pc:docMk/>
            <pc:sldMk cId="3691168632" sldId="2147482534"/>
            <ac:spMk id="133" creationId="{0FA789D3-CBA4-1F84-7C8F-332BE06B4DCB}"/>
          </ac:spMkLst>
        </pc:spChg>
        <pc:spChg chg="add mod">
          <ac:chgData name="Hendriks, Rob" userId="c1397476-51d7-416b-9276-de9da7a1b8a6" providerId="ADAL" clId="{5530228B-0BD8-451E-BAD1-66B9143C59C5}" dt="2026-07-30T14:16:07.510" v="5965" actId="14100"/>
          <ac:spMkLst>
            <pc:docMk/>
            <pc:sldMk cId="3691168632" sldId="2147482534"/>
            <ac:spMk id="135" creationId="{9A11E30C-F78E-1B27-3A9A-9EDF36AAEE25}"/>
          </ac:spMkLst>
        </pc:spChg>
        <pc:spChg chg="add mod">
          <ac:chgData name="Hendriks, Rob" userId="c1397476-51d7-416b-9276-de9da7a1b8a6" providerId="ADAL" clId="{5530228B-0BD8-451E-BAD1-66B9143C59C5}" dt="2026-07-30T14:20:08.488" v="6199" actId="1076"/>
          <ac:spMkLst>
            <pc:docMk/>
            <pc:sldMk cId="3691168632" sldId="2147482534"/>
            <ac:spMk id="137" creationId="{6E0E4792-141D-BBFB-EE51-EDA7D878E014}"/>
          </ac:spMkLst>
        </pc:spChg>
        <pc:spChg chg="add mod">
          <ac:chgData name="Hendriks, Rob" userId="c1397476-51d7-416b-9276-de9da7a1b8a6" providerId="ADAL" clId="{5530228B-0BD8-451E-BAD1-66B9143C59C5}" dt="2026-07-30T14:20:45.412" v="6226" actId="20577"/>
          <ac:spMkLst>
            <pc:docMk/>
            <pc:sldMk cId="3691168632" sldId="2147482534"/>
            <ac:spMk id="139" creationId="{14D36EE3-C574-A993-3146-C369F4FE370B}"/>
          </ac:spMkLst>
        </pc:spChg>
        <pc:grpChg chg="add mod">
          <ac:chgData name="Hendriks, Rob" userId="c1397476-51d7-416b-9276-de9da7a1b8a6" providerId="ADAL" clId="{5530228B-0BD8-451E-BAD1-66B9143C59C5}" dt="2026-07-30T14:02:24.021" v="5813" actId="164"/>
          <ac:grpSpMkLst>
            <pc:docMk/>
            <pc:sldMk cId="3691168632" sldId="2147482534"/>
            <ac:grpSpMk id="114" creationId="{81AA7A5E-FBBE-088E-3087-1F941DBA004B}"/>
          </ac:grpSpMkLst>
        </pc:grpChg>
        <pc:grpChg chg="add mod">
          <ac:chgData name="Hendriks, Rob" userId="c1397476-51d7-416b-9276-de9da7a1b8a6" providerId="ADAL" clId="{5530228B-0BD8-451E-BAD1-66B9143C59C5}" dt="2026-07-30T14:03:07.063" v="5821" actId="408"/>
          <ac:grpSpMkLst>
            <pc:docMk/>
            <pc:sldMk cId="3691168632" sldId="2147482534"/>
            <ac:grpSpMk id="115" creationId="{4CE28C34-8ADC-2386-FFCE-D3E606DD670C}"/>
          </ac:grpSpMkLst>
        </pc:grpChg>
        <pc:grpChg chg="add mod">
          <ac:chgData name="Hendriks, Rob" userId="c1397476-51d7-416b-9276-de9da7a1b8a6" providerId="ADAL" clId="{5530228B-0BD8-451E-BAD1-66B9143C59C5}" dt="2026-07-30T14:03:07.063" v="5821" actId="408"/>
          <ac:grpSpMkLst>
            <pc:docMk/>
            <pc:sldMk cId="3691168632" sldId="2147482534"/>
            <ac:grpSpMk id="116" creationId="{9C2A4DD1-E242-9935-CA40-A920411E733C}"/>
          </ac:grpSpMkLst>
        </pc:grpChg>
        <pc:grpChg chg="add mod">
          <ac:chgData name="Hendriks, Rob" userId="c1397476-51d7-416b-9276-de9da7a1b8a6" providerId="ADAL" clId="{5530228B-0BD8-451E-BAD1-66B9143C59C5}" dt="2026-07-30T14:03:07.063" v="5821" actId="408"/>
          <ac:grpSpMkLst>
            <pc:docMk/>
            <pc:sldMk cId="3691168632" sldId="2147482534"/>
            <ac:grpSpMk id="117" creationId="{D045AF89-48E2-E524-6889-C8558DA5077B}"/>
          </ac:grpSpMkLst>
        </pc:grpChg>
        <pc:grpChg chg="add mod">
          <ac:chgData name="Hendriks, Rob" userId="c1397476-51d7-416b-9276-de9da7a1b8a6" providerId="ADAL" clId="{5530228B-0BD8-451E-BAD1-66B9143C59C5}" dt="2026-07-30T14:16:20.737" v="5967" actId="207"/>
          <ac:grpSpMkLst>
            <pc:docMk/>
            <pc:sldMk cId="3691168632" sldId="2147482534"/>
            <ac:grpSpMk id="118" creationId="{6E465C7C-020A-BCE4-B1FD-2CC7F889AB98}"/>
          </ac:grpSpMkLst>
        </pc:grpChg>
        <pc:grpChg chg="add mod">
          <ac:chgData name="Hendriks, Rob" userId="c1397476-51d7-416b-9276-de9da7a1b8a6" providerId="ADAL" clId="{5530228B-0BD8-451E-BAD1-66B9143C59C5}" dt="2026-07-30T14:03:07.063" v="5821" actId="408"/>
          <ac:grpSpMkLst>
            <pc:docMk/>
            <pc:sldMk cId="3691168632" sldId="2147482534"/>
            <ac:grpSpMk id="119" creationId="{7040EC41-A3F4-6405-67CB-703FBC1B39EF}"/>
          </ac:grpSpMkLst>
        </pc:grpChg>
        <pc:grpChg chg="add mod">
          <ac:chgData name="Hendriks, Rob" userId="c1397476-51d7-416b-9276-de9da7a1b8a6" providerId="ADAL" clId="{5530228B-0BD8-451E-BAD1-66B9143C59C5}" dt="2026-07-30T14:03:07.063" v="5821" actId="408"/>
          <ac:grpSpMkLst>
            <pc:docMk/>
            <pc:sldMk cId="3691168632" sldId="2147482534"/>
            <ac:grpSpMk id="120" creationId="{F91E95EE-7E51-70FE-983E-4868A82E9D42}"/>
          </ac:grpSpMkLst>
        </pc:grpChg>
        <pc:grpChg chg="add mod">
          <ac:chgData name="Hendriks, Rob" userId="c1397476-51d7-416b-9276-de9da7a1b8a6" providerId="ADAL" clId="{5530228B-0BD8-451E-BAD1-66B9143C59C5}" dt="2026-07-30T14:02:58.428" v="5820" actId="164"/>
          <ac:grpSpMkLst>
            <pc:docMk/>
            <pc:sldMk cId="3691168632" sldId="2147482534"/>
            <ac:grpSpMk id="121" creationId="{68AB7A8D-DFA1-474E-099B-F71D97914177}"/>
          </ac:grpSpMkLst>
        </pc:grpChg>
      </pc:sldChg>
      <pc:sldChg chg="delSp modSp new mod">
        <pc:chgData name="Hendriks, Rob" userId="c1397476-51d7-416b-9276-de9da7a1b8a6" providerId="ADAL" clId="{5530228B-0BD8-451E-BAD1-66B9143C59C5}" dt="2026-07-30T14:22:47.702" v="6259" actId="122"/>
        <pc:sldMkLst>
          <pc:docMk/>
          <pc:sldMk cId="2631347382" sldId="2147482535"/>
        </pc:sldMkLst>
        <pc:spChg chg="mod">
          <ac:chgData name="Hendriks, Rob" userId="c1397476-51d7-416b-9276-de9da7a1b8a6" providerId="ADAL" clId="{5530228B-0BD8-451E-BAD1-66B9143C59C5}" dt="2026-07-30T14:22:47.702" v="6259" actId="122"/>
          <ac:spMkLst>
            <pc:docMk/>
            <pc:sldMk cId="2631347382" sldId="2147482535"/>
            <ac:spMk id="2" creationId="{250B133E-E6CF-F06B-5DB0-AF8880A6585A}"/>
          </ac:spMkLst>
        </pc:spChg>
        <pc:spChg chg="del">
          <ac:chgData name="Hendriks, Rob" userId="c1397476-51d7-416b-9276-de9da7a1b8a6" providerId="ADAL" clId="{5530228B-0BD8-451E-BAD1-66B9143C59C5}" dt="2026-07-30T14:22:36.644" v="6239" actId="478"/>
          <ac:spMkLst>
            <pc:docMk/>
            <pc:sldMk cId="2631347382" sldId="2147482535"/>
            <ac:spMk id="3" creationId="{68A99B16-9D62-F73E-9708-38B1F92694BC}"/>
          </ac:spMkLst>
        </pc:spChg>
      </pc:sldChg>
      <pc:sldMasterChg chg="delSp mod delSldLayout modSldLayout">
        <pc:chgData name="Hendriks, Rob" userId="c1397476-51d7-416b-9276-de9da7a1b8a6" providerId="ADAL" clId="{5530228B-0BD8-451E-BAD1-66B9143C59C5}" dt="2026-07-22T07:37:10.259" v="2125" actId="478"/>
        <pc:sldMasterMkLst>
          <pc:docMk/>
          <pc:sldMasterMk cId="1043098441" sldId="2147484011"/>
        </pc:sldMasterMkLst>
        <pc:sldLayoutChg chg="delSp mod">
          <pc:chgData name="Hendriks, Rob" userId="c1397476-51d7-416b-9276-de9da7a1b8a6" providerId="ADAL" clId="{5530228B-0BD8-451E-BAD1-66B9143C59C5}" dt="2026-07-22T07:37:10.259" v="2125" actId="478"/>
          <pc:sldLayoutMkLst>
            <pc:docMk/>
            <pc:sldMasterMk cId="1043098441" sldId="2147484011"/>
            <pc:sldLayoutMk cId="2668344573" sldId="214748403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8487FA-FF84-1B5E-CCCB-2A088FAB92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Calibri" panose="020F0502020204030204" pitchFamily="34" charset="0"/>
              <a:cs typeface="Calibri" panose="020F0502020204030204" pitchFamily="34" charset="0"/>
            </a:endParaRPr>
          </a:p>
        </p:txBody>
      </p:sp>
      <p:sp>
        <p:nvSpPr>
          <p:cNvPr id="3" name="Date Placeholder 2">
            <a:extLst>
              <a:ext uri="{FF2B5EF4-FFF2-40B4-BE49-F238E27FC236}">
                <a16:creationId xmlns:a16="http://schemas.microsoft.com/office/drawing/2014/main" id="{0E177DAF-43A1-58DD-E748-93BE0ACB5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44211C-4A9E-8C4C-97BD-75A74A820AC7}" type="datetimeFigureOut">
              <a:rPr lang="en-US" smtClean="0">
                <a:latin typeface="Calibri" panose="020F0502020204030204" pitchFamily="34" charset="0"/>
                <a:cs typeface="Calibri" panose="020F0502020204030204" pitchFamily="34" charset="0"/>
              </a:rPr>
              <a:t>7/30/2026</a:t>
            </a:fld>
            <a:endParaRPr lang="en-US" dirty="0">
              <a:latin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84004EE5-42B0-7389-3EEA-8484AE07F1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68A68BA1-9C50-DD81-9DB3-53BBF5BA2C3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0AC1E4-93AF-6C46-A091-93B307E81D8D}" type="slidenum">
              <a:rPr lang="en-US" smtClean="0">
                <a:latin typeface="Calibri" panose="020F0502020204030204" pitchFamily="34" charset="0"/>
                <a:cs typeface="Calibri" panose="020F0502020204030204" pitchFamily="34" charset="0"/>
              </a:rPr>
              <a:t>‹#›</a:t>
            </a:fld>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399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pitchFamily="34" charset="0"/>
              </a:defRPr>
            </a:lvl1pPr>
          </a:lstStyle>
          <a:p>
            <a:fld id="{533895C0-2991-1741-81AF-563E5518032A}" type="datetimeFigureOut">
              <a:rPr lang="en-US" smtClean="0"/>
              <a:pPr/>
              <a:t>7/30/2026</a:t>
            </a:fld>
            <a:endParaRPr lang="en-US" dirty="0"/>
          </a:p>
        </p:txBody>
      </p:sp>
      <p:sp>
        <p:nvSpPr>
          <p:cNvPr id="4" name="Slide Image Placeholder 3"/>
          <p:cNvSpPr>
            <a:spLocks noGrp="1" noRot="1" noChangeAspect="1"/>
          </p:cNvSpPr>
          <p:nvPr>
            <p:ph type="sldImg" idx="2"/>
          </p:nvPr>
        </p:nvSpPr>
        <p:spPr>
          <a:xfrm>
            <a:off x="1879600" y="1143000"/>
            <a:ext cx="3098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pitchFamily="34" charset="0"/>
              </a:defRPr>
            </a:lvl1pPr>
          </a:lstStyle>
          <a:p>
            <a:fld id="{9875E972-9F07-2B4C-A7FE-11ACC38BEE92}" type="slidenum">
              <a:rPr lang="en-US" smtClean="0"/>
              <a:pPr/>
              <a:t>‹#›</a:t>
            </a:fld>
            <a:endParaRPr lang="en-US" dirty="0"/>
          </a:p>
        </p:txBody>
      </p:sp>
    </p:spTree>
    <p:extLst>
      <p:ext uri="{BB962C8B-B14F-4D97-AF65-F5344CB8AC3E}">
        <p14:creationId xmlns:p14="http://schemas.microsoft.com/office/powerpoint/2010/main" val="390774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panose="020F0502020204030204" pitchFamily="34" charset="0"/>
        <a:ea typeface="+mn-ea"/>
        <a:cs typeface="+mn-cs"/>
      </a:defRPr>
    </a:lvl1pPr>
    <a:lvl2pPr marL="457200" algn="l" defTabSz="914400" rtl="0" eaLnBrk="1" latinLnBrk="0" hangingPunct="1">
      <a:defRPr sz="1200" kern="1200">
        <a:solidFill>
          <a:schemeClr val="tx1"/>
        </a:solidFill>
        <a:latin typeface="Calibri" panose="020F0502020204030204" pitchFamily="34" charset="0"/>
        <a:ea typeface="+mn-ea"/>
        <a:cs typeface="+mn-cs"/>
      </a:defRPr>
    </a:lvl2pPr>
    <a:lvl3pPr marL="914400" algn="l" defTabSz="914400" rtl="0" eaLnBrk="1" latinLnBrk="0" hangingPunct="1">
      <a:defRPr sz="1200" kern="1200">
        <a:solidFill>
          <a:schemeClr val="tx1"/>
        </a:solidFill>
        <a:latin typeface="Calibri" panose="020F0502020204030204" pitchFamily="34" charset="0"/>
        <a:ea typeface="+mn-ea"/>
        <a:cs typeface="+mn-cs"/>
      </a:defRPr>
    </a:lvl3pPr>
    <a:lvl4pPr marL="1371600" algn="l" defTabSz="914400" rtl="0" eaLnBrk="1" latinLnBrk="0" hangingPunct="1">
      <a:defRPr sz="1200" kern="1200">
        <a:solidFill>
          <a:schemeClr val="tx1"/>
        </a:solidFill>
        <a:latin typeface="Calibri" panose="020F0502020204030204" pitchFamily="34" charset="0"/>
        <a:ea typeface="+mn-ea"/>
        <a:cs typeface="+mn-cs"/>
      </a:defRPr>
    </a:lvl4pPr>
    <a:lvl5pPr marL="1828800" algn="l" defTabSz="914400" rtl="0" eaLnBrk="1" latinLnBrk="0" hangingPunct="1">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63344-4EF9-4FD4-F83D-C653B4DF1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6B6CF-83B0-40E0-3C44-C8867F43298F}"/>
              </a:ext>
            </a:extLst>
          </p:cNvPr>
          <p:cNvSpPr>
            <a:spLocks noGrp="1" noRot="1" noChangeAspect="1"/>
          </p:cNvSpPr>
          <p:nvPr>
            <p:ph type="sldImg"/>
          </p:nvPr>
        </p:nvSpPr>
        <p:spPr>
          <a:xfrm>
            <a:off x="1879600" y="1143000"/>
            <a:ext cx="3098800" cy="3086100"/>
          </a:xfrm>
        </p:spPr>
      </p:sp>
      <p:sp>
        <p:nvSpPr>
          <p:cNvPr id="3" name="Notes Placeholder 2">
            <a:extLst>
              <a:ext uri="{FF2B5EF4-FFF2-40B4-BE49-F238E27FC236}">
                <a16:creationId xmlns:a16="http://schemas.microsoft.com/office/drawing/2014/main" id="{4B24F860-38E6-F7C1-3DB5-B2237FF24F6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F9E9D8E4-96FC-DC5C-2F53-A41D35563226}"/>
              </a:ext>
            </a:extLst>
          </p:cNvPr>
          <p:cNvSpPr>
            <a:spLocks noGrp="1"/>
          </p:cNvSpPr>
          <p:nvPr>
            <p:ph type="sldNum" sz="quarter" idx="5"/>
          </p:nvPr>
        </p:nvSpPr>
        <p:spPr/>
        <p:txBody>
          <a:bodyPr/>
          <a:lstStyle/>
          <a:p>
            <a:fld id="{9875E972-9F07-2B4C-A7FE-11ACC38BEE92}" type="slidenum">
              <a:rPr lang="en-US" smtClean="0"/>
              <a:pPr/>
              <a:t>2</a:t>
            </a:fld>
            <a:endParaRPr lang="en-US" dirty="0"/>
          </a:p>
        </p:txBody>
      </p:sp>
    </p:spTree>
    <p:extLst>
      <p:ext uri="{BB962C8B-B14F-4D97-AF65-F5344CB8AC3E}">
        <p14:creationId xmlns:p14="http://schemas.microsoft.com/office/powerpoint/2010/main" val="28906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79600" y="1143000"/>
            <a:ext cx="3098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75E972-9F07-2B4C-A7FE-11ACC38BEE92}" type="slidenum">
              <a:rPr lang="en-US" smtClean="0"/>
              <a:pPr/>
              <a:t>11</a:t>
            </a:fld>
            <a:endParaRPr lang="en-US" dirty="0"/>
          </a:p>
        </p:txBody>
      </p:sp>
    </p:spTree>
    <p:extLst>
      <p:ext uri="{BB962C8B-B14F-4D97-AF65-F5344CB8AC3E}">
        <p14:creationId xmlns:p14="http://schemas.microsoft.com/office/powerpoint/2010/main" val="3037774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ue (vertical logo)">
    <p:bg>
      <p:bgPr>
        <a:solidFill>
          <a:schemeClr val="tx2"/>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72C8AFC2-36E4-52EC-B86B-1DDFCE24213E}"/>
              </a:ext>
            </a:extLst>
          </p:cNvPr>
          <p:cNvSpPr>
            <a:spLocks noGrp="1"/>
          </p:cNvSpPr>
          <p:nvPr>
            <p:ph type="body" sz="quarter" idx="15" hasCustomPrompt="1"/>
          </p:nvPr>
        </p:nvSpPr>
        <p:spPr bwMode="white">
          <a:xfrm>
            <a:off x="502921" y="790600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11" name="Text Placeholder 3">
            <a:extLst>
              <a:ext uri="{FF2B5EF4-FFF2-40B4-BE49-F238E27FC236}">
                <a16:creationId xmlns:a16="http://schemas.microsoft.com/office/drawing/2014/main" id="{B5E74CAA-EA60-CED8-13BE-2CFDF3D286E0}"/>
              </a:ext>
            </a:extLst>
          </p:cNvPr>
          <p:cNvSpPr>
            <a:spLocks noGrp="1"/>
          </p:cNvSpPr>
          <p:nvPr>
            <p:ph type="body" sz="quarter" idx="12" hasCustomPrompt="1"/>
          </p:nvPr>
        </p:nvSpPr>
        <p:spPr bwMode="white">
          <a:xfrm>
            <a:off x="502921" y="757108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10" name="Text Placeholder 3">
            <a:extLst>
              <a:ext uri="{FF2B5EF4-FFF2-40B4-BE49-F238E27FC236}">
                <a16:creationId xmlns:a16="http://schemas.microsoft.com/office/drawing/2014/main" id="{CB44A6A6-80D1-A231-5BCE-9159D9EAB671}"/>
              </a:ext>
            </a:extLst>
          </p:cNvPr>
          <p:cNvSpPr>
            <a:spLocks noGrp="1"/>
          </p:cNvSpPr>
          <p:nvPr>
            <p:ph type="body" sz="quarter" idx="11" hasCustomPrompt="1"/>
          </p:nvPr>
        </p:nvSpPr>
        <p:spPr bwMode="white">
          <a:xfrm>
            <a:off x="502921" y="7236163"/>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5" name="Text Placeholder 3">
            <a:extLst>
              <a:ext uri="{FF2B5EF4-FFF2-40B4-BE49-F238E27FC236}">
                <a16:creationId xmlns:a16="http://schemas.microsoft.com/office/drawing/2014/main" id="{392513AC-DD08-E431-BEF0-0302DD19755F}"/>
              </a:ext>
            </a:extLst>
          </p:cNvPr>
          <p:cNvSpPr>
            <a:spLocks noGrp="1"/>
          </p:cNvSpPr>
          <p:nvPr>
            <p:ph type="body" sz="quarter" idx="17" hasCustomPrompt="1"/>
          </p:nvPr>
        </p:nvSpPr>
        <p:spPr>
          <a:xfrm>
            <a:off x="502920" y="3641725"/>
            <a:ext cx="6035040" cy="2136479"/>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4" name="Text Placeholder 2">
            <a:extLst>
              <a:ext uri="{FF2B5EF4-FFF2-40B4-BE49-F238E27FC236}">
                <a16:creationId xmlns:a16="http://schemas.microsoft.com/office/drawing/2014/main" id="{D265EDB1-2D49-0860-F31E-C48BA83356DD}"/>
              </a:ext>
            </a:extLst>
          </p:cNvPr>
          <p:cNvSpPr>
            <a:spLocks noGrp="1"/>
          </p:cNvSpPr>
          <p:nvPr>
            <p:ph type="body" sz="quarter" idx="16" hasCustomPrompt="1"/>
          </p:nvPr>
        </p:nvSpPr>
        <p:spPr>
          <a:xfrm>
            <a:off x="502920" y="3123791"/>
            <a:ext cx="6035040" cy="303477"/>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2" name="Picture 1" descr="A blue and black logo&#10;&#10;Description automatically generated">
            <a:extLst>
              <a:ext uri="{FF2B5EF4-FFF2-40B4-BE49-F238E27FC236}">
                <a16:creationId xmlns:a16="http://schemas.microsoft.com/office/drawing/2014/main" id="{0454C2E0-1A4D-C3BC-8805-19BA074B450F}"/>
              </a:ext>
            </a:extLst>
          </p:cNvPr>
          <p:cNvPicPr>
            <a:picLocks noGrp="1" noRot="1" noChangeAspect="1" noMove="1" noResize="1" noEditPoints="1" noAdjustHandles="1" noChangeArrowheads="1" noChangeShapeType="1" noCrop="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7277" y="501144"/>
            <a:ext cx="841742" cy="8105467"/>
          </a:xfrm>
          <a:prstGeom prst="rect">
            <a:avLst/>
          </a:prstGeom>
        </p:spPr>
      </p:pic>
    </p:spTree>
    <p:extLst>
      <p:ext uri="{BB962C8B-B14F-4D97-AF65-F5344CB8AC3E}">
        <p14:creationId xmlns:p14="http://schemas.microsoft.com/office/powerpoint/2010/main" val="397504822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vertical logo)">
    <p:bg>
      <p:bgPr>
        <a:solidFill>
          <a:schemeClr val="bg1"/>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8B67DB58-F737-AC10-CC1C-15DBD6E977B5}"/>
              </a:ext>
            </a:extLst>
          </p:cNvPr>
          <p:cNvSpPr>
            <a:spLocks noGrp="1"/>
          </p:cNvSpPr>
          <p:nvPr>
            <p:ph type="body" sz="quarter" idx="15" hasCustomPrompt="1"/>
          </p:nvPr>
        </p:nvSpPr>
        <p:spPr bwMode="white">
          <a:xfrm>
            <a:off x="502921" y="790521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1" name="Text Placeholder 3">
            <a:extLst>
              <a:ext uri="{FF2B5EF4-FFF2-40B4-BE49-F238E27FC236}">
                <a16:creationId xmlns:a16="http://schemas.microsoft.com/office/drawing/2014/main" id="{878A8BD4-EC83-5206-5C7B-605BC11D3ABE}"/>
              </a:ext>
            </a:extLst>
          </p:cNvPr>
          <p:cNvSpPr>
            <a:spLocks noGrp="1"/>
          </p:cNvSpPr>
          <p:nvPr>
            <p:ph type="body" sz="quarter" idx="12" hasCustomPrompt="1"/>
          </p:nvPr>
        </p:nvSpPr>
        <p:spPr bwMode="white">
          <a:xfrm>
            <a:off x="502921" y="757029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0" name="Text Placeholder 3">
            <a:extLst>
              <a:ext uri="{FF2B5EF4-FFF2-40B4-BE49-F238E27FC236}">
                <a16:creationId xmlns:a16="http://schemas.microsoft.com/office/drawing/2014/main" id="{C6B5CCBC-2A7F-98C5-9D8E-0D0149E666C9}"/>
              </a:ext>
            </a:extLst>
          </p:cNvPr>
          <p:cNvSpPr>
            <a:spLocks noGrp="1"/>
          </p:cNvSpPr>
          <p:nvPr>
            <p:ph type="body" sz="quarter" idx="11" hasCustomPrompt="1"/>
          </p:nvPr>
        </p:nvSpPr>
        <p:spPr bwMode="white">
          <a:xfrm>
            <a:off x="502921" y="7235377"/>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4" name="Text Placeholder 3">
            <a:extLst>
              <a:ext uri="{FF2B5EF4-FFF2-40B4-BE49-F238E27FC236}">
                <a16:creationId xmlns:a16="http://schemas.microsoft.com/office/drawing/2014/main" id="{25A803C9-3B4E-EB3B-6029-7BDE0488355A}"/>
              </a:ext>
            </a:extLst>
          </p:cNvPr>
          <p:cNvSpPr>
            <a:spLocks noGrp="1"/>
          </p:cNvSpPr>
          <p:nvPr>
            <p:ph type="body" sz="quarter" idx="17" hasCustomPrompt="1"/>
          </p:nvPr>
        </p:nvSpPr>
        <p:spPr>
          <a:xfrm>
            <a:off x="502920" y="3641725"/>
            <a:ext cx="6035040" cy="2136479"/>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3" name="Text Placeholder 2">
            <a:extLst>
              <a:ext uri="{FF2B5EF4-FFF2-40B4-BE49-F238E27FC236}">
                <a16:creationId xmlns:a16="http://schemas.microsoft.com/office/drawing/2014/main" id="{F4F43539-EB41-4C14-53EF-2935F6D07E47}"/>
              </a:ext>
            </a:extLst>
          </p:cNvPr>
          <p:cNvSpPr>
            <a:spLocks noGrp="1"/>
          </p:cNvSpPr>
          <p:nvPr>
            <p:ph type="body" sz="quarter" idx="16" hasCustomPrompt="1"/>
          </p:nvPr>
        </p:nvSpPr>
        <p:spPr>
          <a:xfrm>
            <a:off x="502920" y="3123791"/>
            <a:ext cx="603504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14" name="Picture 13" descr="A blue and black logo&#10;&#10;Description automatically generated">
            <a:extLst>
              <a:ext uri="{FF2B5EF4-FFF2-40B4-BE49-F238E27FC236}">
                <a16:creationId xmlns:a16="http://schemas.microsoft.com/office/drawing/2014/main" id="{84AA1B72-4063-89DB-D076-1E2338DCA056}"/>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8027277" y="501144"/>
            <a:ext cx="841742" cy="8105467"/>
          </a:xfrm>
          <a:prstGeom prst="rect">
            <a:avLst/>
          </a:prstGeom>
        </p:spPr>
      </p:pic>
    </p:spTree>
    <p:extLst>
      <p:ext uri="{BB962C8B-B14F-4D97-AF65-F5344CB8AC3E}">
        <p14:creationId xmlns:p14="http://schemas.microsoft.com/office/powerpoint/2010/main" val="20256613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blue (vertical logo)">
    <p:bg>
      <p:bgPr>
        <a:solidFill>
          <a:srgbClr val="BDF0FF"/>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1A8230AB-B9C3-ABB7-8E09-DB40160FB893}"/>
              </a:ext>
            </a:extLst>
          </p:cNvPr>
          <p:cNvSpPr>
            <a:spLocks noGrp="1"/>
          </p:cNvSpPr>
          <p:nvPr>
            <p:ph type="body" sz="quarter" idx="15" hasCustomPrompt="1"/>
          </p:nvPr>
        </p:nvSpPr>
        <p:spPr bwMode="white">
          <a:xfrm>
            <a:off x="502921" y="790521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1" name="Text Placeholder 3">
            <a:extLst>
              <a:ext uri="{FF2B5EF4-FFF2-40B4-BE49-F238E27FC236}">
                <a16:creationId xmlns:a16="http://schemas.microsoft.com/office/drawing/2014/main" id="{A337A30B-E80E-D3BE-EC18-C70BD71A60EA}"/>
              </a:ext>
            </a:extLst>
          </p:cNvPr>
          <p:cNvSpPr>
            <a:spLocks noGrp="1"/>
          </p:cNvSpPr>
          <p:nvPr>
            <p:ph type="body" sz="quarter" idx="12" hasCustomPrompt="1"/>
          </p:nvPr>
        </p:nvSpPr>
        <p:spPr bwMode="white">
          <a:xfrm>
            <a:off x="502921" y="757029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0" name="Text Placeholder 3">
            <a:extLst>
              <a:ext uri="{FF2B5EF4-FFF2-40B4-BE49-F238E27FC236}">
                <a16:creationId xmlns:a16="http://schemas.microsoft.com/office/drawing/2014/main" id="{09404725-0715-5DAD-58B4-34C44B05659B}"/>
              </a:ext>
            </a:extLst>
          </p:cNvPr>
          <p:cNvSpPr>
            <a:spLocks noGrp="1"/>
          </p:cNvSpPr>
          <p:nvPr>
            <p:ph type="body" sz="quarter" idx="11" hasCustomPrompt="1"/>
          </p:nvPr>
        </p:nvSpPr>
        <p:spPr bwMode="white">
          <a:xfrm>
            <a:off x="502921" y="7235377"/>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9" name="Text Placeholder 3">
            <a:extLst>
              <a:ext uri="{FF2B5EF4-FFF2-40B4-BE49-F238E27FC236}">
                <a16:creationId xmlns:a16="http://schemas.microsoft.com/office/drawing/2014/main" id="{9DEFDCC6-A291-B654-EC74-B2F7A352C261}"/>
              </a:ext>
            </a:extLst>
          </p:cNvPr>
          <p:cNvSpPr>
            <a:spLocks noGrp="1"/>
          </p:cNvSpPr>
          <p:nvPr>
            <p:ph type="body" sz="quarter" idx="17" hasCustomPrompt="1"/>
          </p:nvPr>
        </p:nvSpPr>
        <p:spPr>
          <a:xfrm>
            <a:off x="502920" y="3641725"/>
            <a:ext cx="6035040" cy="2136479"/>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8" name="Text Placeholder 2">
            <a:extLst>
              <a:ext uri="{FF2B5EF4-FFF2-40B4-BE49-F238E27FC236}">
                <a16:creationId xmlns:a16="http://schemas.microsoft.com/office/drawing/2014/main" id="{063D59C3-AC2B-8821-72FE-690F065F5B0E}"/>
              </a:ext>
            </a:extLst>
          </p:cNvPr>
          <p:cNvSpPr>
            <a:spLocks noGrp="1"/>
          </p:cNvSpPr>
          <p:nvPr>
            <p:ph type="body" sz="quarter" idx="16" hasCustomPrompt="1"/>
          </p:nvPr>
        </p:nvSpPr>
        <p:spPr>
          <a:xfrm>
            <a:off x="502920" y="3123791"/>
            <a:ext cx="603504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2" name="Picture 1" descr="A blue and black logo&#10;&#10;Description automatically generated">
            <a:extLst>
              <a:ext uri="{FF2B5EF4-FFF2-40B4-BE49-F238E27FC236}">
                <a16:creationId xmlns:a16="http://schemas.microsoft.com/office/drawing/2014/main" id="{4F4C1511-F04E-7339-FC99-C7CDCAF03840}"/>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8027277" y="501144"/>
            <a:ext cx="841742" cy="8105467"/>
          </a:xfrm>
          <a:prstGeom prst="rect">
            <a:avLst/>
          </a:prstGeom>
        </p:spPr>
      </p:pic>
    </p:spTree>
    <p:extLst>
      <p:ext uri="{BB962C8B-B14F-4D97-AF65-F5344CB8AC3E}">
        <p14:creationId xmlns:p14="http://schemas.microsoft.com/office/powerpoint/2010/main" val="18414341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bg>
      <p:bgPr>
        <a:solidFill>
          <a:srgbClr val="0B5ED7"/>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1BA6EBA-0B6D-29E9-8810-D683D76E5284}"/>
              </a:ext>
            </a:extLst>
          </p:cNvPr>
          <p:cNvSpPr>
            <a:spLocks noGrp="1"/>
          </p:cNvSpPr>
          <p:nvPr>
            <p:ph type="body" sz="quarter" idx="15" hasCustomPrompt="1"/>
          </p:nvPr>
        </p:nvSpPr>
        <p:spPr bwMode="white">
          <a:xfrm>
            <a:off x="502921" y="790600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3" name="Text Placeholder 3">
            <a:extLst>
              <a:ext uri="{FF2B5EF4-FFF2-40B4-BE49-F238E27FC236}">
                <a16:creationId xmlns:a16="http://schemas.microsoft.com/office/drawing/2014/main" id="{C1FFB978-6F2E-5049-5D74-33430B16B32F}"/>
              </a:ext>
            </a:extLst>
          </p:cNvPr>
          <p:cNvSpPr>
            <a:spLocks noGrp="1"/>
          </p:cNvSpPr>
          <p:nvPr>
            <p:ph type="body" sz="quarter" idx="12" hasCustomPrompt="1"/>
          </p:nvPr>
        </p:nvSpPr>
        <p:spPr bwMode="white">
          <a:xfrm>
            <a:off x="502921" y="757108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2" name="Text Placeholder 3">
            <a:extLst>
              <a:ext uri="{FF2B5EF4-FFF2-40B4-BE49-F238E27FC236}">
                <a16:creationId xmlns:a16="http://schemas.microsoft.com/office/drawing/2014/main" id="{056F195D-D283-0223-500A-2A7F2FFBD180}"/>
              </a:ext>
            </a:extLst>
          </p:cNvPr>
          <p:cNvSpPr>
            <a:spLocks noGrp="1"/>
          </p:cNvSpPr>
          <p:nvPr>
            <p:ph type="body" sz="quarter" idx="11" hasCustomPrompt="1"/>
          </p:nvPr>
        </p:nvSpPr>
        <p:spPr bwMode="white">
          <a:xfrm>
            <a:off x="502921" y="7236163"/>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11" name="Text Placeholder 3">
            <a:extLst>
              <a:ext uri="{FF2B5EF4-FFF2-40B4-BE49-F238E27FC236}">
                <a16:creationId xmlns:a16="http://schemas.microsoft.com/office/drawing/2014/main" id="{DE790E38-98FA-70A9-4EE5-722204681BCA}"/>
              </a:ext>
            </a:extLst>
          </p:cNvPr>
          <p:cNvSpPr>
            <a:spLocks noGrp="1"/>
          </p:cNvSpPr>
          <p:nvPr>
            <p:ph type="body" sz="quarter" idx="19" hasCustomPrompt="1"/>
          </p:nvPr>
        </p:nvSpPr>
        <p:spPr>
          <a:xfrm>
            <a:off x="502920" y="4855658"/>
            <a:ext cx="6035040" cy="2136479"/>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5" name="Text Placeholder 2">
            <a:extLst>
              <a:ext uri="{FF2B5EF4-FFF2-40B4-BE49-F238E27FC236}">
                <a16:creationId xmlns:a16="http://schemas.microsoft.com/office/drawing/2014/main" id="{AB3D7AC3-F347-3071-2181-D9C053A942F7}"/>
              </a:ext>
            </a:extLst>
          </p:cNvPr>
          <p:cNvSpPr>
            <a:spLocks noGrp="1"/>
          </p:cNvSpPr>
          <p:nvPr>
            <p:ph type="body" sz="quarter" idx="18" hasCustomPrompt="1"/>
          </p:nvPr>
        </p:nvSpPr>
        <p:spPr>
          <a:xfrm>
            <a:off x="502920" y="4295497"/>
            <a:ext cx="6035040" cy="323709"/>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14" name="Picture 13" descr="A blue letter on a black background&#10;&#10;Description automatically generated">
            <a:extLst>
              <a:ext uri="{FF2B5EF4-FFF2-40B4-BE49-F238E27FC236}">
                <a16:creationId xmlns:a16="http://schemas.microsoft.com/office/drawing/2014/main" id="{1A35D731-0B11-06EA-0894-958EC48E1220}"/>
              </a:ext>
            </a:extLst>
          </p:cNvPr>
          <p:cNvPicPr>
            <a:picLocks noGrp="1" noRot="1" noChangeAspect="1" noMove="1" noResize="1" noEditPoints="1" noAdjustHandles="1" noChangeArrowheads="1" noChangeShapeType="1" noCrop="1"/>
          </p:cNvPicPr>
          <p:nvPr userDrawn="1"/>
        </p:nvPicPr>
        <p:blipFill>
          <a:blip r:embed="rId2" cstate="print">
            <a:extLst>
              <a:ext uri="{BEBA8EAE-BF5A-486C-A8C5-ECC9F3942E4B}">
                <a14:imgProps xmlns:a14="http://schemas.microsoft.com/office/drawing/2010/main">
                  <a14:imgLayer>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0643" y="875386"/>
            <a:ext cx="8162712" cy="2652972"/>
          </a:xfrm>
          <a:prstGeom prst="rect">
            <a:avLst/>
          </a:prstGeom>
        </p:spPr>
      </p:pic>
    </p:spTree>
    <p:extLst>
      <p:ext uri="{BB962C8B-B14F-4D97-AF65-F5344CB8AC3E}">
        <p14:creationId xmlns:p14="http://schemas.microsoft.com/office/powerpoint/2010/main" val="324694144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p:bgPr>
        <a:solidFill>
          <a:schemeClr val="bg1"/>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7312E4E-DC5C-89CF-7901-9D7696F5D217}"/>
              </a:ext>
            </a:extLst>
          </p:cNvPr>
          <p:cNvSpPr>
            <a:spLocks noGrp="1"/>
          </p:cNvSpPr>
          <p:nvPr>
            <p:ph type="body" sz="quarter" idx="15" hasCustomPrompt="1"/>
          </p:nvPr>
        </p:nvSpPr>
        <p:spPr bwMode="white">
          <a:xfrm>
            <a:off x="502921" y="790521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6" name="Text Placeholder 3">
            <a:extLst>
              <a:ext uri="{FF2B5EF4-FFF2-40B4-BE49-F238E27FC236}">
                <a16:creationId xmlns:a16="http://schemas.microsoft.com/office/drawing/2014/main" id="{252FCA5D-44C5-0E96-A4ED-D15CBC06B98D}"/>
              </a:ext>
            </a:extLst>
          </p:cNvPr>
          <p:cNvSpPr>
            <a:spLocks noGrp="1"/>
          </p:cNvSpPr>
          <p:nvPr>
            <p:ph type="body" sz="quarter" idx="12" hasCustomPrompt="1"/>
          </p:nvPr>
        </p:nvSpPr>
        <p:spPr bwMode="white">
          <a:xfrm>
            <a:off x="502921" y="757029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2" name="Text Placeholder 3">
            <a:extLst>
              <a:ext uri="{FF2B5EF4-FFF2-40B4-BE49-F238E27FC236}">
                <a16:creationId xmlns:a16="http://schemas.microsoft.com/office/drawing/2014/main" id="{2A46E337-3DA0-B0D4-133A-AB8C2FAAE927}"/>
              </a:ext>
            </a:extLst>
          </p:cNvPr>
          <p:cNvSpPr>
            <a:spLocks noGrp="1"/>
          </p:cNvSpPr>
          <p:nvPr>
            <p:ph type="body" sz="quarter" idx="11" hasCustomPrompt="1"/>
          </p:nvPr>
        </p:nvSpPr>
        <p:spPr bwMode="white">
          <a:xfrm>
            <a:off x="502921" y="7235377"/>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11" name="Text Placeholder 3">
            <a:extLst>
              <a:ext uri="{FF2B5EF4-FFF2-40B4-BE49-F238E27FC236}">
                <a16:creationId xmlns:a16="http://schemas.microsoft.com/office/drawing/2014/main" id="{0436B09D-E480-1E38-A7DC-3421B3A1D265}"/>
              </a:ext>
            </a:extLst>
          </p:cNvPr>
          <p:cNvSpPr>
            <a:spLocks noGrp="1"/>
          </p:cNvSpPr>
          <p:nvPr>
            <p:ph type="body" sz="quarter" idx="19" hasCustomPrompt="1"/>
          </p:nvPr>
        </p:nvSpPr>
        <p:spPr>
          <a:xfrm>
            <a:off x="502920" y="4855633"/>
            <a:ext cx="6050280" cy="2136479"/>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10" name="Text Placeholder 2">
            <a:extLst>
              <a:ext uri="{FF2B5EF4-FFF2-40B4-BE49-F238E27FC236}">
                <a16:creationId xmlns:a16="http://schemas.microsoft.com/office/drawing/2014/main" id="{DEF22C47-0608-FFD6-A0EF-7FC8A2089868}"/>
              </a:ext>
            </a:extLst>
          </p:cNvPr>
          <p:cNvSpPr>
            <a:spLocks noGrp="1"/>
          </p:cNvSpPr>
          <p:nvPr>
            <p:ph type="body" sz="quarter" idx="18" hasCustomPrompt="1"/>
          </p:nvPr>
        </p:nvSpPr>
        <p:spPr>
          <a:xfrm>
            <a:off x="502920" y="4289143"/>
            <a:ext cx="603504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14" name="Picture 13" descr="A blue letter on a black background&#10;&#10;Description automatically generated">
            <a:extLst>
              <a:ext uri="{FF2B5EF4-FFF2-40B4-BE49-F238E27FC236}">
                <a16:creationId xmlns:a16="http://schemas.microsoft.com/office/drawing/2014/main" id="{2ACDB9F0-E4A4-8202-89B5-AB6BCF94BD51}"/>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490643" y="875386"/>
            <a:ext cx="8162712" cy="2652972"/>
          </a:xfrm>
          <a:prstGeom prst="rect">
            <a:avLst/>
          </a:prstGeom>
        </p:spPr>
      </p:pic>
    </p:spTree>
    <p:extLst>
      <p:ext uri="{BB962C8B-B14F-4D97-AF65-F5344CB8AC3E}">
        <p14:creationId xmlns:p14="http://schemas.microsoft.com/office/powerpoint/2010/main" val="11079167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xmlns:p15="http://schemas.microsoft.com/office/powerpoint/2012/main">
      <p:transition>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blue">
    <p:bg>
      <p:bgPr>
        <a:solidFill>
          <a:schemeClr val="tx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extLst>
              <p:ext uri="{D42A27DB-BD31-4B8C-83A1-F6EECF244321}">
                <p14:modId xmlns:p14="http://schemas.microsoft.com/office/powerpoint/2010/main" val="2575810408"/>
              </p:ext>
            </p:ext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6" name="Picture Placeholder 4">
            <a:extLst>
              <a:ext uri="{FF2B5EF4-FFF2-40B4-BE49-F238E27FC236}">
                <a16:creationId xmlns:a16="http://schemas.microsoft.com/office/drawing/2014/main" id="{4A21B94C-7C28-C49E-8A73-7BB8D32C62DC}"/>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4" name="Text Placeholder 3">
            <a:extLst>
              <a:ext uri="{FF2B5EF4-FFF2-40B4-BE49-F238E27FC236}">
                <a16:creationId xmlns:a16="http://schemas.microsoft.com/office/drawing/2014/main" id="{2EE367FA-0013-3CCF-0C7D-DDEC90BC56D6}"/>
              </a:ext>
            </a:extLst>
          </p:cNvPr>
          <p:cNvSpPr>
            <a:spLocks noGrp="1"/>
          </p:cNvSpPr>
          <p:nvPr>
            <p:ph type="body" sz="quarter" idx="15" hasCustomPrompt="1"/>
          </p:nvPr>
        </p:nvSpPr>
        <p:spPr bwMode="white">
          <a:xfrm>
            <a:off x="502920" y="7900211"/>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12" name="Text Placeholder 3">
            <a:extLst>
              <a:ext uri="{FF2B5EF4-FFF2-40B4-BE49-F238E27FC236}">
                <a16:creationId xmlns:a16="http://schemas.microsoft.com/office/drawing/2014/main" id="{1823AE83-3E3B-92E1-FB70-9FBDAA6BCC8A}"/>
              </a:ext>
            </a:extLst>
          </p:cNvPr>
          <p:cNvSpPr>
            <a:spLocks noGrp="1"/>
          </p:cNvSpPr>
          <p:nvPr>
            <p:ph type="body" sz="quarter" idx="12" hasCustomPrompt="1"/>
          </p:nvPr>
        </p:nvSpPr>
        <p:spPr bwMode="white">
          <a:xfrm>
            <a:off x="502920" y="7567552"/>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11" name="Text Placeholder 3">
            <a:extLst>
              <a:ext uri="{FF2B5EF4-FFF2-40B4-BE49-F238E27FC236}">
                <a16:creationId xmlns:a16="http://schemas.microsoft.com/office/drawing/2014/main" id="{8471E571-6560-C923-2D4C-1DA9F62DE1CC}"/>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9" name="Text Placeholder 3">
            <a:extLst>
              <a:ext uri="{FF2B5EF4-FFF2-40B4-BE49-F238E27FC236}">
                <a16:creationId xmlns:a16="http://schemas.microsoft.com/office/drawing/2014/main" id="{65D577A7-4438-51B9-1408-E3E654B19ADF}"/>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0418FC48-F21F-8519-D2D8-2885B0BD65FA}"/>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2" name="Picture 1" descr="A blue letter on a black background&#10;&#10;Description automatically generated">
            <a:extLst>
              <a:ext uri="{FF2B5EF4-FFF2-40B4-BE49-F238E27FC236}">
                <a16:creationId xmlns:a16="http://schemas.microsoft.com/office/drawing/2014/main" id="{F7BE3BDF-77FD-FD36-ABA6-BBC1A344EE4E}"/>
              </a:ext>
            </a:extLst>
          </p:cNvPr>
          <p:cNvPicPr>
            <a:picLocks noGrp="1" noRot="1" noMove="1" noResize="1" noEditPoints="1" noAdjustHandles="1" noChangeArrowheads="1" noChangeShapeType="1" noCrop="1"/>
          </p:cNvPicPr>
          <p:nvPr userDrawn="1"/>
        </p:nvPicPr>
        <p:blipFill>
          <a:blip r:embed="rId6" cstate="print">
            <a:extLst>
              <a:ext uri="{BEBA8EAE-BF5A-486C-A8C5-ECC9F3942E4B}">
                <a14:imgProps xmlns:a14="http://schemas.microsoft.com/office/drawing/2010/main">
                  <a14:imgLayer>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15491255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v="urn:schemas-microsoft-com:vml" xmlns:a14="http://schemas.microsoft.com/office/drawing/2010/main" xmlns:p15="http://schemas.microsoft.com/office/powerpoint/2012/main">
      <p:transition>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whit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extLst>
              <p:ext uri="{D42A27DB-BD31-4B8C-83A1-F6EECF244321}">
                <p14:modId xmlns:p14="http://schemas.microsoft.com/office/powerpoint/2010/main" val="1116207919"/>
              </p:ext>
            </p:ext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5" name="Picture Placeholder 4">
            <a:extLst>
              <a:ext uri="{FF2B5EF4-FFF2-40B4-BE49-F238E27FC236}">
                <a16:creationId xmlns:a16="http://schemas.microsoft.com/office/drawing/2014/main" id="{06FA6940-81B4-5F30-47C8-908F58E0B439}"/>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4" name="Text Placeholder 3">
            <a:extLst>
              <a:ext uri="{FF2B5EF4-FFF2-40B4-BE49-F238E27FC236}">
                <a16:creationId xmlns:a16="http://schemas.microsoft.com/office/drawing/2014/main" id="{CC9B2CB8-AACA-A98F-4406-A49710FED381}"/>
              </a:ext>
            </a:extLst>
          </p:cNvPr>
          <p:cNvSpPr>
            <a:spLocks noGrp="1"/>
          </p:cNvSpPr>
          <p:nvPr>
            <p:ph type="body" sz="quarter" idx="15" hasCustomPrompt="1"/>
          </p:nvPr>
        </p:nvSpPr>
        <p:spPr bwMode="white">
          <a:xfrm>
            <a:off x="502920" y="7898497"/>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3" name="Text Placeholder 3">
            <a:extLst>
              <a:ext uri="{FF2B5EF4-FFF2-40B4-BE49-F238E27FC236}">
                <a16:creationId xmlns:a16="http://schemas.microsoft.com/office/drawing/2014/main" id="{0318B85E-CB3F-F750-5606-E0E20DA5ED76}"/>
              </a:ext>
            </a:extLst>
          </p:cNvPr>
          <p:cNvSpPr>
            <a:spLocks noGrp="1"/>
          </p:cNvSpPr>
          <p:nvPr>
            <p:ph type="body" sz="quarter" idx="12" hasCustomPrompt="1"/>
          </p:nvPr>
        </p:nvSpPr>
        <p:spPr bwMode="white">
          <a:xfrm>
            <a:off x="502920" y="7566696"/>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2" name="Text Placeholder 3">
            <a:extLst>
              <a:ext uri="{FF2B5EF4-FFF2-40B4-BE49-F238E27FC236}">
                <a16:creationId xmlns:a16="http://schemas.microsoft.com/office/drawing/2014/main" id="{2DEE87C9-58F0-1BD5-F424-DF9A5B09F07E}"/>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9" name="Text Placeholder 3">
            <a:extLst>
              <a:ext uri="{FF2B5EF4-FFF2-40B4-BE49-F238E27FC236}">
                <a16:creationId xmlns:a16="http://schemas.microsoft.com/office/drawing/2014/main" id="{40305E62-8667-FC12-E707-F92FB396423D}"/>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E2B8A9A7-64E0-C36E-31F7-BE506AC64AB4}"/>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16" name="Picture 15" descr="A blue letter on a black background&#10;&#10;Description automatically generated">
            <a:extLst>
              <a:ext uri="{FF2B5EF4-FFF2-40B4-BE49-F238E27FC236}">
                <a16:creationId xmlns:a16="http://schemas.microsoft.com/office/drawing/2014/main" id="{A9543EE3-B6C8-50A7-7410-B4C6D0EE329C}"/>
              </a:ext>
            </a:extLst>
          </p:cNvPr>
          <p:cNvPicPr>
            <a:picLocks noGrp="1" noRot="1" noChangeAspect="1" noMove="1" noResize="1" noEditPoints="1" noAdjustHandles="1" noChangeArrowheads="1" noChangeShapeType="1" noCrop="1"/>
          </p:cNvPicPr>
          <p:nvPr userDrawn="1"/>
        </p:nvPicPr>
        <p:blipFill>
          <a:blip r:embed="rId6" cstate="print">
            <a:extLs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99570377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v="urn:schemas-microsoft-com:vml" xmlns:a14="http://schemas.microsoft.com/office/drawing/2010/main" xmlns:p15="http://schemas.microsoft.com/office/powerpoint/2012/main">
      <p:transition>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light blue">
    <p:bg>
      <p:bgPr>
        <a:solidFill>
          <a:srgbClr val="BDF0FF"/>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6" name="Picture Placeholder 4">
            <a:extLst>
              <a:ext uri="{FF2B5EF4-FFF2-40B4-BE49-F238E27FC236}">
                <a16:creationId xmlns:a16="http://schemas.microsoft.com/office/drawing/2014/main" id="{5E12D76E-01D3-07B0-1D56-2358A148957B}"/>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5" name="Text Placeholder 3">
            <a:extLst>
              <a:ext uri="{FF2B5EF4-FFF2-40B4-BE49-F238E27FC236}">
                <a16:creationId xmlns:a16="http://schemas.microsoft.com/office/drawing/2014/main" id="{5CB24236-CADB-7354-060A-BE0EB20144E2}"/>
              </a:ext>
            </a:extLst>
          </p:cNvPr>
          <p:cNvSpPr>
            <a:spLocks noGrp="1"/>
          </p:cNvSpPr>
          <p:nvPr>
            <p:ph type="body" sz="quarter" idx="15" hasCustomPrompt="1"/>
          </p:nvPr>
        </p:nvSpPr>
        <p:spPr bwMode="white">
          <a:xfrm>
            <a:off x="502920" y="7898497"/>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4" name="Text Placeholder 3">
            <a:extLst>
              <a:ext uri="{FF2B5EF4-FFF2-40B4-BE49-F238E27FC236}">
                <a16:creationId xmlns:a16="http://schemas.microsoft.com/office/drawing/2014/main" id="{A909AA42-874F-29D2-A2E8-5F92C25F8856}"/>
              </a:ext>
            </a:extLst>
          </p:cNvPr>
          <p:cNvSpPr>
            <a:spLocks noGrp="1"/>
          </p:cNvSpPr>
          <p:nvPr>
            <p:ph type="body" sz="quarter" idx="12" hasCustomPrompt="1"/>
          </p:nvPr>
        </p:nvSpPr>
        <p:spPr bwMode="white">
          <a:xfrm>
            <a:off x="502920" y="7566696"/>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2" name="Text Placeholder 3">
            <a:extLst>
              <a:ext uri="{FF2B5EF4-FFF2-40B4-BE49-F238E27FC236}">
                <a16:creationId xmlns:a16="http://schemas.microsoft.com/office/drawing/2014/main" id="{C6E9C10D-3E78-9EB7-56B2-E9F108939862}"/>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9" name="Text Placeholder 3">
            <a:extLst>
              <a:ext uri="{FF2B5EF4-FFF2-40B4-BE49-F238E27FC236}">
                <a16:creationId xmlns:a16="http://schemas.microsoft.com/office/drawing/2014/main" id="{248CCF44-10C0-C55C-9440-4D098E5BE883}"/>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78224E75-DFDC-5E03-C79D-82F76B43E908}"/>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2" name="Picture 1" descr="A blue letter on a black background&#10;&#10;Description automatically generated">
            <a:extLst>
              <a:ext uri="{FF2B5EF4-FFF2-40B4-BE49-F238E27FC236}">
                <a16:creationId xmlns:a16="http://schemas.microsoft.com/office/drawing/2014/main" id="{B9D51D7F-AFCE-8C5D-DC4D-4792772F4994}"/>
              </a:ext>
            </a:extLst>
          </p:cNvPr>
          <p:cNvPicPr>
            <a:picLocks noGrp="1" noRot="1" noMove="1" noResize="1" noEditPoints="1" noAdjustHandles="1" noChangeArrowheads="1" noChangeShapeType="1" noCrop="1"/>
          </p:cNvPicPr>
          <p:nvPr userDrawn="1"/>
        </p:nvPicPr>
        <p:blipFill>
          <a:blip r:embed="rId6" cstate="print">
            <a:extLs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183555789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v="urn:schemas-microsoft-com:vml" xmlns:a14="http://schemas.microsoft.com/office/drawing/2010/main" xmlns:p15="http://schemas.microsoft.com/office/powerpoint/2012/main">
      <p:transition>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dark blue">
    <p:bg>
      <p:bgPr>
        <a:solidFill>
          <a:srgbClr val="00126E"/>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extLst>
              <p:ext uri="{D42A27DB-BD31-4B8C-83A1-F6EECF244321}">
                <p14:modId xmlns:p14="http://schemas.microsoft.com/office/powerpoint/2010/main" val="639482034"/>
              </p:ext>
            </p:ext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6" name="Picture Placeholder 4">
            <a:extLst>
              <a:ext uri="{FF2B5EF4-FFF2-40B4-BE49-F238E27FC236}">
                <a16:creationId xmlns:a16="http://schemas.microsoft.com/office/drawing/2014/main" id="{683DEB3E-7F85-179F-44C9-A5EF66E3060C}"/>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5" name="Text Placeholder 3">
            <a:extLst>
              <a:ext uri="{FF2B5EF4-FFF2-40B4-BE49-F238E27FC236}">
                <a16:creationId xmlns:a16="http://schemas.microsoft.com/office/drawing/2014/main" id="{85C7F54A-F913-36F3-2F31-734BCB4E1544}"/>
              </a:ext>
            </a:extLst>
          </p:cNvPr>
          <p:cNvSpPr>
            <a:spLocks noGrp="1"/>
          </p:cNvSpPr>
          <p:nvPr>
            <p:ph type="body" sz="quarter" idx="15" hasCustomPrompt="1"/>
          </p:nvPr>
        </p:nvSpPr>
        <p:spPr bwMode="white">
          <a:xfrm>
            <a:off x="502920" y="7898497"/>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14" name="Text Placeholder 3">
            <a:extLst>
              <a:ext uri="{FF2B5EF4-FFF2-40B4-BE49-F238E27FC236}">
                <a16:creationId xmlns:a16="http://schemas.microsoft.com/office/drawing/2014/main" id="{AF9C8156-A911-51E4-C6BC-A3CEFA732A11}"/>
              </a:ext>
            </a:extLst>
          </p:cNvPr>
          <p:cNvSpPr>
            <a:spLocks noGrp="1"/>
          </p:cNvSpPr>
          <p:nvPr>
            <p:ph type="body" sz="quarter" idx="12" hasCustomPrompt="1"/>
          </p:nvPr>
        </p:nvSpPr>
        <p:spPr bwMode="white">
          <a:xfrm>
            <a:off x="502920" y="7566696"/>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13" name="Text Placeholder 3">
            <a:extLst>
              <a:ext uri="{FF2B5EF4-FFF2-40B4-BE49-F238E27FC236}">
                <a16:creationId xmlns:a16="http://schemas.microsoft.com/office/drawing/2014/main" id="{8C4D7B7A-CA4A-233C-C20B-00C100B4452E}"/>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9" name="Text Placeholder 3">
            <a:extLst>
              <a:ext uri="{FF2B5EF4-FFF2-40B4-BE49-F238E27FC236}">
                <a16:creationId xmlns:a16="http://schemas.microsoft.com/office/drawing/2014/main" id="{FE874D61-3A86-BE22-8DE1-7D0B805C6F1B}"/>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C11EBC91-9963-A82F-09DB-9FD3761D758A}"/>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12" name="Picture 11" descr="A blue letter on a black background&#10;&#10;Description automatically generated">
            <a:extLst>
              <a:ext uri="{FF2B5EF4-FFF2-40B4-BE49-F238E27FC236}">
                <a16:creationId xmlns:a16="http://schemas.microsoft.com/office/drawing/2014/main" id="{3B491AB6-7AFB-564D-92F4-42298A0191FB}"/>
              </a:ext>
            </a:extLst>
          </p:cNvPr>
          <p:cNvPicPr>
            <a:picLocks noGrp="1" noRot="1" noChangeAspect="1" noMove="1" noResize="1" noEditPoints="1" noAdjustHandles="1" noChangeArrowheads="1" noChangeShapeType="1" noCrop="1"/>
          </p:cNvPicPr>
          <p:nvPr userDrawn="1"/>
        </p:nvPicPr>
        <p:blipFill>
          <a:blip r:embed="rId6" cstate="print">
            <a:extLst>
              <a:ext uri="{BEBA8EAE-BF5A-486C-A8C5-ECC9F3942E4B}">
                <a14:imgProps xmlns:a14="http://schemas.microsoft.com/office/drawing/2010/main">
                  <a14:imgLayer>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182557511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v="urn:schemas-microsoft-com:vml" xmlns:a14="http://schemas.microsoft.com/office/drawing/2010/main" xmlns:p15="http://schemas.microsoft.com/office/powerpoint/2012/main">
      <p:transition>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and 1/2 image">
    <p:bg>
      <p:bgPr>
        <a:solidFill>
          <a:schemeClr val="tx2"/>
        </a:solidFill>
        <a:effectLst/>
      </p:bgPr>
    </p:bg>
    <p:spTree>
      <p:nvGrpSpPr>
        <p:cNvPr id="1" name=""/>
        <p:cNvGrpSpPr/>
        <p:nvPr/>
      </p:nvGrpSpPr>
      <p:grpSpPr>
        <a:xfrm>
          <a:off x="0" y="0"/>
          <a:ext cx="0" cy="0"/>
          <a:chOff x="0" y="0"/>
          <a:chExt cx="0" cy="0"/>
        </a:xfrm>
      </p:grpSpPr>
      <p:sp>
        <p:nvSpPr>
          <p:cNvPr id="14" name="Picture Placeholder 14">
            <a:extLst>
              <a:ext uri="{FF2B5EF4-FFF2-40B4-BE49-F238E27FC236}">
                <a16:creationId xmlns:a16="http://schemas.microsoft.com/office/drawing/2014/main" id="{4D4ADBDF-40DC-0727-7500-3CB2AD529793}"/>
              </a:ext>
            </a:extLst>
          </p:cNvPr>
          <p:cNvSpPr>
            <a:spLocks noGrp="1"/>
          </p:cNvSpPr>
          <p:nvPr>
            <p:ph type="pic" sz="quarter" idx="23" hasCustomPrompt="1"/>
          </p:nvPr>
        </p:nvSpPr>
        <p:spPr>
          <a:xfrm>
            <a:off x="4572000" y="0"/>
            <a:ext cx="4572000" cy="9104313"/>
          </a:xfrm>
          <a:custGeom>
            <a:avLst/>
            <a:gdLst>
              <a:gd name="connsiteX0" fmla="*/ 4290930 w 4572000"/>
              <a:gd name="connsiteY0" fmla="*/ 4918662 h 5143500"/>
              <a:gd name="connsiteX1" fmla="*/ 4290937 w 4572000"/>
              <a:gd name="connsiteY1" fmla="*/ 4918670 h 5143500"/>
              <a:gd name="connsiteX2" fmla="*/ 4290930 w 4572000"/>
              <a:gd name="connsiteY2" fmla="*/ 4918680 h 5143500"/>
              <a:gd name="connsiteX3" fmla="*/ 4185882 w 4572000"/>
              <a:gd name="connsiteY3" fmla="*/ 4908682 h 5143500"/>
              <a:gd name="connsiteX4" fmla="*/ 4211191 w 4572000"/>
              <a:gd name="connsiteY4" fmla="*/ 4931060 h 5143500"/>
              <a:gd name="connsiteX5" fmla="*/ 4185882 w 4572000"/>
              <a:gd name="connsiteY5" fmla="*/ 4955819 h 5143500"/>
              <a:gd name="connsiteX6" fmla="*/ 4180150 w 4572000"/>
              <a:gd name="connsiteY6" fmla="*/ 4955819 h 5143500"/>
              <a:gd name="connsiteX7" fmla="*/ 4180150 w 4572000"/>
              <a:gd name="connsiteY7" fmla="*/ 4908800 h 5143500"/>
              <a:gd name="connsiteX8" fmla="*/ 4185882 w 4572000"/>
              <a:gd name="connsiteY8" fmla="*/ 4908682 h 5143500"/>
              <a:gd name="connsiteX9" fmla="*/ 3737514 w 4572000"/>
              <a:gd name="connsiteY9" fmla="*/ 4908682 h 5143500"/>
              <a:gd name="connsiteX10" fmla="*/ 3762824 w 4572000"/>
              <a:gd name="connsiteY10" fmla="*/ 4931060 h 5143500"/>
              <a:gd name="connsiteX11" fmla="*/ 3737514 w 4572000"/>
              <a:gd name="connsiteY11" fmla="*/ 4955819 h 5143500"/>
              <a:gd name="connsiteX12" fmla="*/ 3731782 w 4572000"/>
              <a:gd name="connsiteY12" fmla="*/ 4955819 h 5143500"/>
              <a:gd name="connsiteX13" fmla="*/ 3731782 w 4572000"/>
              <a:gd name="connsiteY13" fmla="*/ 4908800 h 5143500"/>
              <a:gd name="connsiteX14" fmla="*/ 3737514 w 4572000"/>
              <a:gd name="connsiteY14" fmla="*/ 4908682 h 5143500"/>
              <a:gd name="connsiteX15" fmla="*/ 4084176 w 4572000"/>
              <a:gd name="connsiteY15" fmla="*/ 4889642 h 5143500"/>
              <a:gd name="connsiteX16" fmla="*/ 4084176 w 4572000"/>
              <a:gd name="connsiteY16" fmla="*/ 5003422 h 5143500"/>
              <a:gd name="connsiteX17" fmla="*/ 4119036 w 4572000"/>
              <a:gd name="connsiteY17" fmla="*/ 5003422 h 5143500"/>
              <a:gd name="connsiteX18" fmla="*/ 4119036 w 4572000"/>
              <a:gd name="connsiteY18" fmla="*/ 4889642 h 5143500"/>
              <a:gd name="connsiteX19" fmla="*/ 4003476 w 4572000"/>
              <a:gd name="connsiteY19" fmla="*/ 4889642 h 5143500"/>
              <a:gd name="connsiteX20" fmla="*/ 4003476 w 4572000"/>
              <a:gd name="connsiteY20" fmla="*/ 5003422 h 5143500"/>
              <a:gd name="connsiteX21" fmla="*/ 4066503 w 4572000"/>
              <a:gd name="connsiteY21" fmla="*/ 5003422 h 5143500"/>
              <a:gd name="connsiteX22" fmla="*/ 4071759 w 4572000"/>
              <a:gd name="connsiteY22" fmla="*/ 4980570 h 5143500"/>
              <a:gd name="connsiteX23" fmla="*/ 4038337 w 4572000"/>
              <a:gd name="connsiteY23" fmla="*/ 4980570 h 5143500"/>
              <a:gd name="connsiteX24" fmla="*/ 4038337 w 4572000"/>
              <a:gd name="connsiteY24" fmla="*/ 4889642 h 5143500"/>
              <a:gd name="connsiteX25" fmla="*/ 3942839 w 4572000"/>
              <a:gd name="connsiteY25" fmla="*/ 4889642 h 5143500"/>
              <a:gd name="connsiteX26" fmla="*/ 3942839 w 4572000"/>
              <a:gd name="connsiteY26" fmla="*/ 5003422 h 5143500"/>
              <a:gd name="connsiteX27" fmla="*/ 3977700 w 4572000"/>
              <a:gd name="connsiteY27" fmla="*/ 5003422 h 5143500"/>
              <a:gd name="connsiteX28" fmla="*/ 3977700 w 4572000"/>
              <a:gd name="connsiteY28" fmla="*/ 4889642 h 5143500"/>
              <a:gd name="connsiteX29" fmla="*/ 3811044 w 4572000"/>
              <a:gd name="connsiteY29" fmla="*/ 4889642 h 5143500"/>
              <a:gd name="connsiteX30" fmla="*/ 3811044 w 4572000"/>
              <a:gd name="connsiteY30" fmla="*/ 5003422 h 5143500"/>
              <a:gd name="connsiteX31" fmla="*/ 3845905 w 4572000"/>
              <a:gd name="connsiteY31" fmla="*/ 5003422 h 5143500"/>
              <a:gd name="connsiteX32" fmla="*/ 3845905 w 4572000"/>
              <a:gd name="connsiteY32" fmla="*/ 4958675 h 5143500"/>
              <a:gd name="connsiteX33" fmla="*/ 3882193 w 4572000"/>
              <a:gd name="connsiteY33" fmla="*/ 4958675 h 5143500"/>
              <a:gd name="connsiteX34" fmla="*/ 3882193 w 4572000"/>
              <a:gd name="connsiteY34" fmla="*/ 5003422 h 5143500"/>
              <a:gd name="connsiteX35" fmla="*/ 3917054 w 4572000"/>
              <a:gd name="connsiteY35" fmla="*/ 5003422 h 5143500"/>
              <a:gd name="connsiteX36" fmla="*/ 3917054 w 4572000"/>
              <a:gd name="connsiteY36" fmla="*/ 4889642 h 5143500"/>
              <a:gd name="connsiteX37" fmla="*/ 3882193 w 4572000"/>
              <a:gd name="connsiteY37" fmla="*/ 4889642 h 5143500"/>
              <a:gd name="connsiteX38" fmla="*/ 3882193 w 4572000"/>
              <a:gd name="connsiteY38" fmla="*/ 4934873 h 5143500"/>
              <a:gd name="connsiteX39" fmla="*/ 3845905 w 4572000"/>
              <a:gd name="connsiteY39" fmla="*/ 4934873 h 5143500"/>
              <a:gd name="connsiteX40" fmla="*/ 3845905 w 4572000"/>
              <a:gd name="connsiteY40" fmla="*/ 4889642 h 5143500"/>
              <a:gd name="connsiteX41" fmla="*/ 4187786 w 4572000"/>
              <a:gd name="connsiteY41" fmla="*/ 4887261 h 5143500"/>
              <a:gd name="connsiteX42" fmla="*/ 4145289 w 4572000"/>
              <a:gd name="connsiteY42" fmla="*/ 4889642 h 5143500"/>
              <a:gd name="connsiteX43" fmla="*/ 4145289 w 4572000"/>
              <a:gd name="connsiteY43" fmla="*/ 5003422 h 5143500"/>
              <a:gd name="connsiteX44" fmla="*/ 4180150 w 4572000"/>
              <a:gd name="connsiteY44" fmla="*/ 5003422 h 5143500"/>
              <a:gd name="connsiteX45" fmla="*/ 4180150 w 4572000"/>
              <a:gd name="connsiteY45" fmla="*/ 4976282 h 5143500"/>
              <a:gd name="connsiteX46" fmla="*/ 4192566 w 4572000"/>
              <a:gd name="connsiteY46" fmla="*/ 4976282 h 5143500"/>
              <a:gd name="connsiteX47" fmla="*/ 4192566 w 4572000"/>
              <a:gd name="connsiteY47" fmla="*/ 4976291 h 5143500"/>
              <a:gd name="connsiteX48" fmla="*/ 4245567 w 4572000"/>
              <a:gd name="connsiteY48" fmla="*/ 4930586 h 5143500"/>
              <a:gd name="connsiteX49" fmla="*/ 4187786 w 4572000"/>
              <a:gd name="connsiteY49" fmla="*/ 4887261 h 5143500"/>
              <a:gd name="connsiteX50" fmla="*/ 3739428 w 4572000"/>
              <a:gd name="connsiteY50" fmla="*/ 4887261 h 5143500"/>
              <a:gd name="connsiteX51" fmla="*/ 3696931 w 4572000"/>
              <a:gd name="connsiteY51" fmla="*/ 4889642 h 5143500"/>
              <a:gd name="connsiteX52" fmla="*/ 3696931 w 4572000"/>
              <a:gd name="connsiteY52" fmla="*/ 5003422 h 5143500"/>
              <a:gd name="connsiteX53" fmla="*/ 3731791 w 4572000"/>
              <a:gd name="connsiteY53" fmla="*/ 5003422 h 5143500"/>
              <a:gd name="connsiteX54" fmla="*/ 3731791 w 4572000"/>
              <a:gd name="connsiteY54" fmla="*/ 4976282 h 5143500"/>
              <a:gd name="connsiteX55" fmla="*/ 3744208 w 4572000"/>
              <a:gd name="connsiteY55" fmla="*/ 4976282 h 5143500"/>
              <a:gd name="connsiteX56" fmla="*/ 3744199 w 4572000"/>
              <a:gd name="connsiteY56" fmla="*/ 4976291 h 5143500"/>
              <a:gd name="connsiteX57" fmla="*/ 3797199 w 4572000"/>
              <a:gd name="connsiteY57" fmla="*/ 4930586 h 5143500"/>
              <a:gd name="connsiteX58" fmla="*/ 3739428 w 4572000"/>
              <a:gd name="connsiteY58" fmla="*/ 4887261 h 5143500"/>
              <a:gd name="connsiteX59" fmla="*/ 4303337 w 4572000"/>
              <a:gd name="connsiteY59" fmla="*/ 4887252 h 5143500"/>
              <a:gd name="connsiteX60" fmla="*/ 4256069 w 4572000"/>
              <a:gd name="connsiteY60" fmla="*/ 4921527 h 5143500"/>
              <a:gd name="connsiteX61" fmla="*/ 4310507 w 4572000"/>
              <a:gd name="connsiteY61" fmla="*/ 4971994 h 5143500"/>
              <a:gd name="connsiteX62" fmla="*/ 4292367 w 4572000"/>
              <a:gd name="connsiteY62" fmla="*/ 4982942 h 5143500"/>
              <a:gd name="connsiteX63" fmla="*/ 4252736 w 4572000"/>
              <a:gd name="connsiteY63" fmla="*/ 4973892 h 5143500"/>
              <a:gd name="connsiteX64" fmla="*/ 4256555 w 4572000"/>
              <a:gd name="connsiteY64" fmla="*/ 5000074 h 5143500"/>
              <a:gd name="connsiteX65" fmla="*/ 4292844 w 4572000"/>
              <a:gd name="connsiteY65" fmla="*/ 5005785 h 5143500"/>
              <a:gd name="connsiteX66" fmla="*/ 4345844 w 4572000"/>
              <a:gd name="connsiteY66" fmla="*/ 4967697 h 5143500"/>
              <a:gd name="connsiteX67" fmla="*/ 4299510 w 4572000"/>
              <a:gd name="connsiteY67" fmla="*/ 4928600 h 5143500"/>
              <a:gd name="connsiteX68" fmla="*/ 4290937 w 4572000"/>
              <a:gd name="connsiteY68" fmla="*/ 4918670 h 5143500"/>
              <a:gd name="connsiteX69" fmla="*/ 4295287 w 4572000"/>
              <a:gd name="connsiteY69" fmla="*/ 4911836 h 5143500"/>
              <a:gd name="connsiteX70" fmla="*/ 4307165 w 4572000"/>
              <a:gd name="connsiteY70" fmla="*/ 4909630 h 5143500"/>
              <a:gd name="connsiteX71" fmla="*/ 4338198 w 4572000"/>
              <a:gd name="connsiteY71" fmla="*/ 4915341 h 5143500"/>
              <a:gd name="connsiteX72" fmla="*/ 4335332 w 4572000"/>
              <a:gd name="connsiteY72" fmla="*/ 4890582 h 5143500"/>
              <a:gd name="connsiteX73" fmla="*/ 4303337 w 4572000"/>
              <a:gd name="connsiteY73" fmla="*/ 4887252 h 5143500"/>
              <a:gd name="connsiteX74" fmla="*/ 0 w 4572000"/>
              <a:gd name="connsiteY74" fmla="*/ 0 h 5143500"/>
              <a:gd name="connsiteX75" fmla="*/ 4572000 w 4572000"/>
              <a:gd name="connsiteY75" fmla="*/ 0 h 5143500"/>
              <a:gd name="connsiteX76" fmla="*/ 4572000 w 4572000"/>
              <a:gd name="connsiteY76" fmla="*/ 5143500 h 5143500"/>
              <a:gd name="connsiteX77" fmla="*/ 0 w 4572000"/>
              <a:gd name="connsiteY7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572000" h="5143500">
                <a:moveTo>
                  <a:pt x="4290930" y="4918662"/>
                </a:moveTo>
                <a:lnTo>
                  <a:pt x="4290937" y="4918670"/>
                </a:lnTo>
                <a:lnTo>
                  <a:pt x="4290930" y="4918680"/>
                </a:lnTo>
                <a:close/>
                <a:moveTo>
                  <a:pt x="4185882" y="4908682"/>
                </a:moveTo>
                <a:cubicBezTo>
                  <a:pt x="4203069" y="4908682"/>
                  <a:pt x="4211191" y="4916774"/>
                  <a:pt x="4211191" y="4931060"/>
                </a:cubicBezTo>
                <a:cubicBezTo>
                  <a:pt x="4211191" y="4945821"/>
                  <a:pt x="4204031" y="4955819"/>
                  <a:pt x="4185882" y="4955819"/>
                </a:cubicBezTo>
                <a:lnTo>
                  <a:pt x="4180150" y="4955819"/>
                </a:lnTo>
                <a:lnTo>
                  <a:pt x="4180150" y="4908800"/>
                </a:lnTo>
                <a:cubicBezTo>
                  <a:pt x="4182173" y="4908682"/>
                  <a:pt x="4184087" y="4908682"/>
                  <a:pt x="4185882" y="4908682"/>
                </a:cubicBezTo>
                <a:close/>
                <a:moveTo>
                  <a:pt x="3737514" y="4908682"/>
                </a:moveTo>
                <a:cubicBezTo>
                  <a:pt x="3754702" y="4908682"/>
                  <a:pt x="3762824" y="4916774"/>
                  <a:pt x="3762824" y="4931060"/>
                </a:cubicBezTo>
                <a:cubicBezTo>
                  <a:pt x="3762824" y="4945821"/>
                  <a:pt x="3755663" y="4955819"/>
                  <a:pt x="3737514" y="4955819"/>
                </a:cubicBezTo>
                <a:lnTo>
                  <a:pt x="3731782" y="4955819"/>
                </a:lnTo>
                <a:lnTo>
                  <a:pt x="3731782" y="4908800"/>
                </a:lnTo>
                <a:cubicBezTo>
                  <a:pt x="3733815" y="4908682"/>
                  <a:pt x="3735720" y="4908682"/>
                  <a:pt x="3737514" y="4908682"/>
                </a:cubicBezTo>
                <a:close/>
                <a:moveTo>
                  <a:pt x="4084176" y="4889642"/>
                </a:moveTo>
                <a:lnTo>
                  <a:pt x="4084176" y="5003422"/>
                </a:lnTo>
                <a:lnTo>
                  <a:pt x="4119036" y="5003422"/>
                </a:lnTo>
                <a:lnTo>
                  <a:pt x="4119036" y="4889642"/>
                </a:lnTo>
                <a:close/>
                <a:moveTo>
                  <a:pt x="4003476" y="4889642"/>
                </a:moveTo>
                <a:lnTo>
                  <a:pt x="4003476" y="5003422"/>
                </a:lnTo>
                <a:lnTo>
                  <a:pt x="4066503" y="5003422"/>
                </a:lnTo>
                <a:lnTo>
                  <a:pt x="4071759" y="4980570"/>
                </a:lnTo>
                <a:lnTo>
                  <a:pt x="4038337" y="4980570"/>
                </a:lnTo>
                <a:lnTo>
                  <a:pt x="4038337" y="4889642"/>
                </a:lnTo>
                <a:close/>
                <a:moveTo>
                  <a:pt x="3942839" y="4889642"/>
                </a:moveTo>
                <a:lnTo>
                  <a:pt x="3942839" y="5003422"/>
                </a:lnTo>
                <a:lnTo>
                  <a:pt x="3977700" y="5003422"/>
                </a:lnTo>
                <a:lnTo>
                  <a:pt x="3977700" y="4889642"/>
                </a:lnTo>
                <a:close/>
                <a:moveTo>
                  <a:pt x="3811044" y="4889642"/>
                </a:moveTo>
                <a:lnTo>
                  <a:pt x="3811044" y="5003422"/>
                </a:lnTo>
                <a:lnTo>
                  <a:pt x="3845905" y="5003422"/>
                </a:lnTo>
                <a:lnTo>
                  <a:pt x="3845905" y="4958675"/>
                </a:lnTo>
                <a:lnTo>
                  <a:pt x="3882193" y="4958675"/>
                </a:lnTo>
                <a:lnTo>
                  <a:pt x="3882193" y="5003422"/>
                </a:lnTo>
                <a:lnTo>
                  <a:pt x="3917054" y="5003422"/>
                </a:lnTo>
                <a:lnTo>
                  <a:pt x="3917054" y="4889642"/>
                </a:lnTo>
                <a:lnTo>
                  <a:pt x="3882193" y="4889642"/>
                </a:lnTo>
                <a:lnTo>
                  <a:pt x="3882193" y="4934873"/>
                </a:lnTo>
                <a:lnTo>
                  <a:pt x="3845905" y="4934873"/>
                </a:lnTo>
                <a:lnTo>
                  <a:pt x="3845905" y="4889642"/>
                </a:lnTo>
                <a:close/>
                <a:moveTo>
                  <a:pt x="4187786" y="4887261"/>
                </a:moveTo>
                <a:cubicBezTo>
                  <a:pt x="4173941" y="4887261"/>
                  <a:pt x="4157230" y="4888210"/>
                  <a:pt x="4145289" y="4889642"/>
                </a:cubicBezTo>
                <a:lnTo>
                  <a:pt x="4145289" y="5003422"/>
                </a:lnTo>
                <a:lnTo>
                  <a:pt x="4180150" y="5003422"/>
                </a:lnTo>
                <a:lnTo>
                  <a:pt x="4180150" y="4976282"/>
                </a:lnTo>
                <a:lnTo>
                  <a:pt x="4192566" y="4976282"/>
                </a:lnTo>
                <a:lnTo>
                  <a:pt x="4192566" y="4976291"/>
                </a:lnTo>
                <a:cubicBezTo>
                  <a:pt x="4225037" y="4976291"/>
                  <a:pt x="4245567" y="4959633"/>
                  <a:pt x="4245567" y="4930586"/>
                </a:cubicBezTo>
                <a:cubicBezTo>
                  <a:pt x="4245567" y="4898692"/>
                  <a:pt x="4223599" y="4887261"/>
                  <a:pt x="4187786" y="4887261"/>
                </a:cubicBezTo>
                <a:close/>
                <a:moveTo>
                  <a:pt x="3739428" y="4887261"/>
                </a:moveTo>
                <a:cubicBezTo>
                  <a:pt x="3725583" y="4887261"/>
                  <a:pt x="3708872" y="4888210"/>
                  <a:pt x="3696931" y="4889642"/>
                </a:cubicBezTo>
                <a:lnTo>
                  <a:pt x="3696931" y="5003422"/>
                </a:lnTo>
                <a:lnTo>
                  <a:pt x="3731791" y="5003422"/>
                </a:lnTo>
                <a:lnTo>
                  <a:pt x="3731791" y="4976282"/>
                </a:lnTo>
                <a:lnTo>
                  <a:pt x="3744208" y="4976282"/>
                </a:lnTo>
                <a:lnTo>
                  <a:pt x="3744199" y="4976291"/>
                </a:lnTo>
                <a:cubicBezTo>
                  <a:pt x="3776669" y="4976291"/>
                  <a:pt x="3797199" y="4959633"/>
                  <a:pt x="3797199" y="4930586"/>
                </a:cubicBezTo>
                <a:cubicBezTo>
                  <a:pt x="3797208" y="4898683"/>
                  <a:pt x="3775241" y="4887261"/>
                  <a:pt x="3739428" y="4887261"/>
                </a:cubicBezTo>
                <a:close/>
                <a:moveTo>
                  <a:pt x="4303337" y="4887252"/>
                </a:moveTo>
                <a:cubicBezTo>
                  <a:pt x="4275162" y="4887252"/>
                  <a:pt x="4256069" y="4898318"/>
                  <a:pt x="4256069" y="4921527"/>
                </a:cubicBezTo>
                <a:cubicBezTo>
                  <a:pt x="4256069" y="4961521"/>
                  <a:pt x="4310507" y="4953429"/>
                  <a:pt x="4310507" y="4971994"/>
                </a:cubicBezTo>
                <a:cubicBezTo>
                  <a:pt x="4310507" y="4979137"/>
                  <a:pt x="4305251" y="4982942"/>
                  <a:pt x="4292367" y="4982942"/>
                </a:cubicBezTo>
                <a:cubicBezTo>
                  <a:pt x="4280903" y="4982942"/>
                  <a:pt x="4263239" y="4979137"/>
                  <a:pt x="4252736" y="4973892"/>
                </a:cubicBezTo>
                <a:lnTo>
                  <a:pt x="4256555" y="5000074"/>
                </a:lnTo>
                <a:cubicBezTo>
                  <a:pt x="4267058" y="5003888"/>
                  <a:pt x="4281388" y="5005785"/>
                  <a:pt x="4292844" y="5005785"/>
                </a:cubicBezTo>
                <a:cubicBezTo>
                  <a:pt x="4321972" y="5005785"/>
                  <a:pt x="4345844" y="4996261"/>
                  <a:pt x="4345844" y="4967697"/>
                </a:cubicBezTo>
                <a:cubicBezTo>
                  <a:pt x="4345844" y="4939131"/>
                  <a:pt x="4314955" y="4936008"/>
                  <a:pt x="4299510" y="4928600"/>
                </a:cubicBezTo>
                <a:lnTo>
                  <a:pt x="4290937" y="4918670"/>
                </a:lnTo>
                <a:lnTo>
                  <a:pt x="4295287" y="4911836"/>
                </a:lnTo>
                <a:cubicBezTo>
                  <a:pt x="4298093" y="4910346"/>
                  <a:pt x="4302152" y="4909630"/>
                  <a:pt x="4307165" y="4909630"/>
                </a:cubicBezTo>
                <a:cubicBezTo>
                  <a:pt x="4318144" y="4909630"/>
                  <a:pt x="4330085" y="4912011"/>
                  <a:pt x="4338198" y="4915341"/>
                </a:cubicBezTo>
                <a:lnTo>
                  <a:pt x="4335332" y="4890582"/>
                </a:lnTo>
                <a:cubicBezTo>
                  <a:pt x="4326257" y="4888675"/>
                  <a:pt x="4318144" y="4887252"/>
                  <a:pt x="4303337" y="4887252"/>
                </a:cubicBezTo>
                <a:close/>
                <a:moveTo>
                  <a:pt x="0" y="0"/>
                </a:moveTo>
                <a:lnTo>
                  <a:pt x="4572000" y="0"/>
                </a:lnTo>
                <a:lnTo>
                  <a:pt x="4572000" y="5143500"/>
                </a:lnTo>
                <a:lnTo>
                  <a:pt x="0" y="5143500"/>
                </a:lnTo>
                <a:close/>
              </a:path>
            </a:pathLst>
          </a:cu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6" name="Footer Placeholder 11">
            <a:extLst>
              <a:ext uri="{FF2B5EF4-FFF2-40B4-BE49-F238E27FC236}">
                <a16:creationId xmlns:a16="http://schemas.microsoft.com/office/drawing/2014/main" id="{876D54D5-622D-C8E4-CD5C-2D01FEA4B5B3}"/>
              </a:ext>
            </a:extLst>
          </p:cNvPr>
          <p:cNvSpPr>
            <a:spLocks noGrp="1"/>
          </p:cNvSpPr>
          <p:nvPr>
            <p:ph type="ftr" sz="quarter" idx="26"/>
          </p:nvPr>
        </p:nvSpPr>
        <p:spPr>
          <a:xfrm>
            <a:off x="502919" y="8723955"/>
            <a:ext cx="3657600" cy="161854"/>
          </a:xfrm>
          <a:prstGeom prst="rect">
            <a:avLst/>
          </a:prstGeom>
        </p:spPr>
        <p:txBody>
          <a:bodyPr/>
          <a:lstStyle>
            <a:lvl1pPr>
              <a:defRPr>
                <a:solidFill>
                  <a:schemeClr val="bg1"/>
                </a:solidFill>
                <a:latin typeface="Calibri" panose="020F0502020204030204" pitchFamily="34" charset="0"/>
              </a:defRPr>
            </a:lvl1pPr>
          </a:lstStyle>
          <a:p>
            <a:endParaRPr lang="en-US" dirty="0"/>
          </a:p>
        </p:txBody>
      </p:sp>
      <p:sp>
        <p:nvSpPr>
          <p:cNvPr id="3" name="Slide Number Placeholder 12">
            <a:extLst>
              <a:ext uri="{FF2B5EF4-FFF2-40B4-BE49-F238E27FC236}">
                <a16:creationId xmlns:a16="http://schemas.microsoft.com/office/drawing/2014/main" id="{0431AD5C-8671-9AFE-04DD-0F34103D9F11}"/>
              </a:ext>
            </a:extLst>
          </p:cNvPr>
          <p:cNvSpPr>
            <a:spLocks noGrp="1"/>
          </p:cNvSpPr>
          <p:nvPr>
            <p:ph type="sldNum" sz="quarter" idx="27"/>
          </p:nvPr>
        </p:nvSpPr>
        <p:spPr>
          <a:xfrm>
            <a:off x="182124" y="8723955"/>
            <a:ext cx="199973" cy="161854"/>
          </a:xfrm>
          <a:prstGeom prst="rect">
            <a:avLst/>
          </a:prstGeom>
        </p:spPr>
        <p:txBody>
          <a:bodyPr/>
          <a:lstStyle>
            <a:lvl1pPr>
              <a:defRPr>
                <a:solidFill>
                  <a:schemeClr val="bg1"/>
                </a:solidFill>
                <a:latin typeface="Calibri" panose="020F0502020204030204" pitchFamily="34" charset="0"/>
              </a:defRPr>
            </a:lvl1pPr>
          </a:lstStyle>
          <a:p>
            <a:fld id="{A5163908-529D-4A49-892F-D37C4044DFD8}" type="slidenum">
              <a:rPr lang="en-US" smtClean="0"/>
              <a:pPr/>
              <a:t>‹#›</a:t>
            </a:fld>
            <a:endParaRPr lang="en-US" dirty="0"/>
          </a:p>
        </p:txBody>
      </p:sp>
      <p:sp>
        <p:nvSpPr>
          <p:cNvPr id="5" name="Text Placeholder 4">
            <a:extLst>
              <a:ext uri="{FF2B5EF4-FFF2-40B4-BE49-F238E27FC236}">
                <a16:creationId xmlns:a16="http://schemas.microsoft.com/office/drawing/2014/main" id="{A1EABECB-BF56-1EC1-700B-6EE80491A786}"/>
              </a:ext>
            </a:extLst>
          </p:cNvPr>
          <p:cNvSpPr>
            <a:spLocks noGrp="1"/>
          </p:cNvSpPr>
          <p:nvPr>
            <p:ph type="body" sz="quarter" idx="32" hasCustomPrompt="1"/>
          </p:nvPr>
        </p:nvSpPr>
        <p:spPr>
          <a:xfrm>
            <a:off x="502104" y="3255644"/>
            <a:ext cx="3657280" cy="5056258"/>
          </a:xfrm>
        </p:spPr>
        <p:txBody>
          <a:bodyPr/>
          <a:lstStyle>
            <a:lvl1pPr>
              <a:spcAft>
                <a:spcPts val="600"/>
              </a:spcAft>
              <a:buClr>
                <a:schemeClr val="bg1"/>
              </a:buClr>
              <a:buSzPct val="75000"/>
              <a:defRPr>
                <a:solidFill>
                  <a:schemeClr val="bg1"/>
                </a:solidFill>
              </a:defRPr>
            </a:lvl1pPr>
            <a:lvl2pPr>
              <a:spcAft>
                <a:spcPts val="600"/>
              </a:spcAft>
              <a:buClr>
                <a:schemeClr val="bg1"/>
              </a:buClr>
              <a:buSzPct val="75000"/>
              <a:defRPr>
                <a:solidFill>
                  <a:schemeClr val="bg1"/>
                </a:solidFill>
              </a:defRPr>
            </a:lvl2pPr>
            <a:lvl3pPr>
              <a:spcAft>
                <a:spcPts val="600"/>
              </a:spcAft>
              <a:buClr>
                <a:schemeClr val="bg1"/>
              </a:buClr>
              <a:buSzPct val="75000"/>
              <a:defRPr>
                <a:solidFill>
                  <a:schemeClr val="bg1"/>
                </a:solidFill>
              </a:defRPr>
            </a:lvl3pPr>
            <a:lvl4pPr>
              <a:spcAft>
                <a:spcPts val="600"/>
              </a:spcAft>
              <a:buClr>
                <a:schemeClr val="bg1"/>
              </a:buClr>
              <a:buSzPct val="75000"/>
              <a:defRPr>
                <a:solidFill>
                  <a:schemeClr val="bg1"/>
                </a:solidFill>
              </a:defRPr>
            </a:lvl4pPr>
            <a:lvl5pPr>
              <a:spcAft>
                <a:spcPts val="600"/>
              </a:spcAft>
              <a:buClr>
                <a:schemeClr val="bg1"/>
              </a:buClr>
              <a:buSzPct val="75000"/>
              <a:defRPr>
                <a:solidFill>
                  <a:schemeClr val="bg1"/>
                </a:solidFill>
              </a:defRPr>
            </a:lvl5pPr>
          </a:lstStyle>
          <a:p>
            <a:pPr lvl="0"/>
            <a:r>
              <a:rPr lang="en-US" dirty="0"/>
              <a:t>List item</a:t>
            </a:r>
          </a:p>
          <a:p>
            <a:pPr lvl="1"/>
            <a:r>
              <a:rPr lang="en-US" dirty="0"/>
              <a:t>List item</a:t>
            </a:r>
          </a:p>
          <a:p>
            <a:pPr lvl="2"/>
            <a:r>
              <a:rPr lang="en-US" dirty="0"/>
              <a:t>List item</a:t>
            </a:r>
          </a:p>
          <a:p>
            <a:pPr lvl="3"/>
            <a:r>
              <a:rPr lang="en-US" dirty="0"/>
              <a:t>List item</a:t>
            </a:r>
          </a:p>
          <a:p>
            <a:pPr lvl="4"/>
            <a:r>
              <a:rPr lang="en-US" dirty="0"/>
              <a:t>List item</a:t>
            </a:r>
          </a:p>
        </p:txBody>
      </p:sp>
      <p:sp>
        <p:nvSpPr>
          <p:cNvPr id="11" name="Title 5">
            <a:extLst>
              <a:ext uri="{FF2B5EF4-FFF2-40B4-BE49-F238E27FC236}">
                <a16:creationId xmlns:a16="http://schemas.microsoft.com/office/drawing/2014/main" id="{55C4CE81-E728-AD2F-72F4-655C91D5748B}"/>
              </a:ext>
            </a:extLst>
          </p:cNvPr>
          <p:cNvSpPr>
            <a:spLocks noGrp="1"/>
          </p:cNvSpPr>
          <p:nvPr>
            <p:ph type="title" hasCustomPrompt="1"/>
          </p:nvPr>
        </p:nvSpPr>
        <p:spPr>
          <a:xfrm>
            <a:off x="503239" y="1724962"/>
            <a:ext cx="3657281" cy="1272917"/>
          </a:xfrm>
          <a:prstGeom prst="rect">
            <a:avLst/>
          </a:prstGeom>
        </p:spPr>
        <p:txBody>
          <a:bodyPr/>
          <a:lstStyle>
            <a:lvl1pPr>
              <a:defRPr sz="2400">
                <a:solidFill>
                  <a:srgbClr val="BDF0FF"/>
                </a:solidFill>
              </a:defRPr>
            </a:lvl1pPr>
          </a:lstStyle>
          <a:p>
            <a:r>
              <a:rPr lang="en-US" dirty="0"/>
              <a:t>Type your headline here </a:t>
            </a:r>
            <a:br>
              <a:rPr lang="en-US" dirty="0"/>
            </a:br>
            <a:r>
              <a:rPr lang="en-US" dirty="0"/>
              <a:t>(ex: Agenda)</a:t>
            </a:r>
            <a:endParaRPr lang="en-GB" dirty="0"/>
          </a:p>
        </p:txBody>
      </p:sp>
      <p:sp>
        <p:nvSpPr>
          <p:cNvPr id="10" name="Text Placeholder 7">
            <a:extLst>
              <a:ext uri="{FF2B5EF4-FFF2-40B4-BE49-F238E27FC236}">
                <a16:creationId xmlns:a16="http://schemas.microsoft.com/office/drawing/2014/main" id="{716CC379-2329-348A-A0BB-BF2305A004E9}"/>
              </a:ext>
            </a:extLst>
          </p:cNvPr>
          <p:cNvSpPr>
            <a:spLocks noGrp="1"/>
          </p:cNvSpPr>
          <p:nvPr>
            <p:ph type="body" sz="quarter" idx="31" hasCustomPrompt="1"/>
          </p:nvPr>
        </p:nvSpPr>
        <p:spPr>
          <a:xfrm>
            <a:off x="502104" y="1085838"/>
            <a:ext cx="2240280" cy="381351"/>
          </a:xfrm>
          <a:prstGeom prst="rect">
            <a:avLst/>
          </a:prstGeom>
        </p:spPr>
        <p:txBody>
          <a:bodyPr/>
          <a:lstStyle>
            <a:lvl1pPr marL="0" indent="0">
              <a:buNone/>
              <a:defRPr sz="1400" b="1">
                <a:solidFill>
                  <a:srgbClr val="BDF0FF"/>
                </a:solidFill>
              </a:defRPr>
            </a:lvl1pPr>
            <a:lvl2pPr marL="182876" indent="0">
              <a:buNone/>
              <a:defRPr sz="1400" b="1">
                <a:solidFill>
                  <a:schemeClr val="bg2"/>
                </a:solidFill>
              </a:defRPr>
            </a:lvl2pPr>
            <a:lvl3pPr marL="321810" indent="0">
              <a:buNone/>
              <a:defRPr sz="1400" b="1">
                <a:solidFill>
                  <a:schemeClr val="bg2"/>
                </a:solidFill>
              </a:defRPr>
            </a:lvl3pPr>
            <a:lvl4pPr marL="457189" indent="0">
              <a:buNone/>
              <a:defRPr sz="1400" b="1">
                <a:solidFill>
                  <a:schemeClr val="bg2"/>
                </a:solidFill>
              </a:defRPr>
            </a:lvl4pPr>
            <a:lvl5pPr marL="593709" indent="0">
              <a:buNone/>
              <a:defRPr sz="1400" b="1">
                <a:solidFill>
                  <a:schemeClr val="bg2"/>
                </a:solidFill>
              </a:defRPr>
            </a:lvl5pPr>
          </a:lstStyle>
          <a:p>
            <a:pPr lvl="0"/>
            <a:r>
              <a:rPr lang="en-US" dirty="0"/>
              <a:t>Date</a:t>
            </a:r>
            <a:endParaRPr lang="en-GB" dirty="0"/>
          </a:p>
        </p:txBody>
      </p:sp>
      <p:sp>
        <p:nvSpPr>
          <p:cNvPr id="7" name="Text Placeholder 7">
            <a:extLst>
              <a:ext uri="{FF2B5EF4-FFF2-40B4-BE49-F238E27FC236}">
                <a16:creationId xmlns:a16="http://schemas.microsoft.com/office/drawing/2014/main" id="{A88A61FA-8506-8BDE-75B7-56CF2CF1A598}"/>
              </a:ext>
            </a:extLst>
          </p:cNvPr>
          <p:cNvSpPr>
            <a:spLocks noGrp="1"/>
          </p:cNvSpPr>
          <p:nvPr>
            <p:ph type="body" sz="quarter" idx="30" hasCustomPrompt="1"/>
          </p:nvPr>
        </p:nvSpPr>
        <p:spPr>
          <a:xfrm>
            <a:off x="502104" y="661834"/>
            <a:ext cx="2240280" cy="381351"/>
          </a:xfrm>
          <a:prstGeom prst="rect">
            <a:avLst/>
          </a:prstGeom>
        </p:spPr>
        <p:txBody>
          <a:bodyPr/>
          <a:lstStyle>
            <a:lvl1pPr marL="0" indent="0">
              <a:buNone/>
              <a:defRPr sz="1400" b="1">
                <a:solidFill>
                  <a:srgbClr val="BDF0FF"/>
                </a:solidFill>
              </a:defRPr>
            </a:lvl1pPr>
            <a:lvl2pPr marL="182876" indent="0">
              <a:buNone/>
              <a:defRPr sz="1400" b="1">
                <a:solidFill>
                  <a:schemeClr val="bg2"/>
                </a:solidFill>
              </a:defRPr>
            </a:lvl2pPr>
            <a:lvl3pPr marL="321810" indent="0">
              <a:buNone/>
              <a:defRPr sz="1400" b="1">
                <a:solidFill>
                  <a:schemeClr val="bg2"/>
                </a:solidFill>
              </a:defRPr>
            </a:lvl3pPr>
            <a:lvl4pPr marL="457189" indent="0">
              <a:buNone/>
              <a:defRPr sz="1400" b="1">
                <a:solidFill>
                  <a:schemeClr val="bg2"/>
                </a:solidFill>
              </a:defRPr>
            </a:lvl4pPr>
            <a:lvl5pPr marL="593709" indent="0">
              <a:buNone/>
              <a:defRPr sz="1400" b="1">
                <a:solidFill>
                  <a:schemeClr val="bg2"/>
                </a:solidFill>
              </a:defRPr>
            </a:lvl5pPr>
          </a:lstStyle>
          <a:p>
            <a:pPr lvl="0"/>
            <a:r>
              <a:rPr lang="en-US" dirty="0"/>
              <a:t>Meeting/Event name</a:t>
            </a:r>
            <a:endParaRPr lang="en-GB" dirty="0"/>
          </a:p>
        </p:txBody>
      </p:sp>
    </p:spTree>
    <p:extLst>
      <p:ext uri="{BB962C8B-B14F-4D97-AF65-F5344CB8AC3E}">
        <p14:creationId xmlns:p14="http://schemas.microsoft.com/office/powerpoint/2010/main" val="30573793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blue (with image)">
    <p:bg>
      <p:bgPr>
        <a:solidFill>
          <a:schemeClr val="tx2"/>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9D78E995-A1DD-8545-84F0-DC4CDC5BD5FA}"/>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8" name="Footer Placeholder 2">
            <a:extLst>
              <a:ext uri="{FF2B5EF4-FFF2-40B4-BE49-F238E27FC236}">
                <a16:creationId xmlns:a16="http://schemas.microsoft.com/office/drawing/2014/main" id="{D8B1C466-D200-4DC7-D0E2-B4A614BA5B2B}"/>
              </a:ext>
            </a:extLst>
          </p:cNvPr>
          <p:cNvSpPr>
            <a:spLocks noGrp="1"/>
          </p:cNvSpPr>
          <p:nvPr>
            <p:ph type="ftr" sz="quarter" idx="23"/>
          </p:nvPr>
        </p:nvSpPr>
        <p:spPr>
          <a:xfrm>
            <a:off x="5074920" y="8723955"/>
            <a:ext cx="914400" cy="161854"/>
          </a:xfrm>
          <a:prstGeom prst="rect">
            <a:avLst/>
          </a:prstGeom>
        </p:spPr>
        <p:txBody>
          <a:bodyPr/>
          <a:lstStyle>
            <a:lvl1pPr>
              <a:defRPr>
                <a:solidFill>
                  <a:schemeClr val="bg1"/>
                </a:solidFill>
              </a:defRPr>
            </a:lvl1pPr>
          </a:lstStyle>
          <a:p>
            <a:endParaRPr lang="en-US" dirty="0"/>
          </a:p>
        </p:txBody>
      </p:sp>
      <p:sp>
        <p:nvSpPr>
          <p:cNvPr id="5" name="Title 1">
            <a:extLst>
              <a:ext uri="{FF2B5EF4-FFF2-40B4-BE49-F238E27FC236}">
                <a16:creationId xmlns:a16="http://schemas.microsoft.com/office/drawing/2014/main" id="{FF4F6A7D-29A9-865E-B1B3-84E34AE31332}"/>
              </a:ext>
            </a:extLst>
          </p:cNvPr>
          <p:cNvSpPr>
            <a:spLocks noGrp="1"/>
          </p:cNvSpPr>
          <p:nvPr>
            <p:ph type="title" hasCustomPrompt="1"/>
          </p:nvPr>
        </p:nvSpPr>
        <p:spPr>
          <a:xfrm>
            <a:off x="5074920" y="3916884"/>
            <a:ext cx="3179496" cy="1272917"/>
          </a:xfrm>
          <a:prstGeom prst="rect">
            <a:avLst/>
          </a:prstGeom>
        </p:spPr>
        <p:txBody>
          <a:bodyPr anchor="ctr"/>
          <a:lstStyle>
            <a:lvl1pPr>
              <a:spcAft>
                <a:spcPts val="300"/>
              </a:spcAft>
              <a:defRPr>
                <a:solidFill>
                  <a:schemeClr val="bg1"/>
                </a:solidFill>
              </a:defRPr>
            </a:lvl1pPr>
          </a:lstStyle>
          <a:p>
            <a:r>
              <a:rPr lang="en-US" dirty="0"/>
              <a:t>Philips blue divider, </a:t>
            </a:r>
            <a:br>
              <a:rPr lang="en-US" dirty="0"/>
            </a:br>
            <a:r>
              <a:rPr lang="en-US" dirty="0"/>
              <a:t>half photo</a:t>
            </a:r>
          </a:p>
        </p:txBody>
      </p:sp>
      <p:sp>
        <p:nvSpPr>
          <p:cNvPr id="6" name="Slide Number Placeholder 5">
            <a:extLst>
              <a:ext uri="{FF2B5EF4-FFF2-40B4-BE49-F238E27FC236}">
                <a16:creationId xmlns:a16="http://schemas.microsoft.com/office/drawing/2014/main" id="{846CB73A-A9B6-13DF-87F7-3E10FF24BEDD}"/>
              </a:ext>
            </a:extLst>
          </p:cNvPr>
          <p:cNvSpPr>
            <a:spLocks noGrp="1"/>
          </p:cNvSpPr>
          <p:nvPr>
            <p:ph type="sldNum" sz="quarter" idx="24"/>
          </p:nvPr>
        </p:nvSpPr>
        <p:spPr>
          <a:xfrm>
            <a:off x="182124" y="8723955"/>
            <a:ext cx="199973" cy="161854"/>
          </a:xfrm>
          <a:prstGeom prst="rect">
            <a:avLst/>
          </a:prstGeom>
        </p:spPr>
        <p:txBody>
          <a:bodyPr/>
          <a:lstStyle>
            <a:lvl1pPr>
              <a:defRPr>
                <a:solidFill>
                  <a:schemeClr val="bg1">
                    <a:lumMod val="65000"/>
                  </a:schemeClr>
                </a:solidFill>
              </a:defRPr>
            </a:lvl1pPr>
          </a:lstStyle>
          <a:p>
            <a:fld id="{A5163908-529D-4A49-892F-D37C4044DFD8}" type="slidenum">
              <a:rPr lang="en-US" smtClean="0"/>
              <a:pPr/>
              <a:t>‹#›</a:t>
            </a:fld>
            <a:endParaRPr lang="en-US" dirty="0"/>
          </a:p>
        </p:txBody>
      </p:sp>
      <p:sp>
        <p:nvSpPr>
          <p:cNvPr id="10" name="Picture Placeholder 4">
            <a:extLst>
              <a:ext uri="{FF2B5EF4-FFF2-40B4-BE49-F238E27FC236}">
                <a16:creationId xmlns:a16="http://schemas.microsoft.com/office/drawing/2014/main" id="{87F682B3-AF4A-91C9-4759-8E607A1666A2}"/>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pic>
        <p:nvPicPr>
          <p:cNvPr id="3" name="Picture 2">
            <a:extLst>
              <a:ext uri="{FF2B5EF4-FFF2-40B4-BE49-F238E27FC236}">
                <a16:creationId xmlns:a16="http://schemas.microsoft.com/office/drawing/2014/main" id="{3A37A77D-5A68-FA54-71E2-62A93FDC6A75}"/>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98046650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 white (with image)">
    <p:bg>
      <p:bgPr>
        <a:solidFill>
          <a:schemeClr val="bg1"/>
        </a:solidFill>
        <a:effectLst/>
      </p:bgPr>
    </p:bg>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3E2DADD8-E1E5-2BC7-F70F-856D65BF749E}"/>
              </a:ext>
            </a:extLst>
          </p:cNvPr>
          <p:cNvSpPr>
            <a:spLocks noGrp="1"/>
          </p:cNvSpPr>
          <p:nvPr>
            <p:ph type="ftr" sz="quarter" idx="23"/>
          </p:nvPr>
        </p:nvSpPr>
        <p:spPr>
          <a:xfrm>
            <a:off x="5074920" y="8723955"/>
            <a:ext cx="914400" cy="161854"/>
          </a:xfrm>
          <a:prstGeom prst="rect">
            <a:avLst/>
          </a:prstGeom>
        </p:spPr>
        <p:txBody>
          <a:bodyPr/>
          <a:lstStyle/>
          <a:p>
            <a:endParaRPr lang="en-US" dirty="0"/>
          </a:p>
        </p:txBody>
      </p:sp>
      <p:sp>
        <p:nvSpPr>
          <p:cNvPr id="5" name="Title 1">
            <a:extLst>
              <a:ext uri="{FF2B5EF4-FFF2-40B4-BE49-F238E27FC236}">
                <a16:creationId xmlns:a16="http://schemas.microsoft.com/office/drawing/2014/main" id="{541BE682-E648-A30F-488B-DAEEA0E0CB26}"/>
              </a:ext>
            </a:extLst>
          </p:cNvPr>
          <p:cNvSpPr>
            <a:spLocks noGrp="1"/>
          </p:cNvSpPr>
          <p:nvPr>
            <p:ph type="title" hasCustomPrompt="1"/>
          </p:nvPr>
        </p:nvSpPr>
        <p:spPr>
          <a:xfrm>
            <a:off x="5074920" y="3916884"/>
            <a:ext cx="3179496" cy="1272917"/>
          </a:xfrm>
          <a:prstGeom prst="rect">
            <a:avLst/>
          </a:prstGeom>
        </p:spPr>
        <p:txBody>
          <a:bodyPr anchor="ctr"/>
          <a:lstStyle>
            <a:lvl1pPr>
              <a:spcAft>
                <a:spcPts val="300"/>
              </a:spcAft>
              <a:defRPr>
                <a:solidFill>
                  <a:schemeClr val="tx2"/>
                </a:solidFill>
              </a:defRPr>
            </a:lvl1pPr>
          </a:lstStyle>
          <a:p>
            <a:r>
              <a:rPr lang="en-US" dirty="0"/>
              <a:t>White divider, </a:t>
            </a:r>
            <a:br>
              <a:rPr lang="en-US" dirty="0"/>
            </a:br>
            <a:r>
              <a:rPr lang="en-US" dirty="0"/>
              <a:t>half photo</a:t>
            </a:r>
          </a:p>
        </p:txBody>
      </p:sp>
      <p:sp>
        <p:nvSpPr>
          <p:cNvPr id="7" name="Slide Number Placeholder 6">
            <a:extLst>
              <a:ext uri="{FF2B5EF4-FFF2-40B4-BE49-F238E27FC236}">
                <a16:creationId xmlns:a16="http://schemas.microsoft.com/office/drawing/2014/main" id="{B5746B0B-2942-5B4C-DCB9-34A15D547F62}"/>
              </a:ext>
            </a:extLst>
          </p:cNvPr>
          <p:cNvSpPr>
            <a:spLocks noGrp="1"/>
          </p:cNvSpPr>
          <p:nvPr>
            <p:ph type="sldNum" sz="quarter" idx="24"/>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8" name="Picture Placeholder 4">
            <a:extLst>
              <a:ext uri="{FF2B5EF4-FFF2-40B4-BE49-F238E27FC236}">
                <a16:creationId xmlns:a16="http://schemas.microsoft.com/office/drawing/2014/main" id="{9EFBEDBE-C1AF-5843-C168-0AC571738EFE}"/>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Tree>
    <p:extLst>
      <p:ext uri="{BB962C8B-B14F-4D97-AF65-F5344CB8AC3E}">
        <p14:creationId xmlns:p14="http://schemas.microsoft.com/office/powerpoint/2010/main" val="404327820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 light blue (with image)">
    <p:bg>
      <p:bgPr>
        <a:solidFill>
          <a:schemeClr val="bg2"/>
        </a:solidFill>
        <a:effectLst/>
      </p:bgPr>
    </p:bg>
    <p:spTree>
      <p:nvGrpSpPr>
        <p:cNvPr id="1" name=""/>
        <p:cNvGrpSpPr/>
        <p:nvPr/>
      </p:nvGrpSpPr>
      <p:grpSpPr>
        <a:xfrm>
          <a:off x="0" y="0"/>
          <a:ext cx="0" cy="0"/>
          <a:chOff x="0" y="0"/>
          <a:chExt cx="0" cy="0"/>
        </a:xfrm>
      </p:grpSpPr>
      <p:sp>
        <p:nvSpPr>
          <p:cNvPr id="7" name="Footer Placeholder 2">
            <a:extLst>
              <a:ext uri="{FF2B5EF4-FFF2-40B4-BE49-F238E27FC236}">
                <a16:creationId xmlns:a16="http://schemas.microsoft.com/office/drawing/2014/main" id="{A879EF11-C66F-25CE-5EFB-6055ED7EC2F4}"/>
              </a:ext>
            </a:extLst>
          </p:cNvPr>
          <p:cNvSpPr>
            <a:spLocks noGrp="1"/>
          </p:cNvSpPr>
          <p:nvPr>
            <p:ph type="ftr" sz="quarter" idx="23"/>
          </p:nvPr>
        </p:nvSpPr>
        <p:spPr>
          <a:xfrm>
            <a:off x="5074920" y="8723955"/>
            <a:ext cx="914400" cy="161854"/>
          </a:xfrm>
          <a:prstGeom prst="rect">
            <a:avLst/>
          </a:prstGeom>
        </p:spPr>
        <p:txBody>
          <a:bodyPr/>
          <a:lstStyle>
            <a:lvl1pPr>
              <a:defRPr>
                <a:solidFill>
                  <a:schemeClr val="tx1">
                    <a:lumMod val="65000"/>
                    <a:lumOff val="35000"/>
                  </a:schemeClr>
                </a:solidFill>
              </a:defRPr>
            </a:lvl1pPr>
          </a:lstStyle>
          <a:p>
            <a:endParaRPr lang="en-US" dirty="0"/>
          </a:p>
        </p:txBody>
      </p:sp>
      <p:sp>
        <p:nvSpPr>
          <p:cNvPr id="5" name="Title 1">
            <a:extLst>
              <a:ext uri="{FF2B5EF4-FFF2-40B4-BE49-F238E27FC236}">
                <a16:creationId xmlns:a16="http://schemas.microsoft.com/office/drawing/2014/main" id="{A3DAD8C3-A9EB-9986-F97F-413372422AE6}"/>
              </a:ext>
            </a:extLst>
          </p:cNvPr>
          <p:cNvSpPr>
            <a:spLocks noGrp="1"/>
          </p:cNvSpPr>
          <p:nvPr>
            <p:ph type="title" hasCustomPrompt="1"/>
          </p:nvPr>
        </p:nvSpPr>
        <p:spPr>
          <a:xfrm>
            <a:off x="5074920" y="3916884"/>
            <a:ext cx="3179496" cy="1272917"/>
          </a:xfrm>
          <a:prstGeom prst="rect">
            <a:avLst/>
          </a:prstGeom>
        </p:spPr>
        <p:txBody>
          <a:bodyPr anchor="ctr"/>
          <a:lstStyle>
            <a:lvl1pPr>
              <a:spcAft>
                <a:spcPts val="300"/>
              </a:spcAft>
              <a:defRPr>
                <a:solidFill>
                  <a:schemeClr val="accent1"/>
                </a:solidFill>
              </a:defRPr>
            </a:lvl1pPr>
          </a:lstStyle>
          <a:p>
            <a:r>
              <a:rPr lang="en-US" dirty="0"/>
              <a:t>Light blue divider, </a:t>
            </a:r>
            <a:br>
              <a:rPr lang="en-US" dirty="0"/>
            </a:br>
            <a:r>
              <a:rPr lang="en-US" dirty="0"/>
              <a:t>half photo</a:t>
            </a:r>
          </a:p>
        </p:txBody>
      </p:sp>
      <p:sp>
        <p:nvSpPr>
          <p:cNvPr id="6" name="Slide Number Placeholder 5">
            <a:extLst>
              <a:ext uri="{FF2B5EF4-FFF2-40B4-BE49-F238E27FC236}">
                <a16:creationId xmlns:a16="http://schemas.microsoft.com/office/drawing/2014/main" id="{131C264C-A8C8-C508-F1B9-3B467123058B}"/>
              </a:ext>
            </a:extLst>
          </p:cNvPr>
          <p:cNvSpPr>
            <a:spLocks noGrp="1"/>
          </p:cNvSpPr>
          <p:nvPr>
            <p:ph type="sldNum" sz="quarter" idx="24"/>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8" name="Picture Placeholder 4">
            <a:extLst>
              <a:ext uri="{FF2B5EF4-FFF2-40B4-BE49-F238E27FC236}">
                <a16:creationId xmlns:a16="http://schemas.microsoft.com/office/drawing/2014/main" id="{7BE110ED-2D7D-D774-0B80-3F90D3F4E9AF}"/>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Tree>
    <p:extLst>
      <p:ext uri="{BB962C8B-B14F-4D97-AF65-F5344CB8AC3E}">
        <p14:creationId xmlns:p14="http://schemas.microsoft.com/office/powerpoint/2010/main" val="3449367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dark blue (with image)">
    <p:bg>
      <p:bgPr>
        <a:solidFill>
          <a:schemeClr val="accent1"/>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6483C4F6-50E7-6E1E-D4D2-96582662F314}"/>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8" name="Footer Placeholder 2">
            <a:extLst>
              <a:ext uri="{FF2B5EF4-FFF2-40B4-BE49-F238E27FC236}">
                <a16:creationId xmlns:a16="http://schemas.microsoft.com/office/drawing/2014/main" id="{E6C58F87-A9BA-2FA1-B97C-0698020B5152}"/>
              </a:ext>
            </a:extLst>
          </p:cNvPr>
          <p:cNvSpPr>
            <a:spLocks noGrp="1"/>
          </p:cNvSpPr>
          <p:nvPr>
            <p:ph type="ftr" sz="quarter" idx="23"/>
          </p:nvPr>
        </p:nvSpPr>
        <p:spPr>
          <a:xfrm>
            <a:off x="5074920" y="8723955"/>
            <a:ext cx="914400" cy="161854"/>
          </a:xfrm>
          <a:prstGeom prst="rect">
            <a:avLst/>
          </a:prstGeom>
        </p:spPr>
        <p:txBody>
          <a:bodyPr/>
          <a:lstStyle>
            <a:lvl1pPr>
              <a:defRPr>
                <a:solidFill>
                  <a:schemeClr val="bg1"/>
                </a:solidFill>
              </a:defRPr>
            </a:lvl1pPr>
          </a:lstStyle>
          <a:p>
            <a:endParaRPr lang="en-US" dirty="0"/>
          </a:p>
        </p:txBody>
      </p:sp>
      <p:sp>
        <p:nvSpPr>
          <p:cNvPr id="3" name="Title 1">
            <a:extLst>
              <a:ext uri="{FF2B5EF4-FFF2-40B4-BE49-F238E27FC236}">
                <a16:creationId xmlns:a16="http://schemas.microsoft.com/office/drawing/2014/main" id="{672425AB-1C29-0373-FC31-D4FB7C71223A}"/>
              </a:ext>
            </a:extLst>
          </p:cNvPr>
          <p:cNvSpPr>
            <a:spLocks noGrp="1"/>
          </p:cNvSpPr>
          <p:nvPr>
            <p:ph type="title" hasCustomPrompt="1"/>
          </p:nvPr>
        </p:nvSpPr>
        <p:spPr>
          <a:xfrm>
            <a:off x="5073431" y="3915702"/>
            <a:ext cx="3179496" cy="1272917"/>
          </a:xfrm>
          <a:prstGeom prst="rect">
            <a:avLst/>
          </a:prstGeom>
        </p:spPr>
        <p:txBody>
          <a:bodyPr anchor="ctr"/>
          <a:lstStyle>
            <a:lvl1pPr>
              <a:spcAft>
                <a:spcPts val="300"/>
              </a:spcAft>
              <a:defRPr>
                <a:solidFill>
                  <a:schemeClr val="bg1"/>
                </a:solidFill>
              </a:defRPr>
            </a:lvl1pPr>
          </a:lstStyle>
          <a:p>
            <a:r>
              <a:rPr lang="en-US" dirty="0"/>
              <a:t>Dark blue divider, </a:t>
            </a:r>
            <a:br>
              <a:rPr lang="en-US" dirty="0"/>
            </a:br>
            <a:r>
              <a:rPr lang="en-US" dirty="0"/>
              <a:t>half photo</a:t>
            </a:r>
          </a:p>
        </p:txBody>
      </p:sp>
      <p:sp>
        <p:nvSpPr>
          <p:cNvPr id="6" name="Slide Number Placeholder 5">
            <a:extLst>
              <a:ext uri="{FF2B5EF4-FFF2-40B4-BE49-F238E27FC236}">
                <a16:creationId xmlns:a16="http://schemas.microsoft.com/office/drawing/2014/main" id="{2588B69E-8B5D-DA78-AE44-FB6C6BDE89EB}"/>
              </a:ext>
            </a:extLst>
          </p:cNvPr>
          <p:cNvSpPr>
            <a:spLocks noGrp="1"/>
          </p:cNvSpPr>
          <p:nvPr>
            <p:ph type="sldNum" sz="quarter" idx="24"/>
          </p:nvPr>
        </p:nvSpPr>
        <p:spPr>
          <a:xfrm>
            <a:off x="182124" y="8723955"/>
            <a:ext cx="199973" cy="161854"/>
          </a:xfrm>
          <a:prstGeom prst="rect">
            <a:avLst/>
          </a:prstGeom>
        </p:spPr>
        <p:txBody>
          <a:bodyPr/>
          <a:lstStyle>
            <a:lvl1pPr>
              <a:defRPr>
                <a:solidFill>
                  <a:schemeClr val="bg1">
                    <a:lumMod val="65000"/>
                  </a:schemeClr>
                </a:solidFill>
              </a:defRPr>
            </a:lvl1pPr>
          </a:lstStyle>
          <a:p>
            <a:fld id="{A5163908-529D-4A49-892F-D37C4044DFD8}" type="slidenum">
              <a:rPr lang="en-US" smtClean="0"/>
              <a:pPr/>
              <a:t>‹#›</a:t>
            </a:fld>
            <a:endParaRPr lang="en-US" dirty="0"/>
          </a:p>
        </p:txBody>
      </p:sp>
      <p:sp>
        <p:nvSpPr>
          <p:cNvPr id="5" name="Picture Placeholder 4">
            <a:extLst>
              <a:ext uri="{FF2B5EF4-FFF2-40B4-BE49-F238E27FC236}">
                <a16:creationId xmlns:a16="http://schemas.microsoft.com/office/drawing/2014/main" id="{E1BEA3FF-6101-A89B-8F65-C421806231BA}"/>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pic>
        <p:nvPicPr>
          <p:cNvPr id="7" name="Picture 6">
            <a:extLst>
              <a:ext uri="{FF2B5EF4-FFF2-40B4-BE49-F238E27FC236}">
                <a16:creationId xmlns:a16="http://schemas.microsoft.com/office/drawing/2014/main" id="{06E3089D-E461-0C57-2084-1F72CD158BFD}"/>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183135222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blue">
    <p:bg>
      <p:bgPr>
        <a:solidFill>
          <a:schemeClr val="tx2"/>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F0D7CB1-AD3C-2852-787D-8D22425C381F}"/>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6" name="Footer Placeholder 1">
            <a:extLst>
              <a:ext uri="{FF2B5EF4-FFF2-40B4-BE49-F238E27FC236}">
                <a16:creationId xmlns:a16="http://schemas.microsoft.com/office/drawing/2014/main" id="{0ADC6353-6048-E03A-3D77-9D075ACD8B70}"/>
              </a:ext>
            </a:extLst>
          </p:cNvPr>
          <p:cNvSpPr>
            <a:spLocks noGrp="1"/>
          </p:cNvSpPr>
          <p:nvPr>
            <p:ph type="ftr" sz="quarter" idx="15"/>
          </p:nvPr>
        </p:nvSpPr>
        <p:spPr>
          <a:xfrm>
            <a:off x="502919" y="8723955"/>
            <a:ext cx="5486400" cy="161854"/>
          </a:xfrm>
          <a:prstGeom prst="rect">
            <a:avLst/>
          </a:prstGeom>
        </p:spPr>
        <p:txBody>
          <a:bodyPr/>
          <a:lstStyle>
            <a:lvl1pPr>
              <a:defRPr>
                <a:solidFill>
                  <a:schemeClr val="bg1"/>
                </a:solidFill>
              </a:defRPr>
            </a:lvl1pPr>
          </a:lstStyle>
          <a:p>
            <a:endParaRPr lang="en-US" dirty="0"/>
          </a:p>
        </p:txBody>
      </p:sp>
      <p:sp>
        <p:nvSpPr>
          <p:cNvPr id="8" name="Slide Number Placeholder 6">
            <a:extLst>
              <a:ext uri="{FF2B5EF4-FFF2-40B4-BE49-F238E27FC236}">
                <a16:creationId xmlns:a16="http://schemas.microsoft.com/office/drawing/2014/main" id="{C52B2FB9-5F5F-3AD4-6FA3-4B103FDE22EA}"/>
              </a:ext>
            </a:extLst>
          </p:cNvPr>
          <p:cNvSpPr>
            <a:spLocks noGrp="1"/>
          </p:cNvSpPr>
          <p:nvPr>
            <p:ph type="sldNum" sz="quarter" idx="16"/>
          </p:nvPr>
        </p:nvSpPr>
        <p:spPr>
          <a:xfrm>
            <a:off x="182124" y="8723955"/>
            <a:ext cx="199973" cy="161854"/>
          </a:xfrm>
          <a:prstGeom prst="rect">
            <a:avLst/>
          </a:prstGeom>
        </p:spPr>
        <p:txBody>
          <a:bodyPr/>
          <a:lstStyle>
            <a:lvl1pPr>
              <a:defRPr>
                <a:solidFill>
                  <a:schemeClr val="bg1"/>
                </a:solidFill>
              </a:defRPr>
            </a:lvl1pPr>
          </a:lstStyle>
          <a:p>
            <a:fld id="{A5163908-529D-4A49-892F-D37C4044DFD8}" type="slidenum">
              <a:rPr lang="en-US" smtClean="0"/>
              <a:pPr/>
              <a:t>‹#›</a:t>
            </a:fld>
            <a:endParaRPr lang="en-US" dirty="0"/>
          </a:p>
        </p:txBody>
      </p:sp>
      <p:sp>
        <p:nvSpPr>
          <p:cNvPr id="9" name="Title 2">
            <a:extLst>
              <a:ext uri="{FF2B5EF4-FFF2-40B4-BE49-F238E27FC236}">
                <a16:creationId xmlns:a16="http://schemas.microsoft.com/office/drawing/2014/main" id="{16469C53-2653-5C06-7E2F-CD7D6BC91B92}"/>
              </a:ext>
            </a:extLst>
          </p:cNvPr>
          <p:cNvSpPr>
            <a:spLocks noGrp="1"/>
          </p:cNvSpPr>
          <p:nvPr>
            <p:ph type="title" hasCustomPrompt="1"/>
          </p:nvPr>
        </p:nvSpPr>
        <p:spPr>
          <a:xfrm>
            <a:off x="502919" y="2917808"/>
            <a:ext cx="8138161" cy="3268701"/>
          </a:xfrm>
          <a:prstGeom prst="rect">
            <a:avLst/>
          </a:prstGeom>
        </p:spPr>
        <p:txBody>
          <a:bodyPr tIns="0" bIns="0" anchor="ctr">
            <a:noAutofit/>
          </a:bodyPr>
          <a:lstStyle>
            <a:lvl1pPr>
              <a:defRPr sz="3600">
                <a:solidFill>
                  <a:schemeClr val="bg1"/>
                </a:solidFill>
              </a:defRPr>
            </a:lvl1pPr>
          </a:lstStyle>
          <a:p>
            <a:r>
              <a:rPr lang="en-US" dirty="0"/>
              <a:t>Philips blue divider</a:t>
            </a:r>
            <a:endParaRPr lang="en-GB" dirty="0"/>
          </a:p>
        </p:txBody>
      </p:sp>
      <p:sp>
        <p:nvSpPr>
          <p:cNvPr id="11" name="Text Placeholder 2">
            <a:extLst>
              <a:ext uri="{FF2B5EF4-FFF2-40B4-BE49-F238E27FC236}">
                <a16:creationId xmlns:a16="http://schemas.microsoft.com/office/drawing/2014/main" id="{C609342E-45EF-3B14-6398-69B80ECAAF0F}"/>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BDF0FF"/>
                </a:solidFill>
                <a:latin typeface="Calibri" panose="020F0502020204030204" pitchFamily="34" charset="0"/>
              </a:defRPr>
            </a:lvl1pPr>
          </a:lstStyle>
          <a:p>
            <a:pPr lvl="0"/>
            <a:r>
              <a:rPr lang="en-US" dirty="0"/>
              <a:t>Optional header</a:t>
            </a:r>
          </a:p>
        </p:txBody>
      </p:sp>
      <p:pic>
        <p:nvPicPr>
          <p:cNvPr id="3" name="Picture 2">
            <a:extLst>
              <a:ext uri="{FF2B5EF4-FFF2-40B4-BE49-F238E27FC236}">
                <a16:creationId xmlns:a16="http://schemas.microsoft.com/office/drawing/2014/main" id="{6A385F6C-EE6D-ED6D-18D0-4DE79C3908D5}"/>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372731052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 white">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C5660C-87D6-8991-CE76-9D054AAB9A58}"/>
              </a:ext>
            </a:extLst>
          </p:cNvPr>
          <p:cNvSpPr>
            <a:spLocks noGrp="1"/>
          </p:cNvSpPr>
          <p:nvPr>
            <p:ph type="ftr" sz="quarter" idx="15"/>
          </p:nvPr>
        </p:nvSpPr>
        <p:spPr>
          <a:xfrm>
            <a:off x="502919" y="8723955"/>
            <a:ext cx="5486400" cy="161854"/>
          </a:xfrm>
          <a:prstGeom prst="rect">
            <a:avLst/>
          </a:prstGeom>
        </p:spPr>
        <p:txBody>
          <a:bodyPr/>
          <a:lstStyle>
            <a:lvl1pPr>
              <a:defRPr>
                <a:solidFill>
                  <a:schemeClr val="tx1">
                    <a:lumMod val="65000"/>
                    <a:lumOff val="35000"/>
                  </a:schemeClr>
                </a:solidFill>
              </a:defRPr>
            </a:lvl1pPr>
          </a:lstStyle>
          <a:p>
            <a:endParaRPr lang="en-US" dirty="0"/>
          </a:p>
        </p:txBody>
      </p:sp>
      <p:sp>
        <p:nvSpPr>
          <p:cNvPr id="3" name="Slide Number Placeholder 2">
            <a:extLst>
              <a:ext uri="{FF2B5EF4-FFF2-40B4-BE49-F238E27FC236}">
                <a16:creationId xmlns:a16="http://schemas.microsoft.com/office/drawing/2014/main" id="{54D63F8B-8A74-0E87-A158-F18F0F9C68AA}"/>
              </a:ext>
            </a:extLst>
          </p:cNvPr>
          <p:cNvSpPr>
            <a:spLocks noGrp="1"/>
          </p:cNvSpPr>
          <p:nvPr>
            <p:ph type="sldNum" sz="quarter" idx="16"/>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10" name="Title 2">
            <a:extLst>
              <a:ext uri="{FF2B5EF4-FFF2-40B4-BE49-F238E27FC236}">
                <a16:creationId xmlns:a16="http://schemas.microsoft.com/office/drawing/2014/main" id="{770153C2-9411-C295-333A-E234FF87BD59}"/>
              </a:ext>
            </a:extLst>
          </p:cNvPr>
          <p:cNvSpPr>
            <a:spLocks noGrp="1"/>
          </p:cNvSpPr>
          <p:nvPr>
            <p:ph type="title" hasCustomPrompt="1"/>
          </p:nvPr>
        </p:nvSpPr>
        <p:spPr>
          <a:xfrm>
            <a:off x="502919" y="2917808"/>
            <a:ext cx="8138160" cy="3268701"/>
          </a:xfrm>
          <a:prstGeom prst="rect">
            <a:avLst/>
          </a:prstGeom>
        </p:spPr>
        <p:txBody>
          <a:bodyPr tIns="0" bIns="0" anchor="ctr">
            <a:noAutofit/>
          </a:bodyPr>
          <a:lstStyle>
            <a:lvl1pPr>
              <a:defRPr sz="3600">
                <a:solidFill>
                  <a:srgbClr val="00126E"/>
                </a:solidFill>
              </a:defRPr>
            </a:lvl1pPr>
          </a:lstStyle>
          <a:p>
            <a:r>
              <a:rPr lang="en-US" dirty="0"/>
              <a:t>White divider</a:t>
            </a:r>
            <a:endParaRPr lang="en-GB" dirty="0"/>
          </a:p>
        </p:txBody>
      </p:sp>
      <p:sp>
        <p:nvSpPr>
          <p:cNvPr id="11" name="Text Placeholder 2">
            <a:extLst>
              <a:ext uri="{FF2B5EF4-FFF2-40B4-BE49-F238E27FC236}">
                <a16:creationId xmlns:a16="http://schemas.microsoft.com/office/drawing/2014/main" id="{3C5F79E5-E3CC-0F06-D2F0-AB9CC0AE2CF7}"/>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spTree>
    <p:extLst>
      <p:ext uri="{BB962C8B-B14F-4D97-AF65-F5344CB8AC3E}">
        <p14:creationId xmlns:p14="http://schemas.microsoft.com/office/powerpoint/2010/main" val="269343202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 light blue">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B31952-E4A5-D9E8-C52F-5D29A7BC41F4}"/>
              </a:ext>
            </a:extLst>
          </p:cNvPr>
          <p:cNvSpPr>
            <a:spLocks noGrp="1"/>
          </p:cNvSpPr>
          <p:nvPr>
            <p:ph type="ftr" sz="quarter" idx="1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BE8E28A7-BDB3-7FE2-2275-6C094A1DF33A}"/>
              </a:ext>
            </a:extLst>
          </p:cNvPr>
          <p:cNvSpPr>
            <a:spLocks noGrp="1"/>
          </p:cNvSpPr>
          <p:nvPr>
            <p:ph type="sldNum" sz="quarter" idx="16"/>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4" name="Title 2">
            <a:extLst>
              <a:ext uri="{FF2B5EF4-FFF2-40B4-BE49-F238E27FC236}">
                <a16:creationId xmlns:a16="http://schemas.microsoft.com/office/drawing/2014/main" id="{5170887A-6431-1399-F5E5-FA3AD3099BAF}"/>
              </a:ext>
            </a:extLst>
          </p:cNvPr>
          <p:cNvSpPr>
            <a:spLocks noGrp="1"/>
          </p:cNvSpPr>
          <p:nvPr>
            <p:ph type="title" hasCustomPrompt="1"/>
          </p:nvPr>
        </p:nvSpPr>
        <p:spPr>
          <a:xfrm>
            <a:off x="502919" y="2917808"/>
            <a:ext cx="8138160" cy="3268701"/>
          </a:xfrm>
          <a:prstGeom prst="rect">
            <a:avLst/>
          </a:prstGeom>
        </p:spPr>
        <p:txBody>
          <a:bodyPr tIns="0" bIns="0" anchor="ctr">
            <a:noAutofit/>
          </a:bodyPr>
          <a:lstStyle>
            <a:lvl1pPr>
              <a:defRPr sz="3600">
                <a:solidFill>
                  <a:srgbClr val="00126E"/>
                </a:solidFill>
              </a:defRPr>
            </a:lvl1pPr>
          </a:lstStyle>
          <a:p>
            <a:r>
              <a:rPr lang="en-US" dirty="0"/>
              <a:t>Light blue divider</a:t>
            </a:r>
            <a:endParaRPr lang="en-GB" dirty="0"/>
          </a:p>
        </p:txBody>
      </p:sp>
      <p:sp>
        <p:nvSpPr>
          <p:cNvPr id="7" name="Text Placeholder 2">
            <a:extLst>
              <a:ext uri="{FF2B5EF4-FFF2-40B4-BE49-F238E27FC236}">
                <a16:creationId xmlns:a16="http://schemas.microsoft.com/office/drawing/2014/main" id="{9239A8D7-86F6-5F8F-60A8-D347B9F18D43}"/>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spTree>
    <p:extLst>
      <p:ext uri="{BB962C8B-B14F-4D97-AF65-F5344CB8AC3E}">
        <p14:creationId xmlns:p14="http://schemas.microsoft.com/office/powerpoint/2010/main" val="117109289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 dark blue">
    <p:bg>
      <p:bgPr>
        <a:solidFill>
          <a:schemeClr val="accent1"/>
        </a:solidFill>
        <a:effectLst/>
      </p:bgPr>
    </p:bg>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0F4BC162-EBC9-AD4C-50FB-5AE54CFC382D}"/>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2" name="Footer Placeholder 1">
            <a:extLst>
              <a:ext uri="{FF2B5EF4-FFF2-40B4-BE49-F238E27FC236}">
                <a16:creationId xmlns:a16="http://schemas.microsoft.com/office/drawing/2014/main" id="{1302E108-9147-4964-1570-DD151056425A}"/>
              </a:ext>
            </a:extLst>
          </p:cNvPr>
          <p:cNvSpPr>
            <a:spLocks noGrp="1"/>
          </p:cNvSpPr>
          <p:nvPr userDrawn="1">
            <p:ph type="ftr" sz="quarter" idx="15"/>
          </p:nvPr>
        </p:nvSpPr>
        <p:spPr>
          <a:xfrm>
            <a:off x="502919" y="8723955"/>
            <a:ext cx="5486400" cy="161854"/>
          </a:xfrm>
          <a:prstGeom prst="rect">
            <a:avLst/>
          </a:prstGeom>
        </p:spPr>
        <p:txBody>
          <a:bodyPr/>
          <a:lstStyle>
            <a:lvl1pPr>
              <a:defRPr>
                <a:solidFill>
                  <a:schemeClr val="bg1"/>
                </a:solidFill>
              </a:defRPr>
            </a:lvl1pPr>
          </a:lstStyle>
          <a:p>
            <a:endParaRPr lang="en-US" dirty="0"/>
          </a:p>
        </p:txBody>
      </p:sp>
      <p:sp>
        <p:nvSpPr>
          <p:cNvPr id="3" name="Slide Number Placeholder 2">
            <a:extLst>
              <a:ext uri="{FF2B5EF4-FFF2-40B4-BE49-F238E27FC236}">
                <a16:creationId xmlns:a16="http://schemas.microsoft.com/office/drawing/2014/main" id="{187ED613-E8BF-EF44-A246-98413FA79480}"/>
              </a:ext>
            </a:extLst>
          </p:cNvPr>
          <p:cNvSpPr>
            <a:spLocks noGrp="1"/>
          </p:cNvSpPr>
          <p:nvPr userDrawn="1">
            <p:ph type="sldNum" sz="quarter" idx="16"/>
          </p:nvPr>
        </p:nvSpPr>
        <p:spPr>
          <a:xfrm>
            <a:off x="182124" y="8723955"/>
            <a:ext cx="199973" cy="161854"/>
          </a:xfrm>
          <a:prstGeom prst="rect">
            <a:avLst/>
          </a:prstGeom>
        </p:spPr>
        <p:txBody>
          <a:bodyPr/>
          <a:lstStyle>
            <a:lvl1pPr>
              <a:defRPr>
                <a:solidFill>
                  <a:schemeClr val="bg1"/>
                </a:solidFill>
              </a:defRPr>
            </a:lvl1pPr>
          </a:lstStyle>
          <a:p>
            <a:fld id="{A5163908-529D-4A49-892F-D37C4044DFD8}" type="slidenum">
              <a:rPr lang="en-US" smtClean="0"/>
              <a:pPr/>
              <a:t>‹#›</a:t>
            </a:fld>
            <a:endParaRPr lang="en-US" dirty="0"/>
          </a:p>
        </p:txBody>
      </p:sp>
      <p:sp>
        <p:nvSpPr>
          <p:cNvPr id="5" name="Title 2">
            <a:extLst>
              <a:ext uri="{FF2B5EF4-FFF2-40B4-BE49-F238E27FC236}">
                <a16:creationId xmlns:a16="http://schemas.microsoft.com/office/drawing/2014/main" id="{514E7F6E-2B69-4BF8-B520-1CCC3F36F20D}"/>
              </a:ext>
            </a:extLst>
          </p:cNvPr>
          <p:cNvSpPr>
            <a:spLocks noGrp="1"/>
          </p:cNvSpPr>
          <p:nvPr>
            <p:ph type="title" hasCustomPrompt="1"/>
          </p:nvPr>
        </p:nvSpPr>
        <p:spPr>
          <a:xfrm>
            <a:off x="502919" y="2917808"/>
            <a:ext cx="8138160" cy="3268701"/>
          </a:xfrm>
          <a:prstGeom prst="rect">
            <a:avLst/>
          </a:prstGeom>
        </p:spPr>
        <p:txBody>
          <a:bodyPr tIns="0" bIns="0" anchor="ctr">
            <a:noAutofit/>
          </a:bodyPr>
          <a:lstStyle>
            <a:lvl1pPr>
              <a:defRPr sz="3600">
                <a:solidFill>
                  <a:schemeClr val="bg1"/>
                </a:solidFill>
              </a:defRPr>
            </a:lvl1pPr>
          </a:lstStyle>
          <a:p>
            <a:r>
              <a:rPr lang="en-US" dirty="0"/>
              <a:t>Dark blue divider</a:t>
            </a:r>
            <a:endParaRPr lang="en-GB" dirty="0"/>
          </a:p>
        </p:txBody>
      </p:sp>
      <p:sp>
        <p:nvSpPr>
          <p:cNvPr id="6" name="Text Placeholder 2">
            <a:extLst>
              <a:ext uri="{FF2B5EF4-FFF2-40B4-BE49-F238E27FC236}">
                <a16:creationId xmlns:a16="http://schemas.microsoft.com/office/drawing/2014/main" id="{21A37B65-E4B8-71F7-A78F-77B2D4E42B21}"/>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BDF0FF"/>
                </a:solidFill>
                <a:latin typeface="Calibri" panose="020F0502020204030204" pitchFamily="34" charset="0"/>
              </a:defRPr>
            </a:lvl1pPr>
          </a:lstStyle>
          <a:p>
            <a:pPr lvl="0"/>
            <a:r>
              <a:rPr lang="en-US" dirty="0"/>
              <a:t>Optional header</a:t>
            </a:r>
          </a:p>
        </p:txBody>
      </p:sp>
      <p:pic>
        <p:nvPicPr>
          <p:cNvPr id="8" name="Picture 7">
            <a:extLst>
              <a:ext uri="{FF2B5EF4-FFF2-40B4-BE49-F238E27FC236}">
                <a16:creationId xmlns:a16="http://schemas.microsoft.com/office/drawing/2014/main" id="{D7FA3403-DB36-5459-127B-003E16CD7F5B}"/>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21202082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only - blue">
    <p:bg>
      <p:bgRef idx="1001">
        <a:schemeClr val="bg2"/>
      </p:bgRef>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840DD0C7-5AF6-1A37-ECF9-CC16DE9DDC74}"/>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tx1"/>
                </a:solidFill>
                <a:latin typeface="+mj-lt"/>
              </a:rPr>
              <a:t>© 2024 Koninklijke Philips N.V. All rights reserved.</a:t>
            </a:r>
          </a:p>
        </p:txBody>
      </p:sp>
      <p:sp>
        <p:nvSpPr>
          <p:cNvPr id="8" name="Footer Placeholder 2">
            <a:extLst>
              <a:ext uri="{FF2B5EF4-FFF2-40B4-BE49-F238E27FC236}">
                <a16:creationId xmlns:a16="http://schemas.microsoft.com/office/drawing/2014/main" id="{E5BC41EF-EEE9-1B6E-5F31-3E428C7719F5}"/>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9" name="Slide Number Placeholder 5">
            <a:extLst>
              <a:ext uri="{FF2B5EF4-FFF2-40B4-BE49-F238E27FC236}">
                <a16:creationId xmlns:a16="http://schemas.microsoft.com/office/drawing/2014/main" id="{D0D815C2-849B-D7BD-0DB7-A36C1FA4B708}"/>
              </a:ext>
            </a:extLst>
          </p:cNvPr>
          <p:cNvSpPr>
            <a:spLocks noGrp="1"/>
          </p:cNvSpPr>
          <p:nvPr>
            <p:ph type="sldNum" sz="quarter" idx="11"/>
          </p:nvPr>
        </p:nvSpPr>
        <p:spPr>
          <a:xfrm>
            <a:off x="182124" y="8723955"/>
            <a:ext cx="199973" cy="161854"/>
          </a:xfrm>
          <a:prstGeom prst="rect">
            <a:avLst/>
          </a:prstGeom>
        </p:spPr>
        <p:txBody>
          <a:bodyPr/>
          <a:lstStyle>
            <a:lvl1pPr>
              <a:defRPr>
                <a:solidFill>
                  <a:schemeClr val="tx1"/>
                </a:solidFill>
              </a:defRPr>
            </a:lvl1pPr>
          </a:lstStyle>
          <a:p>
            <a:fld id="{A5163908-529D-4A49-892F-D37C4044DFD8}" type="slidenum">
              <a:rPr lang="en-US" smtClean="0"/>
              <a:pPr/>
              <a:t>‹#›</a:t>
            </a:fld>
            <a:endParaRPr lang="en-US" dirty="0"/>
          </a:p>
        </p:txBody>
      </p:sp>
      <p:sp>
        <p:nvSpPr>
          <p:cNvPr id="7" name="Title 1">
            <a:extLst>
              <a:ext uri="{FF2B5EF4-FFF2-40B4-BE49-F238E27FC236}">
                <a16:creationId xmlns:a16="http://schemas.microsoft.com/office/drawing/2014/main" id="{F36F285E-21D8-7DCC-C09A-8638AEC14F16}"/>
              </a:ext>
            </a:extLst>
          </p:cNvPr>
          <p:cNvSpPr>
            <a:spLocks noGrp="1"/>
          </p:cNvSpPr>
          <p:nvPr>
            <p:ph type="title" hasCustomPrompt="1"/>
          </p:nvPr>
        </p:nvSpPr>
        <p:spPr>
          <a:xfrm>
            <a:off x="503238" y="663604"/>
            <a:ext cx="8138160" cy="1272917"/>
          </a:xfrm>
          <a:prstGeom prst="rect">
            <a:avLst/>
          </a:prstGeom>
        </p:spPr>
        <p:txBody>
          <a:bodyPr/>
          <a:lstStyle>
            <a:lvl1pPr>
              <a:defRPr>
                <a:solidFill>
                  <a:schemeClr val="tx1"/>
                </a:solidFill>
              </a:defRPr>
            </a:lvl1pPr>
          </a:lstStyle>
          <a:p>
            <a:r>
              <a:rPr lang="en-US" dirty="0"/>
              <a:t>Type your slide headline here</a:t>
            </a:r>
          </a:p>
        </p:txBody>
      </p:sp>
      <p:pic>
        <p:nvPicPr>
          <p:cNvPr id="4" name="Picture 3">
            <a:extLst>
              <a:ext uri="{FF2B5EF4-FFF2-40B4-BE49-F238E27FC236}">
                <a16:creationId xmlns:a16="http://schemas.microsoft.com/office/drawing/2014/main" id="{B923826F-0E15-8317-5ABF-92322521F277}"/>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36995000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E2F1EC1-2658-C047-B1BA-7D4E1C0429BF}"/>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6E53026-A825-4528-4CF3-B5A968101115}"/>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5" name="Title 1">
            <a:extLst>
              <a:ext uri="{FF2B5EF4-FFF2-40B4-BE49-F238E27FC236}">
                <a16:creationId xmlns:a16="http://schemas.microsoft.com/office/drawing/2014/main" id="{35B2A843-3D74-BE80-F9C6-089029FBBCFF}"/>
              </a:ext>
            </a:extLst>
          </p:cNvPr>
          <p:cNvSpPr>
            <a:spLocks noGrp="1"/>
          </p:cNvSpPr>
          <p:nvPr>
            <p:ph type="title" hasCustomPrompt="1"/>
          </p:nvPr>
        </p:nvSpPr>
        <p:spPr>
          <a:xfrm>
            <a:off x="502920" y="665971"/>
            <a:ext cx="8138160" cy="1272917"/>
          </a:xfrm>
          <a:prstGeom prst="rect">
            <a:avLst/>
          </a:prstGeom>
        </p:spPr>
        <p:txBody>
          <a:bodyPr/>
          <a:lstStyle>
            <a:lvl1pPr>
              <a:defRPr/>
            </a:lvl1pPr>
          </a:lstStyle>
          <a:p>
            <a:r>
              <a:rPr lang="en-US" dirty="0"/>
              <a:t>Type your slide headline here</a:t>
            </a:r>
          </a:p>
        </p:txBody>
      </p:sp>
    </p:spTree>
    <p:extLst>
      <p:ext uri="{BB962C8B-B14F-4D97-AF65-F5344CB8AC3E}">
        <p14:creationId xmlns:p14="http://schemas.microsoft.com/office/powerpoint/2010/main" val="366540043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p15="http://schemas.microsoft.com/office/powerpoint/2012/main">
      <p:transition>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 light blue">
    <p:bg>
      <p:bgPr>
        <a:solidFill>
          <a:schemeClr val="bg2"/>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0970542-4FDB-B324-ECE0-DE3F5DFAF177}"/>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3DCCC7D-4FA5-392C-1757-004F3007C807}"/>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8" name="Title 1">
            <a:extLst>
              <a:ext uri="{FF2B5EF4-FFF2-40B4-BE49-F238E27FC236}">
                <a16:creationId xmlns:a16="http://schemas.microsoft.com/office/drawing/2014/main" id="{32D381BB-CD2F-C7BC-1AFA-2073F1739D4B}"/>
              </a:ext>
            </a:extLst>
          </p:cNvPr>
          <p:cNvSpPr>
            <a:spLocks noGrp="1"/>
          </p:cNvSpPr>
          <p:nvPr>
            <p:ph type="title" hasCustomPrompt="1"/>
          </p:nvPr>
        </p:nvSpPr>
        <p:spPr>
          <a:xfrm>
            <a:off x="503238" y="665971"/>
            <a:ext cx="8138160" cy="1272917"/>
          </a:xfrm>
          <a:prstGeom prst="rect">
            <a:avLst/>
          </a:prstGeom>
        </p:spPr>
        <p:txBody>
          <a:bodyPr/>
          <a:lstStyle>
            <a:lvl1pPr>
              <a:defRPr/>
            </a:lvl1pPr>
          </a:lstStyle>
          <a:p>
            <a:r>
              <a:rPr lang="en-US" dirty="0"/>
              <a:t>Type your slide headline here</a:t>
            </a:r>
          </a:p>
        </p:txBody>
      </p:sp>
    </p:spTree>
    <p:extLst>
      <p:ext uri="{BB962C8B-B14F-4D97-AF65-F5344CB8AC3E}">
        <p14:creationId xmlns:p14="http://schemas.microsoft.com/office/powerpoint/2010/main" val="153714237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only - dark blue">
    <p:bg>
      <p:bgPr>
        <a:solidFill>
          <a:schemeClr val="accent1"/>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F101F003-E183-0112-A786-7AA9F6D0DE19}"/>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tx1"/>
                </a:solidFill>
                <a:latin typeface="+mj-lt"/>
              </a:rPr>
              <a:t>© 2024 Koninklijke Philips N.V. All rights reserved.</a:t>
            </a:r>
          </a:p>
        </p:txBody>
      </p:sp>
      <p:sp>
        <p:nvSpPr>
          <p:cNvPr id="4" name="Footer Placeholder 3">
            <a:extLst>
              <a:ext uri="{FF2B5EF4-FFF2-40B4-BE49-F238E27FC236}">
                <a16:creationId xmlns:a16="http://schemas.microsoft.com/office/drawing/2014/main" id="{5EAB06B5-4F14-55FD-A5A0-3ED51EB4969C}"/>
              </a:ext>
            </a:extLst>
          </p:cNvPr>
          <p:cNvSpPr>
            <a:spLocks noGrp="1"/>
          </p:cNvSpPr>
          <p:nvPr>
            <p:ph type="ftr" sz="quarter" idx="11"/>
          </p:nvPr>
        </p:nvSpPr>
        <p:spPr>
          <a:xfrm>
            <a:off x="502919" y="8723955"/>
            <a:ext cx="5486400" cy="161854"/>
          </a:xfrm>
          <a:prstGeom prst="rect">
            <a:avLst/>
          </a:prstGeom>
        </p:spPr>
        <p:txBody>
          <a:bodyPr/>
          <a:lstStyle/>
          <a:p>
            <a:endParaRPr lang="en-US" noProof="0" dirty="0"/>
          </a:p>
        </p:txBody>
      </p:sp>
      <p:sp>
        <p:nvSpPr>
          <p:cNvPr id="5" name="Slide Number Placeholder 4">
            <a:extLst>
              <a:ext uri="{FF2B5EF4-FFF2-40B4-BE49-F238E27FC236}">
                <a16:creationId xmlns:a16="http://schemas.microsoft.com/office/drawing/2014/main" id="{2E0D042B-CFFA-A2E0-2A91-CEF83AE1AC40}"/>
              </a:ext>
            </a:extLst>
          </p:cNvPr>
          <p:cNvSpPr>
            <a:spLocks noGrp="1"/>
          </p:cNvSpPr>
          <p:nvPr>
            <p:ph type="sldNum" sz="quarter" idx="12"/>
          </p:nvPr>
        </p:nvSpPr>
        <p:spPr>
          <a:xfrm>
            <a:off x="182124" y="8723955"/>
            <a:ext cx="199973" cy="161854"/>
          </a:xfrm>
          <a:prstGeom prst="rect">
            <a:avLst/>
          </a:prstGeom>
        </p:spPr>
        <p:txBody>
          <a:bodyPr/>
          <a:lstStyle>
            <a:lvl1pPr>
              <a:defRPr>
                <a:solidFill>
                  <a:schemeClr val="tx1"/>
                </a:solidFill>
              </a:defRPr>
            </a:lvl1pPr>
          </a:lstStyle>
          <a:p>
            <a:fld id="{A5163908-529D-4A49-892F-D37C4044DFD8}" type="slidenum">
              <a:rPr lang="en-US" smtClean="0"/>
              <a:pPr/>
              <a:t>‹#›</a:t>
            </a:fld>
            <a:endParaRPr lang="en-US" dirty="0"/>
          </a:p>
        </p:txBody>
      </p:sp>
      <p:sp>
        <p:nvSpPr>
          <p:cNvPr id="7" name="Title 1">
            <a:extLst>
              <a:ext uri="{FF2B5EF4-FFF2-40B4-BE49-F238E27FC236}">
                <a16:creationId xmlns:a16="http://schemas.microsoft.com/office/drawing/2014/main" id="{A68A8DF2-CDA7-D81B-B404-AB351FB689A9}"/>
              </a:ext>
            </a:extLst>
          </p:cNvPr>
          <p:cNvSpPr>
            <a:spLocks noGrp="1"/>
          </p:cNvSpPr>
          <p:nvPr>
            <p:ph type="title" hasCustomPrompt="1"/>
          </p:nvPr>
        </p:nvSpPr>
        <p:spPr>
          <a:xfrm>
            <a:off x="503238" y="665971"/>
            <a:ext cx="8138160" cy="1272917"/>
          </a:xfrm>
          <a:prstGeom prst="rect">
            <a:avLst/>
          </a:prstGeom>
        </p:spPr>
        <p:txBody>
          <a:bodyPr/>
          <a:lstStyle>
            <a:lvl1pPr>
              <a:defRPr>
                <a:solidFill>
                  <a:schemeClr val="tx1"/>
                </a:solidFill>
              </a:defRPr>
            </a:lvl1pPr>
          </a:lstStyle>
          <a:p>
            <a:r>
              <a:rPr lang="en-US" dirty="0"/>
              <a:t>Type your slide headline here</a:t>
            </a:r>
          </a:p>
        </p:txBody>
      </p:sp>
      <p:pic>
        <p:nvPicPr>
          <p:cNvPr id="3" name="Picture 2">
            <a:extLst>
              <a:ext uri="{FF2B5EF4-FFF2-40B4-BE49-F238E27FC236}">
                <a16:creationId xmlns:a16="http://schemas.microsoft.com/office/drawing/2014/main" id="{F8076A43-B32F-C6BC-95CF-AF3D220BC566}"/>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32893439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81C77D-DDC8-3024-919F-538FECE1E64E}"/>
              </a:ext>
            </a:extLst>
          </p:cNvPr>
          <p:cNvSpPr>
            <a:spLocks noGrp="1"/>
          </p:cNvSpPr>
          <p:nvPr>
            <p:ph type="body" sz="quarter" idx="20" hasCustomPrompt="1"/>
          </p:nvPr>
        </p:nvSpPr>
        <p:spPr>
          <a:xfrm>
            <a:off x="500062" y="2144011"/>
            <a:ext cx="8138160" cy="6168311"/>
          </a:xfrm>
          <a:prstGeom prst="rect">
            <a:avLst/>
          </a:prstGeom>
        </p:spPr>
        <p:txBody>
          <a:bodyPr/>
          <a:lstStyle>
            <a:lvl5pPr>
              <a:defRPr/>
            </a:lvl5pPr>
            <a:lvl6pPr>
              <a:defRPr/>
            </a:lvl6pPr>
            <a:lvl7pPr>
              <a:defRPr/>
            </a:lvl7pPr>
            <a:lvl8pPr>
              <a:defRPr/>
            </a:lvl8pPr>
            <a:lvl9pPr>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7">
            <a:extLst>
              <a:ext uri="{FF2B5EF4-FFF2-40B4-BE49-F238E27FC236}">
                <a16:creationId xmlns:a16="http://schemas.microsoft.com/office/drawing/2014/main" id="{17A39C56-76E5-6D8E-D2AE-E974200C177A}"/>
              </a:ext>
            </a:extLst>
          </p:cNvPr>
          <p:cNvSpPr>
            <a:spLocks noGrp="1"/>
          </p:cNvSpPr>
          <p:nvPr>
            <p:ph type="title" hasCustomPrompt="1"/>
          </p:nvPr>
        </p:nvSpPr>
        <p:spPr>
          <a:xfrm>
            <a:off x="504053" y="665971"/>
            <a:ext cx="8138160" cy="1272917"/>
          </a:xfrm>
          <a:prstGeom prst="rect">
            <a:avLst/>
          </a:prstGeom>
        </p:spPr>
        <p:txBody>
          <a:bodyPr lIns="0" tIns="0" rIns="0" bIns="0"/>
          <a:lstStyle>
            <a:lvl1pPr>
              <a:defRPr sz="2400">
                <a:solidFill>
                  <a:schemeClr val="tx2"/>
                </a:solidFill>
                <a:latin typeface="+mj-lt"/>
              </a:defRPr>
            </a:lvl1pPr>
          </a:lstStyle>
          <a:p>
            <a:r>
              <a:rPr lang="en-US" dirty="0"/>
              <a:t>Type your slide headline here</a:t>
            </a:r>
            <a:endParaRPr lang="en-US" noProof="0" dirty="0"/>
          </a:p>
        </p:txBody>
      </p:sp>
    </p:spTree>
    <p:extLst>
      <p:ext uri="{BB962C8B-B14F-4D97-AF65-F5344CB8AC3E}">
        <p14:creationId xmlns:p14="http://schemas.microsoft.com/office/powerpoint/2010/main" val="26683445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D47832D1-2CB0-EF47-87AC-2268BFA1D60B}"/>
              </a:ext>
            </a:extLst>
          </p:cNvPr>
          <p:cNvSpPr>
            <a:spLocks noGrp="1"/>
          </p:cNvSpPr>
          <p:nvPr>
            <p:ph type="ftr" sz="quarter" idx="17"/>
          </p:nvPr>
        </p:nvSpPr>
        <p:spPr>
          <a:xfrm>
            <a:off x="502919" y="8723955"/>
            <a:ext cx="548640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14" name="Slide Number Placeholder 13">
            <a:extLst>
              <a:ext uri="{FF2B5EF4-FFF2-40B4-BE49-F238E27FC236}">
                <a16:creationId xmlns:a16="http://schemas.microsoft.com/office/drawing/2014/main" id="{F0675C8B-9184-054B-B7F8-DF9237D45D9F}"/>
              </a:ext>
            </a:extLst>
          </p:cNvPr>
          <p:cNvSpPr>
            <a:spLocks noGrp="1"/>
          </p:cNvSpPr>
          <p:nvPr>
            <p:ph type="sldNum" sz="quarter" idx="18"/>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
        <p:nvSpPr>
          <p:cNvPr id="5" name="Text Placeholder 2">
            <a:extLst>
              <a:ext uri="{FF2B5EF4-FFF2-40B4-BE49-F238E27FC236}">
                <a16:creationId xmlns:a16="http://schemas.microsoft.com/office/drawing/2014/main" id="{DF116B89-87B5-8107-A5CD-141BB7422566}"/>
              </a:ext>
            </a:extLst>
          </p:cNvPr>
          <p:cNvSpPr>
            <a:spLocks noGrp="1"/>
          </p:cNvSpPr>
          <p:nvPr>
            <p:ph type="body" sz="quarter" idx="21" hasCustomPrompt="1"/>
          </p:nvPr>
        </p:nvSpPr>
        <p:spPr>
          <a:xfrm>
            <a:off x="4820333" y="2144011"/>
            <a:ext cx="3823606"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2">
            <a:extLst>
              <a:ext uri="{FF2B5EF4-FFF2-40B4-BE49-F238E27FC236}">
                <a16:creationId xmlns:a16="http://schemas.microsoft.com/office/drawing/2014/main" id="{3B6E554A-6B73-15E4-3764-C5F8C8ADA4F8}"/>
              </a:ext>
            </a:extLst>
          </p:cNvPr>
          <p:cNvSpPr>
            <a:spLocks noGrp="1"/>
          </p:cNvSpPr>
          <p:nvPr>
            <p:ph type="body" sz="quarter" idx="20" hasCustomPrompt="1"/>
          </p:nvPr>
        </p:nvSpPr>
        <p:spPr>
          <a:xfrm>
            <a:off x="500063" y="2144011"/>
            <a:ext cx="3823606"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itle 7">
            <a:extLst>
              <a:ext uri="{FF2B5EF4-FFF2-40B4-BE49-F238E27FC236}">
                <a16:creationId xmlns:a16="http://schemas.microsoft.com/office/drawing/2014/main" id="{2AED31B2-8BB2-E9B2-06B3-96133C2A7C5B}"/>
              </a:ext>
            </a:extLst>
          </p:cNvPr>
          <p:cNvSpPr>
            <a:spLocks noGrp="1"/>
          </p:cNvSpPr>
          <p:nvPr>
            <p:ph type="title" hasCustomPrompt="1"/>
          </p:nvPr>
        </p:nvSpPr>
        <p:spPr>
          <a:xfrm>
            <a:off x="504053" y="665971"/>
            <a:ext cx="8138160" cy="1272917"/>
          </a:xfrm>
          <a:prstGeom prst="rect">
            <a:avLst/>
          </a:prstGeom>
        </p:spPr>
        <p:txBody>
          <a:bodyPr lIns="0" tIns="0" rIns="0" bIns="0"/>
          <a:lstStyle>
            <a:lvl1pPr>
              <a:defRPr sz="2400">
                <a:solidFill>
                  <a:schemeClr val="tx2"/>
                </a:solidFill>
                <a:latin typeface="+mj-lt"/>
              </a:defRPr>
            </a:lvl1pPr>
          </a:lstStyle>
          <a:p>
            <a:r>
              <a:rPr lang="en-US" dirty="0"/>
              <a:t>Type your slide headline here</a:t>
            </a:r>
            <a:endParaRPr lang="en-US" noProof="0" dirty="0"/>
          </a:p>
        </p:txBody>
      </p:sp>
    </p:spTree>
    <p:extLst>
      <p:ext uri="{BB962C8B-B14F-4D97-AF65-F5344CB8AC3E}">
        <p14:creationId xmlns:p14="http://schemas.microsoft.com/office/powerpoint/2010/main" val="232109768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D47832D1-2CB0-EF47-87AC-2268BFA1D60B}"/>
              </a:ext>
            </a:extLst>
          </p:cNvPr>
          <p:cNvSpPr>
            <a:spLocks noGrp="1"/>
          </p:cNvSpPr>
          <p:nvPr>
            <p:ph type="ftr" sz="quarter" idx="17"/>
          </p:nvPr>
        </p:nvSpPr>
        <p:spPr>
          <a:xfrm>
            <a:off x="502919" y="8723955"/>
            <a:ext cx="548640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14" name="Slide Number Placeholder 13">
            <a:extLst>
              <a:ext uri="{FF2B5EF4-FFF2-40B4-BE49-F238E27FC236}">
                <a16:creationId xmlns:a16="http://schemas.microsoft.com/office/drawing/2014/main" id="{F0675C8B-9184-054B-B7F8-DF9237D45D9F}"/>
              </a:ext>
            </a:extLst>
          </p:cNvPr>
          <p:cNvSpPr>
            <a:spLocks noGrp="1"/>
          </p:cNvSpPr>
          <p:nvPr>
            <p:ph type="sldNum" sz="quarter" idx="18"/>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
        <p:nvSpPr>
          <p:cNvPr id="6" name="Text Placeholder 2">
            <a:extLst>
              <a:ext uri="{FF2B5EF4-FFF2-40B4-BE49-F238E27FC236}">
                <a16:creationId xmlns:a16="http://schemas.microsoft.com/office/drawing/2014/main" id="{4C1EB096-CDA0-FBC3-ACB0-B46F4AC10AAD}"/>
              </a:ext>
            </a:extLst>
          </p:cNvPr>
          <p:cNvSpPr>
            <a:spLocks noGrp="1"/>
          </p:cNvSpPr>
          <p:nvPr>
            <p:ph type="body" sz="quarter" idx="24" hasCustomPrompt="1"/>
          </p:nvPr>
        </p:nvSpPr>
        <p:spPr>
          <a:xfrm>
            <a:off x="6262611"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2">
            <a:extLst>
              <a:ext uri="{FF2B5EF4-FFF2-40B4-BE49-F238E27FC236}">
                <a16:creationId xmlns:a16="http://schemas.microsoft.com/office/drawing/2014/main" id="{C3E0B99A-29EB-A6B9-09B7-861A3D1249FC}"/>
              </a:ext>
            </a:extLst>
          </p:cNvPr>
          <p:cNvSpPr>
            <a:spLocks noGrp="1"/>
          </p:cNvSpPr>
          <p:nvPr>
            <p:ph type="body" sz="quarter" idx="23" hasCustomPrompt="1"/>
          </p:nvPr>
        </p:nvSpPr>
        <p:spPr>
          <a:xfrm>
            <a:off x="3377488"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2">
            <a:extLst>
              <a:ext uri="{FF2B5EF4-FFF2-40B4-BE49-F238E27FC236}">
                <a16:creationId xmlns:a16="http://schemas.microsoft.com/office/drawing/2014/main" id="{8AA75FF5-94F5-C44C-32B7-5EC624735A96}"/>
              </a:ext>
            </a:extLst>
          </p:cNvPr>
          <p:cNvSpPr>
            <a:spLocks noGrp="1"/>
          </p:cNvSpPr>
          <p:nvPr>
            <p:ph type="body" sz="quarter" idx="20" hasCustomPrompt="1"/>
          </p:nvPr>
        </p:nvSpPr>
        <p:spPr>
          <a:xfrm>
            <a:off x="500063"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itle 7">
            <a:extLst>
              <a:ext uri="{FF2B5EF4-FFF2-40B4-BE49-F238E27FC236}">
                <a16:creationId xmlns:a16="http://schemas.microsoft.com/office/drawing/2014/main" id="{4967F1C9-9964-32B9-28CE-CDB0035173CF}"/>
              </a:ext>
            </a:extLst>
          </p:cNvPr>
          <p:cNvSpPr>
            <a:spLocks noGrp="1"/>
          </p:cNvSpPr>
          <p:nvPr>
            <p:ph type="title" hasCustomPrompt="1"/>
          </p:nvPr>
        </p:nvSpPr>
        <p:spPr>
          <a:xfrm>
            <a:off x="504053" y="665971"/>
            <a:ext cx="8138160" cy="1272917"/>
          </a:xfrm>
          <a:prstGeom prst="rect">
            <a:avLst/>
          </a:prstGeom>
        </p:spPr>
        <p:txBody>
          <a:bodyPr lIns="0" tIns="0" rIns="0" bIns="0"/>
          <a:lstStyle>
            <a:lvl1pPr>
              <a:defRPr sz="2400">
                <a:solidFill>
                  <a:schemeClr val="tx2"/>
                </a:solidFill>
                <a:latin typeface="+mj-lt"/>
              </a:defRPr>
            </a:lvl1pPr>
          </a:lstStyle>
          <a:p>
            <a:r>
              <a:rPr lang="en-US" dirty="0"/>
              <a:t>Type your slide headline here</a:t>
            </a:r>
            <a:endParaRPr lang="en-US" noProof="0" dirty="0"/>
          </a:p>
        </p:txBody>
      </p:sp>
    </p:spTree>
    <p:extLst>
      <p:ext uri="{BB962C8B-B14F-4D97-AF65-F5344CB8AC3E}">
        <p14:creationId xmlns:p14="http://schemas.microsoft.com/office/powerpoint/2010/main" val="241116909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mall - image right">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5D507BA-0817-31A1-44FE-891B1C7FA173}"/>
              </a:ext>
            </a:extLst>
          </p:cNvPr>
          <p:cNvSpPr>
            <a:spLocks noGrp="1"/>
          </p:cNvSpPr>
          <p:nvPr>
            <p:ph type="pic" sz="quarter" idx="28" hasCustomPrompt="1"/>
          </p:nvPr>
        </p:nvSpPr>
        <p:spPr>
          <a:xfrm>
            <a:off x="3253180" y="0"/>
            <a:ext cx="5888736" cy="9104313"/>
          </a:xfrm>
          <a:custGeom>
            <a:avLst/>
            <a:gdLst>
              <a:gd name="connsiteX0" fmla="*/ 5609750 w 5890820"/>
              <a:gd name="connsiteY0" fmla="*/ 4918662 h 5143500"/>
              <a:gd name="connsiteX1" fmla="*/ 5609757 w 5890820"/>
              <a:gd name="connsiteY1" fmla="*/ 4918670 h 5143500"/>
              <a:gd name="connsiteX2" fmla="*/ 5609750 w 5890820"/>
              <a:gd name="connsiteY2" fmla="*/ 4918680 h 5143500"/>
              <a:gd name="connsiteX3" fmla="*/ 5504702 w 5890820"/>
              <a:gd name="connsiteY3" fmla="*/ 4908682 h 5143500"/>
              <a:gd name="connsiteX4" fmla="*/ 5530011 w 5890820"/>
              <a:gd name="connsiteY4" fmla="*/ 4931060 h 5143500"/>
              <a:gd name="connsiteX5" fmla="*/ 5504702 w 5890820"/>
              <a:gd name="connsiteY5" fmla="*/ 4955819 h 5143500"/>
              <a:gd name="connsiteX6" fmla="*/ 5498970 w 5890820"/>
              <a:gd name="connsiteY6" fmla="*/ 4955819 h 5143500"/>
              <a:gd name="connsiteX7" fmla="*/ 5498970 w 5890820"/>
              <a:gd name="connsiteY7" fmla="*/ 4908800 h 5143500"/>
              <a:gd name="connsiteX8" fmla="*/ 5504702 w 5890820"/>
              <a:gd name="connsiteY8" fmla="*/ 4908682 h 5143500"/>
              <a:gd name="connsiteX9" fmla="*/ 5056334 w 5890820"/>
              <a:gd name="connsiteY9" fmla="*/ 4908682 h 5143500"/>
              <a:gd name="connsiteX10" fmla="*/ 5081644 w 5890820"/>
              <a:gd name="connsiteY10" fmla="*/ 4931060 h 5143500"/>
              <a:gd name="connsiteX11" fmla="*/ 5056334 w 5890820"/>
              <a:gd name="connsiteY11" fmla="*/ 4955819 h 5143500"/>
              <a:gd name="connsiteX12" fmla="*/ 5050602 w 5890820"/>
              <a:gd name="connsiteY12" fmla="*/ 4955819 h 5143500"/>
              <a:gd name="connsiteX13" fmla="*/ 5050602 w 5890820"/>
              <a:gd name="connsiteY13" fmla="*/ 4908800 h 5143500"/>
              <a:gd name="connsiteX14" fmla="*/ 5056334 w 5890820"/>
              <a:gd name="connsiteY14" fmla="*/ 4908682 h 5143500"/>
              <a:gd name="connsiteX15" fmla="*/ 5402996 w 5890820"/>
              <a:gd name="connsiteY15" fmla="*/ 4889642 h 5143500"/>
              <a:gd name="connsiteX16" fmla="*/ 5402996 w 5890820"/>
              <a:gd name="connsiteY16" fmla="*/ 5003422 h 5143500"/>
              <a:gd name="connsiteX17" fmla="*/ 5437856 w 5890820"/>
              <a:gd name="connsiteY17" fmla="*/ 5003422 h 5143500"/>
              <a:gd name="connsiteX18" fmla="*/ 5437856 w 5890820"/>
              <a:gd name="connsiteY18" fmla="*/ 4889642 h 5143500"/>
              <a:gd name="connsiteX19" fmla="*/ 5322296 w 5890820"/>
              <a:gd name="connsiteY19" fmla="*/ 4889642 h 5143500"/>
              <a:gd name="connsiteX20" fmla="*/ 5322296 w 5890820"/>
              <a:gd name="connsiteY20" fmla="*/ 5003422 h 5143500"/>
              <a:gd name="connsiteX21" fmla="*/ 5385323 w 5890820"/>
              <a:gd name="connsiteY21" fmla="*/ 5003422 h 5143500"/>
              <a:gd name="connsiteX22" fmla="*/ 5390579 w 5890820"/>
              <a:gd name="connsiteY22" fmla="*/ 4980570 h 5143500"/>
              <a:gd name="connsiteX23" fmla="*/ 5357157 w 5890820"/>
              <a:gd name="connsiteY23" fmla="*/ 4980570 h 5143500"/>
              <a:gd name="connsiteX24" fmla="*/ 5357157 w 5890820"/>
              <a:gd name="connsiteY24" fmla="*/ 4889642 h 5143500"/>
              <a:gd name="connsiteX25" fmla="*/ 5261659 w 5890820"/>
              <a:gd name="connsiteY25" fmla="*/ 4889642 h 5143500"/>
              <a:gd name="connsiteX26" fmla="*/ 5261659 w 5890820"/>
              <a:gd name="connsiteY26" fmla="*/ 5003422 h 5143500"/>
              <a:gd name="connsiteX27" fmla="*/ 5296520 w 5890820"/>
              <a:gd name="connsiteY27" fmla="*/ 5003422 h 5143500"/>
              <a:gd name="connsiteX28" fmla="*/ 5296520 w 5890820"/>
              <a:gd name="connsiteY28" fmla="*/ 4889642 h 5143500"/>
              <a:gd name="connsiteX29" fmla="*/ 5129864 w 5890820"/>
              <a:gd name="connsiteY29" fmla="*/ 4889642 h 5143500"/>
              <a:gd name="connsiteX30" fmla="*/ 5129864 w 5890820"/>
              <a:gd name="connsiteY30" fmla="*/ 5003422 h 5143500"/>
              <a:gd name="connsiteX31" fmla="*/ 5164725 w 5890820"/>
              <a:gd name="connsiteY31" fmla="*/ 5003422 h 5143500"/>
              <a:gd name="connsiteX32" fmla="*/ 5164725 w 5890820"/>
              <a:gd name="connsiteY32" fmla="*/ 4958675 h 5143500"/>
              <a:gd name="connsiteX33" fmla="*/ 5201013 w 5890820"/>
              <a:gd name="connsiteY33" fmla="*/ 4958675 h 5143500"/>
              <a:gd name="connsiteX34" fmla="*/ 5201013 w 5890820"/>
              <a:gd name="connsiteY34" fmla="*/ 5003422 h 5143500"/>
              <a:gd name="connsiteX35" fmla="*/ 5235874 w 5890820"/>
              <a:gd name="connsiteY35" fmla="*/ 5003422 h 5143500"/>
              <a:gd name="connsiteX36" fmla="*/ 5235874 w 5890820"/>
              <a:gd name="connsiteY36" fmla="*/ 4889642 h 5143500"/>
              <a:gd name="connsiteX37" fmla="*/ 5201013 w 5890820"/>
              <a:gd name="connsiteY37" fmla="*/ 4889642 h 5143500"/>
              <a:gd name="connsiteX38" fmla="*/ 5201013 w 5890820"/>
              <a:gd name="connsiteY38" fmla="*/ 4934873 h 5143500"/>
              <a:gd name="connsiteX39" fmla="*/ 5164725 w 5890820"/>
              <a:gd name="connsiteY39" fmla="*/ 4934873 h 5143500"/>
              <a:gd name="connsiteX40" fmla="*/ 5164725 w 5890820"/>
              <a:gd name="connsiteY40" fmla="*/ 4889642 h 5143500"/>
              <a:gd name="connsiteX41" fmla="*/ 5506606 w 5890820"/>
              <a:gd name="connsiteY41" fmla="*/ 4887261 h 5143500"/>
              <a:gd name="connsiteX42" fmla="*/ 5464109 w 5890820"/>
              <a:gd name="connsiteY42" fmla="*/ 4889642 h 5143500"/>
              <a:gd name="connsiteX43" fmla="*/ 5464109 w 5890820"/>
              <a:gd name="connsiteY43" fmla="*/ 5003422 h 5143500"/>
              <a:gd name="connsiteX44" fmla="*/ 5498970 w 5890820"/>
              <a:gd name="connsiteY44" fmla="*/ 5003422 h 5143500"/>
              <a:gd name="connsiteX45" fmla="*/ 5498970 w 5890820"/>
              <a:gd name="connsiteY45" fmla="*/ 4976282 h 5143500"/>
              <a:gd name="connsiteX46" fmla="*/ 5511386 w 5890820"/>
              <a:gd name="connsiteY46" fmla="*/ 4976282 h 5143500"/>
              <a:gd name="connsiteX47" fmla="*/ 5511386 w 5890820"/>
              <a:gd name="connsiteY47" fmla="*/ 4976291 h 5143500"/>
              <a:gd name="connsiteX48" fmla="*/ 5564387 w 5890820"/>
              <a:gd name="connsiteY48" fmla="*/ 4930586 h 5143500"/>
              <a:gd name="connsiteX49" fmla="*/ 5506606 w 5890820"/>
              <a:gd name="connsiteY49" fmla="*/ 4887261 h 5143500"/>
              <a:gd name="connsiteX50" fmla="*/ 5058248 w 5890820"/>
              <a:gd name="connsiteY50" fmla="*/ 4887261 h 5143500"/>
              <a:gd name="connsiteX51" fmla="*/ 5015751 w 5890820"/>
              <a:gd name="connsiteY51" fmla="*/ 4889642 h 5143500"/>
              <a:gd name="connsiteX52" fmla="*/ 5015751 w 5890820"/>
              <a:gd name="connsiteY52" fmla="*/ 5003422 h 5143500"/>
              <a:gd name="connsiteX53" fmla="*/ 5050611 w 5890820"/>
              <a:gd name="connsiteY53" fmla="*/ 5003422 h 5143500"/>
              <a:gd name="connsiteX54" fmla="*/ 5050611 w 5890820"/>
              <a:gd name="connsiteY54" fmla="*/ 4976282 h 5143500"/>
              <a:gd name="connsiteX55" fmla="*/ 5063028 w 5890820"/>
              <a:gd name="connsiteY55" fmla="*/ 4976282 h 5143500"/>
              <a:gd name="connsiteX56" fmla="*/ 5063019 w 5890820"/>
              <a:gd name="connsiteY56" fmla="*/ 4976291 h 5143500"/>
              <a:gd name="connsiteX57" fmla="*/ 5116019 w 5890820"/>
              <a:gd name="connsiteY57" fmla="*/ 4930586 h 5143500"/>
              <a:gd name="connsiteX58" fmla="*/ 5058248 w 5890820"/>
              <a:gd name="connsiteY58" fmla="*/ 4887261 h 5143500"/>
              <a:gd name="connsiteX59" fmla="*/ 5622157 w 5890820"/>
              <a:gd name="connsiteY59" fmla="*/ 4887252 h 5143500"/>
              <a:gd name="connsiteX60" fmla="*/ 5574889 w 5890820"/>
              <a:gd name="connsiteY60" fmla="*/ 4921527 h 5143500"/>
              <a:gd name="connsiteX61" fmla="*/ 5629327 w 5890820"/>
              <a:gd name="connsiteY61" fmla="*/ 4971994 h 5143500"/>
              <a:gd name="connsiteX62" fmla="*/ 5611187 w 5890820"/>
              <a:gd name="connsiteY62" fmla="*/ 4982942 h 5143500"/>
              <a:gd name="connsiteX63" fmla="*/ 5571556 w 5890820"/>
              <a:gd name="connsiteY63" fmla="*/ 4973892 h 5143500"/>
              <a:gd name="connsiteX64" fmla="*/ 5575375 w 5890820"/>
              <a:gd name="connsiteY64" fmla="*/ 5000074 h 5143500"/>
              <a:gd name="connsiteX65" fmla="*/ 5611664 w 5890820"/>
              <a:gd name="connsiteY65" fmla="*/ 5005785 h 5143500"/>
              <a:gd name="connsiteX66" fmla="*/ 5664664 w 5890820"/>
              <a:gd name="connsiteY66" fmla="*/ 4967697 h 5143500"/>
              <a:gd name="connsiteX67" fmla="*/ 5618330 w 5890820"/>
              <a:gd name="connsiteY67" fmla="*/ 4928600 h 5143500"/>
              <a:gd name="connsiteX68" fmla="*/ 5609757 w 5890820"/>
              <a:gd name="connsiteY68" fmla="*/ 4918670 h 5143500"/>
              <a:gd name="connsiteX69" fmla="*/ 5614107 w 5890820"/>
              <a:gd name="connsiteY69" fmla="*/ 4911836 h 5143500"/>
              <a:gd name="connsiteX70" fmla="*/ 5625985 w 5890820"/>
              <a:gd name="connsiteY70" fmla="*/ 4909630 h 5143500"/>
              <a:gd name="connsiteX71" fmla="*/ 5657018 w 5890820"/>
              <a:gd name="connsiteY71" fmla="*/ 4915341 h 5143500"/>
              <a:gd name="connsiteX72" fmla="*/ 5654152 w 5890820"/>
              <a:gd name="connsiteY72" fmla="*/ 4890582 h 5143500"/>
              <a:gd name="connsiteX73" fmla="*/ 5622157 w 5890820"/>
              <a:gd name="connsiteY73" fmla="*/ 4887252 h 5143500"/>
              <a:gd name="connsiteX74" fmla="*/ 0 w 5890820"/>
              <a:gd name="connsiteY74" fmla="*/ 0 h 5143500"/>
              <a:gd name="connsiteX75" fmla="*/ 5890820 w 5890820"/>
              <a:gd name="connsiteY75" fmla="*/ 0 h 5143500"/>
              <a:gd name="connsiteX76" fmla="*/ 5890820 w 5890820"/>
              <a:gd name="connsiteY76" fmla="*/ 5143500 h 5143500"/>
              <a:gd name="connsiteX77" fmla="*/ 0 w 5890820"/>
              <a:gd name="connsiteY7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890820" h="5143500">
                <a:moveTo>
                  <a:pt x="5609750" y="4918662"/>
                </a:moveTo>
                <a:lnTo>
                  <a:pt x="5609757" y="4918670"/>
                </a:lnTo>
                <a:lnTo>
                  <a:pt x="5609750" y="4918680"/>
                </a:lnTo>
                <a:close/>
                <a:moveTo>
                  <a:pt x="5504702" y="4908682"/>
                </a:moveTo>
                <a:cubicBezTo>
                  <a:pt x="5521889" y="4908682"/>
                  <a:pt x="5530011" y="4916774"/>
                  <a:pt x="5530011" y="4931060"/>
                </a:cubicBezTo>
                <a:cubicBezTo>
                  <a:pt x="5530011" y="4945821"/>
                  <a:pt x="5522851" y="4955819"/>
                  <a:pt x="5504702" y="4955819"/>
                </a:cubicBezTo>
                <a:lnTo>
                  <a:pt x="5498970" y="4955819"/>
                </a:lnTo>
                <a:lnTo>
                  <a:pt x="5498970" y="4908800"/>
                </a:lnTo>
                <a:cubicBezTo>
                  <a:pt x="5500993" y="4908682"/>
                  <a:pt x="5502907" y="4908682"/>
                  <a:pt x="5504702" y="4908682"/>
                </a:cubicBezTo>
                <a:close/>
                <a:moveTo>
                  <a:pt x="5056334" y="4908682"/>
                </a:moveTo>
                <a:cubicBezTo>
                  <a:pt x="5073522" y="4908682"/>
                  <a:pt x="5081644" y="4916774"/>
                  <a:pt x="5081644" y="4931060"/>
                </a:cubicBezTo>
                <a:cubicBezTo>
                  <a:pt x="5081644" y="4945821"/>
                  <a:pt x="5074483" y="4955819"/>
                  <a:pt x="5056334" y="4955819"/>
                </a:cubicBezTo>
                <a:lnTo>
                  <a:pt x="5050602" y="4955819"/>
                </a:lnTo>
                <a:lnTo>
                  <a:pt x="5050602" y="4908800"/>
                </a:lnTo>
                <a:cubicBezTo>
                  <a:pt x="5052635" y="4908682"/>
                  <a:pt x="5054540" y="4908682"/>
                  <a:pt x="5056334" y="4908682"/>
                </a:cubicBezTo>
                <a:close/>
                <a:moveTo>
                  <a:pt x="5402996" y="4889642"/>
                </a:moveTo>
                <a:lnTo>
                  <a:pt x="5402996" y="5003422"/>
                </a:lnTo>
                <a:lnTo>
                  <a:pt x="5437856" y="5003422"/>
                </a:lnTo>
                <a:lnTo>
                  <a:pt x="5437856" y="4889642"/>
                </a:lnTo>
                <a:close/>
                <a:moveTo>
                  <a:pt x="5322296" y="4889642"/>
                </a:moveTo>
                <a:lnTo>
                  <a:pt x="5322296" y="5003422"/>
                </a:lnTo>
                <a:lnTo>
                  <a:pt x="5385323" y="5003422"/>
                </a:lnTo>
                <a:lnTo>
                  <a:pt x="5390579" y="4980570"/>
                </a:lnTo>
                <a:lnTo>
                  <a:pt x="5357157" y="4980570"/>
                </a:lnTo>
                <a:lnTo>
                  <a:pt x="5357157" y="4889642"/>
                </a:lnTo>
                <a:close/>
                <a:moveTo>
                  <a:pt x="5261659" y="4889642"/>
                </a:moveTo>
                <a:lnTo>
                  <a:pt x="5261659" y="5003422"/>
                </a:lnTo>
                <a:lnTo>
                  <a:pt x="5296520" y="5003422"/>
                </a:lnTo>
                <a:lnTo>
                  <a:pt x="5296520" y="4889642"/>
                </a:lnTo>
                <a:close/>
                <a:moveTo>
                  <a:pt x="5129864" y="4889642"/>
                </a:moveTo>
                <a:lnTo>
                  <a:pt x="5129864" y="5003422"/>
                </a:lnTo>
                <a:lnTo>
                  <a:pt x="5164725" y="5003422"/>
                </a:lnTo>
                <a:lnTo>
                  <a:pt x="5164725" y="4958675"/>
                </a:lnTo>
                <a:lnTo>
                  <a:pt x="5201013" y="4958675"/>
                </a:lnTo>
                <a:lnTo>
                  <a:pt x="5201013" y="5003422"/>
                </a:lnTo>
                <a:lnTo>
                  <a:pt x="5235874" y="5003422"/>
                </a:lnTo>
                <a:lnTo>
                  <a:pt x="5235874" y="4889642"/>
                </a:lnTo>
                <a:lnTo>
                  <a:pt x="5201013" y="4889642"/>
                </a:lnTo>
                <a:lnTo>
                  <a:pt x="5201013" y="4934873"/>
                </a:lnTo>
                <a:lnTo>
                  <a:pt x="5164725" y="4934873"/>
                </a:lnTo>
                <a:lnTo>
                  <a:pt x="5164725" y="4889642"/>
                </a:lnTo>
                <a:close/>
                <a:moveTo>
                  <a:pt x="5506606" y="4887261"/>
                </a:moveTo>
                <a:cubicBezTo>
                  <a:pt x="5492761" y="4887261"/>
                  <a:pt x="5476050" y="4888210"/>
                  <a:pt x="5464109" y="4889642"/>
                </a:cubicBezTo>
                <a:lnTo>
                  <a:pt x="5464109" y="5003422"/>
                </a:lnTo>
                <a:lnTo>
                  <a:pt x="5498970" y="5003422"/>
                </a:lnTo>
                <a:lnTo>
                  <a:pt x="5498970" y="4976282"/>
                </a:lnTo>
                <a:lnTo>
                  <a:pt x="5511386" y="4976282"/>
                </a:lnTo>
                <a:lnTo>
                  <a:pt x="5511386" y="4976291"/>
                </a:lnTo>
                <a:cubicBezTo>
                  <a:pt x="5543857" y="4976291"/>
                  <a:pt x="5564387" y="4959633"/>
                  <a:pt x="5564387" y="4930586"/>
                </a:cubicBezTo>
                <a:cubicBezTo>
                  <a:pt x="5564387" y="4898692"/>
                  <a:pt x="5542419" y="4887261"/>
                  <a:pt x="5506606" y="4887261"/>
                </a:cubicBezTo>
                <a:close/>
                <a:moveTo>
                  <a:pt x="5058248" y="4887261"/>
                </a:moveTo>
                <a:cubicBezTo>
                  <a:pt x="5044403" y="4887261"/>
                  <a:pt x="5027692" y="4888210"/>
                  <a:pt x="5015751" y="4889642"/>
                </a:cubicBezTo>
                <a:lnTo>
                  <a:pt x="5015751" y="5003422"/>
                </a:lnTo>
                <a:lnTo>
                  <a:pt x="5050611" y="5003422"/>
                </a:lnTo>
                <a:lnTo>
                  <a:pt x="5050611" y="4976282"/>
                </a:lnTo>
                <a:lnTo>
                  <a:pt x="5063028" y="4976282"/>
                </a:lnTo>
                <a:lnTo>
                  <a:pt x="5063019" y="4976291"/>
                </a:lnTo>
                <a:cubicBezTo>
                  <a:pt x="5095489" y="4976291"/>
                  <a:pt x="5116019" y="4959633"/>
                  <a:pt x="5116019" y="4930586"/>
                </a:cubicBezTo>
                <a:cubicBezTo>
                  <a:pt x="5116028" y="4898683"/>
                  <a:pt x="5094061" y="4887261"/>
                  <a:pt x="5058248" y="4887261"/>
                </a:cubicBezTo>
                <a:close/>
                <a:moveTo>
                  <a:pt x="5622157" y="4887252"/>
                </a:moveTo>
                <a:cubicBezTo>
                  <a:pt x="5593982" y="4887252"/>
                  <a:pt x="5574889" y="4898318"/>
                  <a:pt x="5574889" y="4921527"/>
                </a:cubicBezTo>
                <a:cubicBezTo>
                  <a:pt x="5574889" y="4961521"/>
                  <a:pt x="5629327" y="4953429"/>
                  <a:pt x="5629327" y="4971994"/>
                </a:cubicBezTo>
                <a:cubicBezTo>
                  <a:pt x="5629327" y="4979137"/>
                  <a:pt x="5624071" y="4982942"/>
                  <a:pt x="5611187" y="4982942"/>
                </a:cubicBezTo>
                <a:cubicBezTo>
                  <a:pt x="5599723" y="4982942"/>
                  <a:pt x="5582059" y="4979137"/>
                  <a:pt x="5571556" y="4973892"/>
                </a:cubicBezTo>
                <a:lnTo>
                  <a:pt x="5575375" y="5000074"/>
                </a:lnTo>
                <a:cubicBezTo>
                  <a:pt x="5585878" y="5003888"/>
                  <a:pt x="5600208" y="5005785"/>
                  <a:pt x="5611664" y="5005785"/>
                </a:cubicBezTo>
                <a:cubicBezTo>
                  <a:pt x="5640792" y="5005785"/>
                  <a:pt x="5664664" y="4996261"/>
                  <a:pt x="5664664" y="4967697"/>
                </a:cubicBezTo>
                <a:cubicBezTo>
                  <a:pt x="5664664" y="4939131"/>
                  <a:pt x="5633775" y="4936008"/>
                  <a:pt x="5618330" y="4928600"/>
                </a:cubicBezTo>
                <a:lnTo>
                  <a:pt x="5609757" y="4918670"/>
                </a:lnTo>
                <a:lnTo>
                  <a:pt x="5614107" y="4911836"/>
                </a:lnTo>
                <a:cubicBezTo>
                  <a:pt x="5616913" y="4910346"/>
                  <a:pt x="5620972" y="4909630"/>
                  <a:pt x="5625985" y="4909630"/>
                </a:cubicBezTo>
                <a:cubicBezTo>
                  <a:pt x="5636964" y="4909630"/>
                  <a:pt x="5648905" y="4912011"/>
                  <a:pt x="5657018" y="4915341"/>
                </a:cubicBezTo>
                <a:lnTo>
                  <a:pt x="5654152" y="4890582"/>
                </a:lnTo>
                <a:cubicBezTo>
                  <a:pt x="5645077" y="4888675"/>
                  <a:pt x="5636964" y="4887252"/>
                  <a:pt x="5622157" y="4887252"/>
                </a:cubicBezTo>
                <a:close/>
                <a:moveTo>
                  <a:pt x="0" y="0"/>
                </a:moveTo>
                <a:lnTo>
                  <a:pt x="5890820" y="0"/>
                </a:lnTo>
                <a:lnTo>
                  <a:pt x="5890820" y="5143500"/>
                </a:lnTo>
                <a:lnTo>
                  <a:pt x="0" y="5143500"/>
                </a:lnTo>
                <a:close/>
              </a:path>
            </a:pathLst>
          </a:cu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 </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 </a:t>
            </a:r>
            <a:br>
              <a:rPr lang="en-US" noProof="0" dirty="0"/>
            </a:br>
            <a:r>
              <a:rPr lang="en-US" noProof="0" dirty="0"/>
              <a:t>your image if your subject appears off-center</a:t>
            </a:r>
          </a:p>
        </p:txBody>
      </p:sp>
      <p:sp>
        <p:nvSpPr>
          <p:cNvPr id="5" name="Footer Placeholder 11">
            <a:extLst>
              <a:ext uri="{FF2B5EF4-FFF2-40B4-BE49-F238E27FC236}">
                <a16:creationId xmlns:a16="http://schemas.microsoft.com/office/drawing/2014/main" id="{39233B01-D8A4-FE06-9412-52107B278D8C}"/>
              </a:ext>
            </a:extLst>
          </p:cNvPr>
          <p:cNvSpPr>
            <a:spLocks noGrp="1"/>
          </p:cNvSpPr>
          <p:nvPr>
            <p:ph type="ftr" sz="quarter" idx="26"/>
          </p:nvPr>
        </p:nvSpPr>
        <p:spPr>
          <a:xfrm>
            <a:off x="502919" y="8723955"/>
            <a:ext cx="2377440" cy="161854"/>
          </a:xfrm>
          <a:prstGeom prst="rect">
            <a:avLst/>
          </a:prstGeom>
        </p:spPr>
        <p:txBody>
          <a:bodyPr/>
          <a:lstStyle>
            <a:lvl1pPr>
              <a:defRPr>
                <a:latin typeface="Calibri" panose="020F0502020204030204" pitchFamily="34" charset="0"/>
              </a:defRPr>
            </a:lvl1pPr>
          </a:lstStyle>
          <a:p>
            <a:endParaRPr lang="en-US" dirty="0"/>
          </a:p>
        </p:txBody>
      </p:sp>
      <p:sp>
        <p:nvSpPr>
          <p:cNvPr id="13" name="Slide Number Placeholder 12">
            <a:extLst>
              <a:ext uri="{FF2B5EF4-FFF2-40B4-BE49-F238E27FC236}">
                <a16:creationId xmlns:a16="http://schemas.microsoft.com/office/drawing/2014/main" id="{CE15C5B3-F137-C847-8AEF-B6EA3211AAAA}"/>
              </a:ext>
            </a:extLst>
          </p:cNvPr>
          <p:cNvSpPr>
            <a:spLocks noGrp="1"/>
          </p:cNvSpPr>
          <p:nvPr>
            <p:ph type="sldNum" sz="quarter" idx="27"/>
          </p:nvPr>
        </p:nvSpPr>
        <p:spPr>
          <a:xfrm>
            <a:off x="182124" y="8723955"/>
            <a:ext cx="199973" cy="161854"/>
          </a:xfrm>
          <a:prstGeom prst="rect">
            <a:avLst/>
          </a:prstGeom>
        </p:spPr>
        <p:txBody>
          <a:bodyPr/>
          <a:lstStyle>
            <a:lvl1pPr>
              <a:defRPr>
                <a:latin typeface="Calibri" panose="020F0502020204030204" pitchFamily="34" charset="0"/>
              </a:defRPr>
            </a:lvl1pPr>
          </a:lstStyle>
          <a:p>
            <a:fld id="{A5163908-529D-4A49-892F-D37C4044DFD8}" type="slidenum">
              <a:rPr lang="en-US" smtClean="0"/>
              <a:pPr/>
              <a:t>‹#›</a:t>
            </a:fld>
            <a:endParaRPr lang="en-US" dirty="0"/>
          </a:p>
        </p:txBody>
      </p:sp>
      <p:sp>
        <p:nvSpPr>
          <p:cNvPr id="8" name="Text Placeholder 2">
            <a:extLst>
              <a:ext uri="{FF2B5EF4-FFF2-40B4-BE49-F238E27FC236}">
                <a16:creationId xmlns:a16="http://schemas.microsoft.com/office/drawing/2014/main" id="{E2C26D52-4263-A84E-BE9C-E8B266F7A2A0}"/>
              </a:ext>
            </a:extLst>
          </p:cNvPr>
          <p:cNvSpPr>
            <a:spLocks noGrp="1"/>
          </p:cNvSpPr>
          <p:nvPr>
            <p:ph type="body" sz="quarter" idx="20" hasCustomPrompt="1"/>
          </p:nvPr>
        </p:nvSpPr>
        <p:spPr>
          <a:xfrm>
            <a:off x="500063"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itle 1">
            <a:extLst>
              <a:ext uri="{FF2B5EF4-FFF2-40B4-BE49-F238E27FC236}">
                <a16:creationId xmlns:a16="http://schemas.microsoft.com/office/drawing/2014/main" id="{D0DFB18B-FAF9-0022-13B7-568D8420461E}"/>
              </a:ext>
            </a:extLst>
          </p:cNvPr>
          <p:cNvSpPr>
            <a:spLocks noGrp="1"/>
          </p:cNvSpPr>
          <p:nvPr>
            <p:ph type="title" hasCustomPrompt="1"/>
          </p:nvPr>
        </p:nvSpPr>
        <p:spPr>
          <a:xfrm>
            <a:off x="502920" y="665972"/>
            <a:ext cx="2377440" cy="1278650"/>
          </a:xfrm>
          <a:prstGeom prst="rect">
            <a:avLst/>
          </a:prstGeom>
        </p:spPr>
        <p:txBody>
          <a:bodyPr/>
          <a:lstStyle>
            <a:lvl1pPr>
              <a:defRPr sz="2400">
                <a:solidFill>
                  <a:schemeClr val="tx2"/>
                </a:solidFill>
              </a:defRPr>
            </a:lvl1pPr>
          </a:lstStyle>
          <a:p>
            <a:r>
              <a:rPr lang="en-US" noProof="0" dirty="0"/>
              <a:t>Type your slide headline here</a:t>
            </a:r>
          </a:p>
        </p:txBody>
      </p:sp>
    </p:spTree>
    <p:extLst>
      <p:ext uri="{BB962C8B-B14F-4D97-AF65-F5344CB8AC3E}">
        <p14:creationId xmlns:p14="http://schemas.microsoft.com/office/powerpoint/2010/main" val="405178166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mall - image lef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44F529D8-9C6F-58F5-0254-996E808C0934}"/>
              </a:ext>
            </a:extLst>
          </p:cNvPr>
          <p:cNvSpPr>
            <a:spLocks noGrp="1"/>
          </p:cNvSpPr>
          <p:nvPr>
            <p:ph type="body" sz="quarter" idx="24" hasCustomPrompt="1"/>
          </p:nvPr>
        </p:nvSpPr>
        <p:spPr>
          <a:xfrm>
            <a:off x="6262611"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1">
            <a:extLst>
              <a:ext uri="{FF2B5EF4-FFF2-40B4-BE49-F238E27FC236}">
                <a16:creationId xmlns:a16="http://schemas.microsoft.com/office/drawing/2014/main" id="{079F63E1-D3F3-F243-D730-F89C53934AB2}"/>
              </a:ext>
            </a:extLst>
          </p:cNvPr>
          <p:cNvSpPr>
            <a:spLocks noGrp="1"/>
          </p:cNvSpPr>
          <p:nvPr>
            <p:ph type="title" hasCustomPrompt="1"/>
          </p:nvPr>
        </p:nvSpPr>
        <p:spPr>
          <a:xfrm>
            <a:off x="6260149" y="665972"/>
            <a:ext cx="2377440" cy="1278650"/>
          </a:xfrm>
          <a:prstGeom prst="rect">
            <a:avLst/>
          </a:prstGeom>
        </p:spPr>
        <p:txBody>
          <a:bodyPr/>
          <a:lstStyle>
            <a:lvl1pPr>
              <a:defRPr sz="2400">
                <a:solidFill>
                  <a:schemeClr val="tx2"/>
                </a:solidFill>
              </a:defRPr>
            </a:lvl1pPr>
          </a:lstStyle>
          <a:p>
            <a:r>
              <a:rPr lang="en-US" noProof="0" dirty="0"/>
              <a:t>Type your slide headline here</a:t>
            </a:r>
          </a:p>
        </p:txBody>
      </p:sp>
      <p:sp>
        <p:nvSpPr>
          <p:cNvPr id="4" name="Footer Placeholder 11">
            <a:extLst>
              <a:ext uri="{FF2B5EF4-FFF2-40B4-BE49-F238E27FC236}">
                <a16:creationId xmlns:a16="http://schemas.microsoft.com/office/drawing/2014/main" id="{D019B56E-17F1-60C5-DE51-C73526AF218E}"/>
              </a:ext>
            </a:extLst>
          </p:cNvPr>
          <p:cNvSpPr>
            <a:spLocks noGrp="1"/>
          </p:cNvSpPr>
          <p:nvPr>
            <p:ph type="ftr" sz="quarter" idx="26"/>
          </p:nvPr>
        </p:nvSpPr>
        <p:spPr>
          <a:xfrm>
            <a:off x="502919" y="8723955"/>
            <a:ext cx="237744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7" name="Slide Number Placeholder 12">
            <a:extLst>
              <a:ext uri="{FF2B5EF4-FFF2-40B4-BE49-F238E27FC236}">
                <a16:creationId xmlns:a16="http://schemas.microsoft.com/office/drawing/2014/main" id="{CE15C5B3-F137-C847-8AEF-B6EA3211AAAA}"/>
              </a:ext>
            </a:extLst>
          </p:cNvPr>
          <p:cNvSpPr>
            <a:spLocks noGrp="1"/>
          </p:cNvSpPr>
          <p:nvPr>
            <p:ph type="sldNum" sz="quarter" idx="27"/>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
        <p:nvSpPr>
          <p:cNvPr id="3" name="Picture Placeholder 4">
            <a:extLst>
              <a:ext uri="{FF2B5EF4-FFF2-40B4-BE49-F238E27FC236}">
                <a16:creationId xmlns:a16="http://schemas.microsoft.com/office/drawing/2014/main" id="{3C5F3973-0A3E-BA0D-7446-25212BF944FF}"/>
              </a:ext>
            </a:extLst>
          </p:cNvPr>
          <p:cNvSpPr>
            <a:spLocks noGrp="1"/>
          </p:cNvSpPr>
          <p:nvPr>
            <p:ph type="pic" sz="quarter" idx="28" hasCustomPrompt="1"/>
          </p:nvPr>
        </p:nvSpPr>
        <p:spPr>
          <a:xfrm>
            <a:off x="0" y="0"/>
            <a:ext cx="589082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 </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 </a:t>
            </a:r>
            <a:br>
              <a:rPr lang="en-US" noProof="0" dirty="0"/>
            </a:br>
            <a:r>
              <a:rPr lang="en-US" noProof="0" dirty="0"/>
              <a:t>your image if your subject appears off-center</a:t>
            </a:r>
          </a:p>
        </p:txBody>
      </p:sp>
    </p:spTree>
    <p:extLst>
      <p:ext uri="{BB962C8B-B14F-4D97-AF65-F5344CB8AC3E}">
        <p14:creationId xmlns:p14="http://schemas.microsoft.com/office/powerpoint/2010/main" val="210810303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D14F1EF4-283E-34CE-199C-D2F9ED23AAAD}"/>
              </a:ext>
            </a:extLst>
          </p:cNvPr>
          <p:cNvSpPr>
            <a:spLocks noGrp="1"/>
          </p:cNvSpPr>
          <p:nvPr>
            <p:ph type="pic" sz="quarter" idx="28" hasCustomPrompt="1"/>
          </p:nvPr>
        </p:nvSpPr>
        <p:spPr>
          <a:xfrm>
            <a:off x="0" y="0"/>
            <a:ext cx="9144000" cy="9104313"/>
          </a:xfrm>
          <a:custGeom>
            <a:avLst/>
            <a:gdLst>
              <a:gd name="connsiteX0" fmla="*/ 8862930 w 9144000"/>
              <a:gd name="connsiteY0" fmla="*/ 4918662 h 5143500"/>
              <a:gd name="connsiteX1" fmla="*/ 8862940 w 9144000"/>
              <a:gd name="connsiteY1" fmla="*/ 4918674 h 5143500"/>
              <a:gd name="connsiteX2" fmla="*/ 8862930 w 9144000"/>
              <a:gd name="connsiteY2" fmla="*/ 4918680 h 5143500"/>
              <a:gd name="connsiteX3" fmla="*/ 8757882 w 9144000"/>
              <a:gd name="connsiteY3" fmla="*/ 4908682 h 5143500"/>
              <a:gd name="connsiteX4" fmla="*/ 8783191 w 9144000"/>
              <a:gd name="connsiteY4" fmla="*/ 4931060 h 5143500"/>
              <a:gd name="connsiteX5" fmla="*/ 8757882 w 9144000"/>
              <a:gd name="connsiteY5" fmla="*/ 4955819 h 5143500"/>
              <a:gd name="connsiteX6" fmla="*/ 8752150 w 9144000"/>
              <a:gd name="connsiteY6" fmla="*/ 4955819 h 5143500"/>
              <a:gd name="connsiteX7" fmla="*/ 8752150 w 9144000"/>
              <a:gd name="connsiteY7" fmla="*/ 4908800 h 5143500"/>
              <a:gd name="connsiteX8" fmla="*/ 8757882 w 9144000"/>
              <a:gd name="connsiteY8" fmla="*/ 4908682 h 5143500"/>
              <a:gd name="connsiteX9" fmla="*/ 8309514 w 9144000"/>
              <a:gd name="connsiteY9" fmla="*/ 4908682 h 5143500"/>
              <a:gd name="connsiteX10" fmla="*/ 8334824 w 9144000"/>
              <a:gd name="connsiteY10" fmla="*/ 4931060 h 5143500"/>
              <a:gd name="connsiteX11" fmla="*/ 8309514 w 9144000"/>
              <a:gd name="connsiteY11" fmla="*/ 4955819 h 5143500"/>
              <a:gd name="connsiteX12" fmla="*/ 8303782 w 9144000"/>
              <a:gd name="connsiteY12" fmla="*/ 4955819 h 5143500"/>
              <a:gd name="connsiteX13" fmla="*/ 8303782 w 9144000"/>
              <a:gd name="connsiteY13" fmla="*/ 4908800 h 5143500"/>
              <a:gd name="connsiteX14" fmla="*/ 8309514 w 9144000"/>
              <a:gd name="connsiteY14" fmla="*/ 4908682 h 5143500"/>
              <a:gd name="connsiteX15" fmla="*/ 8656176 w 9144000"/>
              <a:gd name="connsiteY15" fmla="*/ 4889642 h 5143500"/>
              <a:gd name="connsiteX16" fmla="*/ 8656176 w 9144000"/>
              <a:gd name="connsiteY16" fmla="*/ 5003422 h 5143500"/>
              <a:gd name="connsiteX17" fmla="*/ 8691036 w 9144000"/>
              <a:gd name="connsiteY17" fmla="*/ 5003422 h 5143500"/>
              <a:gd name="connsiteX18" fmla="*/ 8691036 w 9144000"/>
              <a:gd name="connsiteY18" fmla="*/ 4889642 h 5143500"/>
              <a:gd name="connsiteX19" fmla="*/ 8575476 w 9144000"/>
              <a:gd name="connsiteY19" fmla="*/ 4889642 h 5143500"/>
              <a:gd name="connsiteX20" fmla="*/ 8575476 w 9144000"/>
              <a:gd name="connsiteY20" fmla="*/ 5003422 h 5143500"/>
              <a:gd name="connsiteX21" fmla="*/ 8638503 w 9144000"/>
              <a:gd name="connsiteY21" fmla="*/ 5003422 h 5143500"/>
              <a:gd name="connsiteX22" fmla="*/ 8643759 w 9144000"/>
              <a:gd name="connsiteY22" fmla="*/ 4980570 h 5143500"/>
              <a:gd name="connsiteX23" fmla="*/ 8610337 w 9144000"/>
              <a:gd name="connsiteY23" fmla="*/ 4980570 h 5143500"/>
              <a:gd name="connsiteX24" fmla="*/ 8610337 w 9144000"/>
              <a:gd name="connsiteY24" fmla="*/ 4889642 h 5143500"/>
              <a:gd name="connsiteX25" fmla="*/ 8514839 w 9144000"/>
              <a:gd name="connsiteY25" fmla="*/ 4889642 h 5143500"/>
              <a:gd name="connsiteX26" fmla="*/ 8514839 w 9144000"/>
              <a:gd name="connsiteY26" fmla="*/ 5003422 h 5143500"/>
              <a:gd name="connsiteX27" fmla="*/ 8549700 w 9144000"/>
              <a:gd name="connsiteY27" fmla="*/ 5003422 h 5143500"/>
              <a:gd name="connsiteX28" fmla="*/ 8549700 w 9144000"/>
              <a:gd name="connsiteY28" fmla="*/ 4889642 h 5143500"/>
              <a:gd name="connsiteX29" fmla="*/ 8383044 w 9144000"/>
              <a:gd name="connsiteY29" fmla="*/ 4889642 h 5143500"/>
              <a:gd name="connsiteX30" fmla="*/ 8383044 w 9144000"/>
              <a:gd name="connsiteY30" fmla="*/ 5003422 h 5143500"/>
              <a:gd name="connsiteX31" fmla="*/ 8417905 w 9144000"/>
              <a:gd name="connsiteY31" fmla="*/ 5003422 h 5143500"/>
              <a:gd name="connsiteX32" fmla="*/ 8417905 w 9144000"/>
              <a:gd name="connsiteY32" fmla="*/ 4958675 h 5143500"/>
              <a:gd name="connsiteX33" fmla="*/ 8454193 w 9144000"/>
              <a:gd name="connsiteY33" fmla="*/ 4958675 h 5143500"/>
              <a:gd name="connsiteX34" fmla="*/ 8454193 w 9144000"/>
              <a:gd name="connsiteY34" fmla="*/ 5003422 h 5143500"/>
              <a:gd name="connsiteX35" fmla="*/ 8489054 w 9144000"/>
              <a:gd name="connsiteY35" fmla="*/ 5003422 h 5143500"/>
              <a:gd name="connsiteX36" fmla="*/ 8489054 w 9144000"/>
              <a:gd name="connsiteY36" fmla="*/ 4889642 h 5143500"/>
              <a:gd name="connsiteX37" fmla="*/ 8454193 w 9144000"/>
              <a:gd name="connsiteY37" fmla="*/ 4889642 h 5143500"/>
              <a:gd name="connsiteX38" fmla="*/ 8454193 w 9144000"/>
              <a:gd name="connsiteY38" fmla="*/ 4934873 h 5143500"/>
              <a:gd name="connsiteX39" fmla="*/ 8417905 w 9144000"/>
              <a:gd name="connsiteY39" fmla="*/ 4934873 h 5143500"/>
              <a:gd name="connsiteX40" fmla="*/ 8417905 w 9144000"/>
              <a:gd name="connsiteY40" fmla="*/ 4889642 h 5143500"/>
              <a:gd name="connsiteX41" fmla="*/ 8759786 w 9144000"/>
              <a:gd name="connsiteY41" fmla="*/ 4887261 h 5143500"/>
              <a:gd name="connsiteX42" fmla="*/ 8717289 w 9144000"/>
              <a:gd name="connsiteY42" fmla="*/ 4889642 h 5143500"/>
              <a:gd name="connsiteX43" fmla="*/ 8717289 w 9144000"/>
              <a:gd name="connsiteY43" fmla="*/ 5003422 h 5143500"/>
              <a:gd name="connsiteX44" fmla="*/ 8752150 w 9144000"/>
              <a:gd name="connsiteY44" fmla="*/ 5003422 h 5143500"/>
              <a:gd name="connsiteX45" fmla="*/ 8752150 w 9144000"/>
              <a:gd name="connsiteY45" fmla="*/ 4976282 h 5143500"/>
              <a:gd name="connsiteX46" fmla="*/ 8764566 w 9144000"/>
              <a:gd name="connsiteY46" fmla="*/ 4976282 h 5143500"/>
              <a:gd name="connsiteX47" fmla="*/ 8764566 w 9144000"/>
              <a:gd name="connsiteY47" fmla="*/ 4976291 h 5143500"/>
              <a:gd name="connsiteX48" fmla="*/ 8817567 w 9144000"/>
              <a:gd name="connsiteY48" fmla="*/ 4930586 h 5143500"/>
              <a:gd name="connsiteX49" fmla="*/ 8759786 w 9144000"/>
              <a:gd name="connsiteY49" fmla="*/ 4887261 h 5143500"/>
              <a:gd name="connsiteX50" fmla="*/ 8311428 w 9144000"/>
              <a:gd name="connsiteY50" fmla="*/ 4887261 h 5143500"/>
              <a:gd name="connsiteX51" fmla="*/ 8268931 w 9144000"/>
              <a:gd name="connsiteY51" fmla="*/ 4889642 h 5143500"/>
              <a:gd name="connsiteX52" fmla="*/ 8268931 w 9144000"/>
              <a:gd name="connsiteY52" fmla="*/ 5003422 h 5143500"/>
              <a:gd name="connsiteX53" fmla="*/ 8303791 w 9144000"/>
              <a:gd name="connsiteY53" fmla="*/ 5003422 h 5143500"/>
              <a:gd name="connsiteX54" fmla="*/ 8303791 w 9144000"/>
              <a:gd name="connsiteY54" fmla="*/ 4976282 h 5143500"/>
              <a:gd name="connsiteX55" fmla="*/ 8316208 w 9144000"/>
              <a:gd name="connsiteY55" fmla="*/ 4976282 h 5143500"/>
              <a:gd name="connsiteX56" fmla="*/ 8316199 w 9144000"/>
              <a:gd name="connsiteY56" fmla="*/ 4976291 h 5143500"/>
              <a:gd name="connsiteX57" fmla="*/ 8369199 w 9144000"/>
              <a:gd name="connsiteY57" fmla="*/ 4930586 h 5143500"/>
              <a:gd name="connsiteX58" fmla="*/ 8311428 w 9144000"/>
              <a:gd name="connsiteY58" fmla="*/ 4887261 h 5143500"/>
              <a:gd name="connsiteX59" fmla="*/ 8875337 w 9144000"/>
              <a:gd name="connsiteY59" fmla="*/ 4887252 h 5143500"/>
              <a:gd name="connsiteX60" fmla="*/ 8828069 w 9144000"/>
              <a:gd name="connsiteY60" fmla="*/ 4921527 h 5143500"/>
              <a:gd name="connsiteX61" fmla="*/ 8882507 w 9144000"/>
              <a:gd name="connsiteY61" fmla="*/ 4971994 h 5143500"/>
              <a:gd name="connsiteX62" fmla="*/ 8864367 w 9144000"/>
              <a:gd name="connsiteY62" fmla="*/ 4982942 h 5143500"/>
              <a:gd name="connsiteX63" fmla="*/ 8824736 w 9144000"/>
              <a:gd name="connsiteY63" fmla="*/ 4973892 h 5143500"/>
              <a:gd name="connsiteX64" fmla="*/ 8828555 w 9144000"/>
              <a:gd name="connsiteY64" fmla="*/ 5000074 h 5143500"/>
              <a:gd name="connsiteX65" fmla="*/ 8864844 w 9144000"/>
              <a:gd name="connsiteY65" fmla="*/ 5005785 h 5143500"/>
              <a:gd name="connsiteX66" fmla="*/ 8917844 w 9144000"/>
              <a:gd name="connsiteY66" fmla="*/ 4967697 h 5143500"/>
              <a:gd name="connsiteX67" fmla="*/ 8871510 w 9144000"/>
              <a:gd name="connsiteY67" fmla="*/ 4928600 h 5143500"/>
              <a:gd name="connsiteX68" fmla="*/ 8862940 w 9144000"/>
              <a:gd name="connsiteY68" fmla="*/ 4918674 h 5143500"/>
              <a:gd name="connsiteX69" fmla="*/ 8879165 w 9144000"/>
              <a:gd name="connsiteY69" fmla="*/ 4909630 h 5143500"/>
              <a:gd name="connsiteX70" fmla="*/ 8910198 w 9144000"/>
              <a:gd name="connsiteY70" fmla="*/ 4915341 h 5143500"/>
              <a:gd name="connsiteX71" fmla="*/ 8907332 w 9144000"/>
              <a:gd name="connsiteY71" fmla="*/ 4890582 h 5143500"/>
              <a:gd name="connsiteX72" fmla="*/ 8875337 w 9144000"/>
              <a:gd name="connsiteY72" fmla="*/ 4887252 h 5143500"/>
              <a:gd name="connsiteX73" fmla="*/ 0 w 9144000"/>
              <a:gd name="connsiteY73" fmla="*/ 0 h 5143500"/>
              <a:gd name="connsiteX74" fmla="*/ 9144000 w 9144000"/>
              <a:gd name="connsiteY74" fmla="*/ 0 h 5143500"/>
              <a:gd name="connsiteX75" fmla="*/ 9144000 w 9144000"/>
              <a:gd name="connsiteY75" fmla="*/ 5143500 h 5143500"/>
              <a:gd name="connsiteX76" fmla="*/ 0 w 9144000"/>
              <a:gd name="connsiteY7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144000" h="5143500">
                <a:moveTo>
                  <a:pt x="8862930" y="4918662"/>
                </a:moveTo>
                <a:lnTo>
                  <a:pt x="8862940" y="4918674"/>
                </a:lnTo>
                <a:lnTo>
                  <a:pt x="8862930" y="4918680"/>
                </a:lnTo>
                <a:close/>
                <a:moveTo>
                  <a:pt x="8757882" y="4908682"/>
                </a:moveTo>
                <a:cubicBezTo>
                  <a:pt x="8775069" y="4908682"/>
                  <a:pt x="8783191" y="4916774"/>
                  <a:pt x="8783191" y="4931060"/>
                </a:cubicBezTo>
                <a:cubicBezTo>
                  <a:pt x="8783191" y="4945821"/>
                  <a:pt x="8776031" y="4955819"/>
                  <a:pt x="8757882" y="4955819"/>
                </a:cubicBezTo>
                <a:lnTo>
                  <a:pt x="8752150" y="4955819"/>
                </a:lnTo>
                <a:lnTo>
                  <a:pt x="8752150" y="4908800"/>
                </a:lnTo>
                <a:cubicBezTo>
                  <a:pt x="8754173" y="4908682"/>
                  <a:pt x="8756087" y="4908682"/>
                  <a:pt x="8757882" y="4908682"/>
                </a:cubicBezTo>
                <a:close/>
                <a:moveTo>
                  <a:pt x="8309514" y="4908682"/>
                </a:moveTo>
                <a:cubicBezTo>
                  <a:pt x="8326702" y="4908682"/>
                  <a:pt x="8334824" y="4916774"/>
                  <a:pt x="8334824" y="4931060"/>
                </a:cubicBezTo>
                <a:cubicBezTo>
                  <a:pt x="8334824" y="4945821"/>
                  <a:pt x="8327663" y="4955819"/>
                  <a:pt x="8309514" y="4955819"/>
                </a:cubicBezTo>
                <a:lnTo>
                  <a:pt x="8303782" y="4955819"/>
                </a:lnTo>
                <a:lnTo>
                  <a:pt x="8303782" y="4908800"/>
                </a:lnTo>
                <a:cubicBezTo>
                  <a:pt x="8305815" y="4908682"/>
                  <a:pt x="8307720" y="4908682"/>
                  <a:pt x="8309514" y="4908682"/>
                </a:cubicBezTo>
                <a:close/>
                <a:moveTo>
                  <a:pt x="8656176" y="4889642"/>
                </a:moveTo>
                <a:lnTo>
                  <a:pt x="8656176" y="5003422"/>
                </a:lnTo>
                <a:lnTo>
                  <a:pt x="8691036" y="5003422"/>
                </a:lnTo>
                <a:lnTo>
                  <a:pt x="8691036" y="4889642"/>
                </a:lnTo>
                <a:close/>
                <a:moveTo>
                  <a:pt x="8575476" y="4889642"/>
                </a:moveTo>
                <a:lnTo>
                  <a:pt x="8575476" y="5003422"/>
                </a:lnTo>
                <a:lnTo>
                  <a:pt x="8638503" y="5003422"/>
                </a:lnTo>
                <a:lnTo>
                  <a:pt x="8643759" y="4980570"/>
                </a:lnTo>
                <a:lnTo>
                  <a:pt x="8610337" y="4980570"/>
                </a:lnTo>
                <a:lnTo>
                  <a:pt x="8610337" y="4889642"/>
                </a:lnTo>
                <a:close/>
                <a:moveTo>
                  <a:pt x="8514839" y="4889642"/>
                </a:moveTo>
                <a:lnTo>
                  <a:pt x="8514839" y="5003422"/>
                </a:lnTo>
                <a:lnTo>
                  <a:pt x="8549700" y="5003422"/>
                </a:lnTo>
                <a:lnTo>
                  <a:pt x="8549700" y="4889642"/>
                </a:lnTo>
                <a:close/>
                <a:moveTo>
                  <a:pt x="8383044" y="4889642"/>
                </a:moveTo>
                <a:lnTo>
                  <a:pt x="8383044" y="5003422"/>
                </a:lnTo>
                <a:lnTo>
                  <a:pt x="8417905" y="5003422"/>
                </a:lnTo>
                <a:lnTo>
                  <a:pt x="8417905" y="4958675"/>
                </a:lnTo>
                <a:lnTo>
                  <a:pt x="8454193" y="4958675"/>
                </a:lnTo>
                <a:lnTo>
                  <a:pt x="8454193" y="5003422"/>
                </a:lnTo>
                <a:lnTo>
                  <a:pt x="8489054" y="5003422"/>
                </a:lnTo>
                <a:lnTo>
                  <a:pt x="8489054" y="4889642"/>
                </a:lnTo>
                <a:lnTo>
                  <a:pt x="8454193" y="4889642"/>
                </a:lnTo>
                <a:lnTo>
                  <a:pt x="8454193" y="4934873"/>
                </a:lnTo>
                <a:lnTo>
                  <a:pt x="8417905" y="4934873"/>
                </a:lnTo>
                <a:lnTo>
                  <a:pt x="8417905" y="4889642"/>
                </a:lnTo>
                <a:close/>
                <a:moveTo>
                  <a:pt x="8759786" y="4887261"/>
                </a:moveTo>
                <a:cubicBezTo>
                  <a:pt x="8745941" y="4887261"/>
                  <a:pt x="8729230" y="4888210"/>
                  <a:pt x="8717289" y="4889642"/>
                </a:cubicBezTo>
                <a:lnTo>
                  <a:pt x="8717289" y="5003422"/>
                </a:lnTo>
                <a:lnTo>
                  <a:pt x="8752150" y="5003422"/>
                </a:lnTo>
                <a:lnTo>
                  <a:pt x="8752150" y="4976282"/>
                </a:lnTo>
                <a:lnTo>
                  <a:pt x="8764566" y="4976282"/>
                </a:lnTo>
                <a:lnTo>
                  <a:pt x="8764566" y="4976291"/>
                </a:lnTo>
                <a:cubicBezTo>
                  <a:pt x="8797037" y="4976291"/>
                  <a:pt x="8817567" y="4959633"/>
                  <a:pt x="8817567" y="4930586"/>
                </a:cubicBezTo>
                <a:cubicBezTo>
                  <a:pt x="8817567" y="4898692"/>
                  <a:pt x="8795599" y="4887261"/>
                  <a:pt x="8759786" y="4887261"/>
                </a:cubicBezTo>
                <a:close/>
                <a:moveTo>
                  <a:pt x="8311428" y="4887261"/>
                </a:moveTo>
                <a:cubicBezTo>
                  <a:pt x="8297583" y="4887261"/>
                  <a:pt x="8280872" y="4888210"/>
                  <a:pt x="8268931" y="4889642"/>
                </a:cubicBezTo>
                <a:lnTo>
                  <a:pt x="8268931" y="5003422"/>
                </a:lnTo>
                <a:lnTo>
                  <a:pt x="8303791" y="5003422"/>
                </a:lnTo>
                <a:lnTo>
                  <a:pt x="8303791" y="4976282"/>
                </a:lnTo>
                <a:lnTo>
                  <a:pt x="8316208" y="4976282"/>
                </a:lnTo>
                <a:lnTo>
                  <a:pt x="8316199" y="4976291"/>
                </a:lnTo>
                <a:cubicBezTo>
                  <a:pt x="8348669" y="4976291"/>
                  <a:pt x="8369199" y="4959633"/>
                  <a:pt x="8369199" y="4930586"/>
                </a:cubicBezTo>
                <a:cubicBezTo>
                  <a:pt x="8369208" y="4898683"/>
                  <a:pt x="8347241" y="4887261"/>
                  <a:pt x="8311428" y="4887261"/>
                </a:cubicBezTo>
                <a:close/>
                <a:moveTo>
                  <a:pt x="8875337" y="4887252"/>
                </a:moveTo>
                <a:cubicBezTo>
                  <a:pt x="8847162" y="4887252"/>
                  <a:pt x="8828069" y="4898318"/>
                  <a:pt x="8828069" y="4921527"/>
                </a:cubicBezTo>
                <a:cubicBezTo>
                  <a:pt x="8828069" y="4961521"/>
                  <a:pt x="8882507" y="4953429"/>
                  <a:pt x="8882507" y="4971994"/>
                </a:cubicBezTo>
                <a:cubicBezTo>
                  <a:pt x="8882507" y="4979137"/>
                  <a:pt x="8877251" y="4982942"/>
                  <a:pt x="8864367" y="4982942"/>
                </a:cubicBezTo>
                <a:cubicBezTo>
                  <a:pt x="8852903" y="4982942"/>
                  <a:pt x="8835239" y="4979137"/>
                  <a:pt x="8824736" y="4973892"/>
                </a:cubicBezTo>
                <a:lnTo>
                  <a:pt x="8828555" y="5000074"/>
                </a:lnTo>
                <a:cubicBezTo>
                  <a:pt x="8839058" y="5003888"/>
                  <a:pt x="8853388" y="5005785"/>
                  <a:pt x="8864844" y="5005785"/>
                </a:cubicBezTo>
                <a:cubicBezTo>
                  <a:pt x="8893972" y="5005785"/>
                  <a:pt x="8917844" y="4996261"/>
                  <a:pt x="8917844" y="4967697"/>
                </a:cubicBezTo>
                <a:cubicBezTo>
                  <a:pt x="8917844" y="4939131"/>
                  <a:pt x="8886955" y="4936008"/>
                  <a:pt x="8871510" y="4928600"/>
                </a:cubicBezTo>
                <a:lnTo>
                  <a:pt x="8862940" y="4918674"/>
                </a:lnTo>
                <a:lnTo>
                  <a:pt x="8879165" y="4909630"/>
                </a:lnTo>
                <a:cubicBezTo>
                  <a:pt x="8890144" y="4909630"/>
                  <a:pt x="8902085" y="4912011"/>
                  <a:pt x="8910198" y="4915341"/>
                </a:cubicBezTo>
                <a:lnTo>
                  <a:pt x="8907332" y="4890582"/>
                </a:lnTo>
                <a:cubicBezTo>
                  <a:pt x="8898257" y="4888675"/>
                  <a:pt x="8890144" y="4887252"/>
                  <a:pt x="8875337" y="4887252"/>
                </a:cubicBezTo>
                <a:close/>
                <a:moveTo>
                  <a:pt x="0" y="0"/>
                </a:moveTo>
                <a:lnTo>
                  <a:pt x="9144000" y="0"/>
                </a:lnTo>
                <a:lnTo>
                  <a:pt x="9144000" y="5143500"/>
                </a:lnTo>
                <a:lnTo>
                  <a:pt x="0" y="5143500"/>
                </a:lnTo>
                <a:close/>
              </a:path>
            </a:pathLst>
          </a:cu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br>
              <a:rPr lang="en-US" noProof="0" dirty="0"/>
            </a:br>
            <a:br>
              <a:rPr lang="en-US" noProof="0" dirty="0"/>
            </a:br>
            <a:br>
              <a:rPr lang="en-US" noProof="0" dirty="0"/>
            </a:br>
            <a:br>
              <a:rPr lang="en-US" noProof="0" dirty="0"/>
            </a:br>
            <a:br>
              <a:rPr lang="en-US" noProof="0" dirty="0"/>
            </a:br>
            <a:br>
              <a:rPr lang="en-US" noProof="0" dirty="0"/>
            </a:br>
            <a:r>
              <a:rPr lang="en-US" noProof="0" dirty="0"/>
              <a:t>Click icon to insert your photo OR </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 </a:t>
            </a:r>
            <a:br>
              <a:rPr lang="en-US" noProof="0" dirty="0"/>
            </a:br>
            <a:r>
              <a:rPr lang="en-US" noProof="0" dirty="0"/>
              <a:t>your image if your subject appears off-center</a:t>
            </a:r>
            <a:br>
              <a:rPr lang="en-US" noProof="0" dirty="0"/>
            </a:br>
            <a:br>
              <a:rPr lang="en-US" noProof="0" dirty="0"/>
            </a:br>
            <a:br>
              <a:rPr lang="en-US" noProof="0" dirty="0"/>
            </a:br>
            <a:br>
              <a:rPr lang="en-US" noProof="0" dirty="0"/>
            </a:br>
            <a:br>
              <a:rPr lang="en-US" noProof="0" dirty="0"/>
            </a:br>
            <a:br>
              <a:rPr lang="en-US" noProof="0" dirty="0"/>
            </a:br>
            <a:r>
              <a:rPr lang="en-US" noProof="0" dirty="0"/>
              <a:t>Need the white logo? Select “Hide Background Graphics” in the Format Shape pane.</a:t>
            </a:r>
          </a:p>
        </p:txBody>
      </p:sp>
      <p:sp>
        <p:nvSpPr>
          <p:cNvPr id="3" name="Footer Placeholder 11">
            <a:extLst>
              <a:ext uri="{FF2B5EF4-FFF2-40B4-BE49-F238E27FC236}">
                <a16:creationId xmlns:a16="http://schemas.microsoft.com/office/drawing/2014/main" id="{83C774FF-44C9-505B-D3A3-7BDAED31291A}"/>
              </a:ext>
            </a:extLst>
          </p:cNvPr>
          <p:cNvSpPr>
            <a:spLocks noGrp="1"/>
          </p:cNvSpPr>
          <p:nvPr>
            <p:ph type="ftr" sz="quarter" idx="26"/>
          </p:nvPr>
        </p:nvSpPr>
        <p:spPr>
          <a:xfrm>
            <a:off x="502919" y="8723955"/>
            <a:ext cx="237744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4" name="Slide Number Placeholder 12">
            <a:extLst>
              <a:ext uri="{FF2B5EF4-FFF2-40B4-BE49-F238E27FC236}">
                <a16:creationId xmlns:a16="http://schemas.microsoft.com/office/drawing/2014/main" id="{8E634DF2-19D4-5701-B6C3-6993A4076E58}"/>
              </a:ext>
            </a:extLst>
          </p:cNvPr>
          <p:cNvSpPr>
            <a:spLocks noGrp="1"/>
          </p:cNvSpPr>
          <p:nvPr>
            <p:ph type="sldNum" sz="quarter" idx="27"/>
          </p:nvPr>
        </p:nvSpPr>
        <p:spPr>
          <a:xfrm>
            <a:off x="182124" y="8723955"/>
            <a:ext cx="199973" cy="161854"/>
          </a:xfrm>
          <a:prstGeom prst="rect">
            <a:avLst/>
          </a:prstGeom>
        </p:spPr>
        <p:txBody>
          <a:bodyPr/>
          <a:lstStyle>
            <a:lvl1pPr>
              <a:defRPr>
                <a:solidFill>
                  <a:schemeClr val="bg1">
                    <a:lumMod val="85000"/>
                  </a:schemeClr>
                </a:solidFill>
                <a:latin typeface="Calibri" panose="020F0502020204030204" pitchFamily="34" charset="0"/>
              </a:defRPr>
            </a:lvl1pPr>
          </a:lstStyle>
          <a:p>
            <a:fld id="{A5163908-529D-4A49-892F-D37C4044DFD8}" type="slidenum">
              <a:rPr lang="en-US" smtClean="0"/>
              <a:pPr/>
              <a:t>‹#›</a:t>
            </a:fld>
            <a:endParaRPr lang="en-US" dirty="0"/>
          </a:p>
        </p:txBody>
      </p:sp>
    </p:spTree>
    <p:extLst>
      <p:ext uri="{BB962C8B-B14F-4D97-AF65-F5344CB8AC3E}">
        <p14:creationId xmlns:p14="http://schemas.microsoft.com/office/powerpoint/2010/main" val="35196946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1BE0DDD1-E8FF-476A-B624-711BB78C5337}"/>
              </a:ext>
            </a:extLst>
          </p:cNvPr>
          <p:cNvSpPr>
            <a:spLocks noGrp="1"/>
          </p:cNvSpPr>
          <p:nvPr>
            <p:ph type="ftr" sz="quarter" idx="12"/>
          </p:nvPr>
        </p:nvSpPr>
        <p:spPr>
          <a:xfrm>
            <a:off x="502919" y="8723955"/>
            <a:ext cx="548640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7" name="Slide Number Placeholder 6">
            <a:extLst>
              <a:ext uri="{FF2B5EF4-FFF2-40B4-BE49-F238E27FC236}">
                <a16:creationId xmlns:a16="http://schemas.microsoft.com/office/drawing/2014/main" id="{9636BD1A-AF4B-4287-A902-BC02DA082019}"/>
              </a:ext>
            </a:extLst>
          </p:cNvPr>
          <p:cNvSpPr>
            <a:spLocks noGrp="1"/>
          </p:cNvSpPr>
          <p:nvPr>
            <p:ph type="sldNum" sz="quarter" idx="13"/>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Tree>
    <p:extLst>
      <p:ext uri="{BB962C8B-B14F-4D97-AF65-F5344CB8AC3E}">
        <p14:creationId xmlns:p14="http://schemas.microsoft.com/office/powerpoint/2010/main" val="4137202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ank you - blue">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8DAE83-C9A1-3CFA-42F6-1FB772A3EA0B}"/>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CC6C873-7B4F-45EB-5E38-3E9D0111ED8D}"/>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pic>
        <p:nvPicPr>
          <p:cNvPr id="5" name="Picture 4" descr="A blue letter on a black background&#10;&#10;Description automatically generated">
            <a:extLst>
              <a:ext uri="{FF2B5EF4-FFF2-40B4-BE49-F238E27FC236}">
                <a16:creationId xmlns:a16="http://schemas.microsoft.com/office/drawing/2014/main" id="{4F1A5FB4-4CD7-A2E4-670C-488F2F85AB4B}"/>
              </a:ext>
            </a:extLst>
          </p:cNvPr>
          <p:cNvPicPr>
            <a:picLocks noGrp="1" noRot="1" noChangeAspect="1" noMove="1" noResize="1" noEditPoints="1" noAdjustHandles="1" noChangeArrowheads="1" noChangeShapeType="1" noCrop="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995685" y="699919"/>
            <a:ext cx="1152627" cy="371736"/>
          </a:xfrm>
          <a:prstGeom prst="rect">
            <a:avLst/>
          </a:prstGeom>
        </p:spPr>
      </p:pic>
      <p:sp>
        <p:nvSpPr>
          <p:cNvPr id="6" name="TextBox 5">
            <a:extLst>
              <a:ext uri="{FF2B5EF4-FFF2-40B4-BE49-F238E27FC236}">
                <a16:creationId xmlns:a16="http://schemas.microsoft.com/office/drawing/2014/main" id="{CDC5DC1B-90D1-16A7-427B-3D24F944CA79}"/>
              </a:ext>
            </a:extLst>
          </p:cNvPr>
          <p:cNvSpPr txBox="1"/>
          <p:nvPr userDrawn="1"/>
        </p:nvSpPr>
        <p:spPr>
          <a:xfrm>
            <a:off x="2028323" y="3244676"/>
            <a:ext cx="5087354" cy="1477328"/>
          </a:xfrm>
          <a:prstGeom prst="rect">
            <a:avLst/>
          </a:prstGeom>
          <a:noFill/>
          <a:ln>
            <a:noFill/>
          </a:ln>
        </p:spPr>
        <p:txBody>
          <a:bodyPr wrap="none" lIns="0" tIns="0" rIns="0" bIns="0" rtlCol="0">
            <a:spAutoFit/>
          </a:bodyPr>
          <a:lstStyle/>
          <a:p>
            <a:pPr marL="0" indent="0" algn="ctr">
              <a:spcAft>
                <a:spcPts val="600"/>
              </a:spcAft>
              <a:buSzPct val="75000"/>
              <a:buFontTx/>
              <a:buNone/>
            </a:pPr>
            <a:r>
              <a:rPr lang="en-US" sz="9600" b="0" i="0" dirty="0">
                <a:solidFill>
                  <a:schemeClr val="bg1"/>
                </a:solidFill>
                <a:latin typeface="+mj-lt"/>
                <a:cs typeface="Neue Frutiger World Light" panose="020B0403040304020203" pitchFamily="34" charset="0"/>
              </a:rPr>
              <a:t>Thank you</a:t>
            </a:r>
          </a:p>
        </p:txBody>
      </p:sp>
    </p:spTree>
    <p:extLst>
      <p:ext uri="{BB962C8B-B14F-4D97-AF65-F5344CB8AC3E}">
        <p14:creationId xmlns:p14="http://schemas.microsoft.com/office/powerpoint/2010/main" val="420222650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nd slide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36517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 whit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8DAE83-C9A1-3CFA-42F6-1FB772A3EA0B}"/>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CC6C873-7B4F-45EB-5E38-3E9D0111ED8D}"/>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pic>
        <p:nvPicPr>
          <p:cNvPr id="5" name="Picture 4" descr="A blue letter on a black background&#10;&#10;Description automatically generated">
            <a:extLst>
              <a:ext uri="{FF2B5EF4-FFF2-40B4-BE49-F238E27FC236}">
                <a16:creationId xmlns:a16="http://schemas.microsoft.com/office/drawing/2014/main" id="{4F1A5FB4-4CD7-A2E4-670C-488F2F85AB4B}"/>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3995685" y="699919"/>
            <a:ext cx="1152627" cy="371736"/>
          </a:xfrm>
          <a:prstGeom prst="rect">
            <a:avLst/>
          </a:prstGeom>
        </p:spPr>
      </p:pic>
      <p:sp>
        <p:nvSpPr>
          <p:cNvPr id="7" name="TextBox 6">
            <a:extLst>
              <a:ext uri="{FF2B5EF4-FFF2-40B4-BE49-F238E27FC236}">
                <a16:creationId xmlns:a16="http://schemas.microsoft.com/office/drawing/2014/main" id="{DB3D22CC-58D4-6B7C-7DAB-99EF135F187D}"/>
              </a:ext>
            </a:extLst>
          </p:cNvPr>
          <p:cNvSpPr txBox="1"/>
          <p:nvPr userDrawn="1"/>
        </p:nvSpPr>
        <p:spPr>
          <a:xfrm>
            <a:off x="2028324" y="3244676"/>
            <a:ext cx="5087354" cy="1477328"/>
          </a:xfrm>
          <a:prstGeom prst="rect">
            <a:avLst/>
          </a:prstGeom>
          <a:noFill/>
          <a:ln>
            <a:noFill/>
          </a:ln>
        </p:spPr>
        <p:txBody>
          <a:bodyPr wrap="none" lIns="0" tIns="0" rIns="0" bIns="0" rtlCol="0">
            <a:spAutoFit/>
          </a:bodyPr>
          <a:lstStyle/>
          <a:p>
            <a:pPr marL="0" indent="0" algn="ctr">
              <a:spcAft>
                <a:spcPts val="600"/>
              </a:spcAft>
              <a:buSzPct val="75000"/>
              <a:buFontTx/>
              <a:buNone/>
            </a:pPr>
            <a:r>
              <a:rPr lang="en-US" sz="9600" b="0" i="0" dirty="0">
                <a:solidFill>
                  <a:srgbClr val="0B5ED7"/>
                </a:solidFill>
                <a:latin typeface="+mj-lt"/>
                <a:cs typeface="Neue Frutiger World Light" panose="020B0403040304020203" pitchFamily="34" charset="0"/>
              </a:rPr>
              <a:t>Thank you</a:t>
            </a:r>
          </a:p>
        </p:txBody>
      </p:sp>
    </p:spTree>
    <p:extLst>
      <p:ext uri="{BB962C8B-B14F-4D97-AF65-F5344CB8AC3E}">
        <p14:creationId xmlns:p14="http://schemas.microsoft.com/office/powerpoint/2010/main" val="112185221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xmlns:a14="http://schemas.microsoft.com/office/drawing/2010/main">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1408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ext Placeholder 12">
            <a:extLst>
              <a:ext uri="{FF2B5EF4-FFF2-40B4-BE49-F238E27FC236}">
                <a16:creationId xmlns:a16="http://schemas.microsoft.com/office/drawing/2014/main" id="{9846266C-4ECA-426E-AC3C-9C2166215C9A}"/>
              </a:ext>
            </a:extLst>
          </p:cNvPr>
          <p:cNvSpPr>
            <a:spLocks noGrp="1"/>
          </p:cNvSpPr>
          <p:nvPr>
            <p:ph type="body" idx="1"/>
          </p:nvPr>
        </p:nvSpPr>
        <p:spPr>
          <a:xfrm>
            <a:off x="504825" y="2144011"/>
            <a:ext cx="8132765" cy="6168311"/>
          </a:xfrm>
          <a:prstGeom prst="rect">
            <a:avLst/>
          </a:prstGeom>
        </p:spPr>
        <p:txBody>
          <a:bodyPr vert="horz" lIns="0" tIns="0" rIns="0" bIns="0" spcCol="324000" rtlCol="0">
            <a:no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itle Placeholder 5">
            <a:extLst>
              <a:ext uri="{FF2B5EF4-FFF2-40B4-BE49-F238E27FC236}">
                <a16:creationId xmlns:a16="http://schemas.microsoft.com/office/drawing/2014/main" id="{A0613193-D73A-5A4B-9E3D-2F277B4E033F}"/>
              </a:ext>
            </a:extLst>
          </p:cNvPr>
          <p:cNvSpPr>
            <a:spLocks noGrp="1"/>
          </p:cNvSpPr>
          <p:nvPr>
            <p:ph type="title"/>
          </p:nvPr>
        </p:nvSpPr>
        <p:spPr>
          <a:xfrm>
            <a:off x="503240" y="665971"/>
            <a:ext cx="8132765" cy="1272917"/>
          </a:xfrm>
          <a:prstGeom prst="rect">
            <a:avLst/>
          </a:prstGeom>
        </p:spPr>
        <p:txBody>
          <a:bodyPr vert="horz" lIns="0" tIns="0" rIns="0" bIns="0" rtlCol="0" anchor="t">
            <a:noAutofit/>
          </a:bodyPr>
          <a:lstStyle/>
          <a:p>
            <a:r>
              <a:rPr lang="en-US" noProof="0" dirty="0"/>
              <a:t>Type your slide headline here</a:t>
            </a:r>
          </a:p>
        </p:txBody>
      </p:sp>
    </p:spTree>
    <p:extLst>
      <p:ext uri="{BB962C8B-B14F-4D97-AF65-F5344CB8AC3E}">
        <p14:creationId xmlns:p14="http://schemas.microsoft.com/office/powerpoint/2010/main" val="1043098441"/>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2" r:id="rId4"/>
    <p:sldLayoutId id="2147484073" r:id="rId5"/>
    <p:sldLayoutId id="2147484077" r:id="rId6"/>
    <p:sldLayoutId id="2147484078" r:id="rId7"/>
    <p:sldLayoutId id="2147484079" r:id="rId8"/>
    <p:sldLayoutId id="2147484080" r:id="rId9"/>
    <p:sldLayoutId id="2147484046" r:id="rId10"/>
    <p:sldLayoutId id="2147484047" r:id="rId11"/>
    <p:sldLayoutId id="2147484048" r:id="rId12"/>
    <p:sldLayoutId id="2147484050" r:id="rId13"/>
    <p:sldLayoutId id="2147484049" r:id="rId14"/>
    <p:sldLayoutId id="2147484051" r:id="rId15"/>
    <p:sldLayoutId id="2147484052" r:id="rId16"/>
    <p:sldLayoutId id="2147484053" r:id="rId17"/>
    <p:sldLayoutId id="2147484054" r:id="rId18"/>
    <p:sldLayoutId id="2147484055" r:id="rId19"/>
    <p:sldLayoutId id="2147484056" r:id="rId20"/>
    <p:sldLayoutId id="2147484057" r:id="rId21"/>
    <p:sldLayoutId id="2147484058" r:id="rId22"/>
    <p:sldLayoutId id="2147484032" r:id="rId23"/>
    <p:sldLayoutId id="2147484033" r:id="rId24"/>
    <p:sldLayoutId id="2147484034" r:id="rId25"/>
    <p:sldLayoutId id="2147484035" r:id="rId26"/>
    <p:sldLayoutId id="2147484036" r:id="rId27"/>
    <p:sldLayoutId id="2147484067" r:id="rId28"/>
    <p:sldLayoutId id="2147484068" r:id="rId29"/>
    <p:sldLayoutId id="2147484081" r:id="rId30"/>
    <p:sldLayoutId id="2147484069" r:id="rId31"/>
    <p:sldLayoutId id="2147484082" r:id="rId32"/>
    <p:sldLayoutId id="2147484070" r:id="rId33"/>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354" rtl="0" eaLnBrk="1" latinLnBrk="0" hangingPunct="1">
        <a:lnSpc>
          <a:spcPct val="100000"/>
        </a:lnSpc>
        <a:spcBef>
          <a:spcPct val="0"/>
        </a:spcBef>
        <a:spcAft>
          <a:spcPts val="600"/>
        </a:spcAft>
        <a:buNone/>
        <a:defRPr lang="en-US" sz="2400" kern="1200" smtClean="0">
          <a:solidFill>
            <a:schemeClr val="tx2"/>
          </a:solidFill>
          <a:latin typeface="+mj-lt"/>
          <a:ea typeface="+mj-ea"/>
          <a:cs typeface="+mj-cs"/>
        </a:defRPr>
      </a:lvl1pPr>
    </p:titleStyle>
    <p:bodyStyle>
      <a:lvl1pPr marL="146304" indent="-146304"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1pPr>
      <a:lvl2pPr marL="2952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2pPr>
      <a:lvl3pPr marL="4428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3pPr>
      <a:lvl4pPr marL="5904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4pPr>
      <a:lvl5pPr marL="738000" indent="-147600" algn="l" defTabSz="183600" rtl="0" eaLnBrk="1" latinLnBrk="0" hangingPunct="1">
        <a:lnSpc>
          <a:spcPct val="100000"/>
        </a:lnSpc>
        <a:spcBef>
          <a:spcPts val="0"/>
        </a:spcBef>
        <a:spcAft>
          <a:spcPts val="600"/>
        </a:spcAft>
        <a:buClr>
          <a:srgbClr val="000000"/>
        </a:buClr>
        <a:buSzPct val="75000"/>
        <a:buChar char="•"/>
        <a:defRPr lang="en-IN" sz="1400" kern="1200" dirty="0">
          <a:solidFill>
            <a:schemeClr val="tx1"/>
          </a:solidFill>
          <a:latin typeface="Calibri" panose="020F0502020204030204" pitchFamily="34" charset="0"/>
          <a:ea typeface="+mn-ea"/>
          <a:cs typeface="+mn-cs"/>
        </a:defRPr>
      </a:lvl5pPr>
      <a:lvl6pPr marL="885600" indent="-147600" algn="l" defTabSz="914354" rtl="0" eaLnBrk="1" latinLnBrk="0" hangingPunct="1">
        <a:lnSpc>
          <a:spcPct val="100000"/>
        </a:lnSpc>
        <a:spcBef>
          <a:spcPts val="0"/>
        </a:spcBef>
        <a:spcAft>
          <a:spcPts val="600"/>
        </a:spcAft>
        <a:buSzPct val="75000"/>
        <a:buChar char="•"/>
        <a:defRPr lang="en-US" sz="1400" kern="1200" dirty="0">
          <a:solidFill>
            <a:schemeClr val="tx1"/>
          </a:solidFill>
          <a:latin typeface="Calibri" panose="020F0502020204030204" pitchFamily="34" charset="0"/>
          <a:ea typeface="+mn-ea"/>
          <a:cs typeface="+mn-cs"/>
        </a:defRPr>
      </a:lvl6pPr>
      <a:lvl7pPr marL="10332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7pPr>
      <a:lvl8pPr marL="11808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8pPr>
      <a:lvl9pPr marL="13284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3"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userDrawn="1">
          <p15:clr>
            <a:srgbClr val="A4A3A4"/>
          </p15:clr>
        </p15:guide>
        <p15:guide id="4" orient="horz" pos="404" userDrawn="1">
          <p15:clr>
            <a:srgbClr val="A4A3A4"/>
          </p15:clr>
        </p15:guide>
        <p15:guide id="7" orient="horz" pos="5246" userDrawn="1">
          <p15:clr>
            <a:srgbClr val="A4A3A4"/>
          </p15:clr>
        </p15:guide>
        <p15:guide id="15" orient="horz" pos="2868" userDrawn="1">
          <p15:clr>
            <a:srgbClr val="F26B43"/>
          </p15:clr>
        </p15:guide>
        <p15:guide id="16"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customXml" Target="../../customXml/item7.xml"/><Relationship Id="rId1" Type="http://schemas.openxmlformats.org/officeDocument/2006/relationships/customXml" Target="../../customXml/item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75496F-26D8-04C7-114B-B95552F18E77}"/>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2553A462-1333-ACC1-286C-5E228CCE44B3}"/>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1</a:t>
            </a:fld>
            <a:endParaRPr lang="en-US" dirty="0"/>
          </a:p>
        </p:txBody>
      </p:sp>
      <p:sp>
        <p:nvSpPr>
          <p:cNvPr id="4" name="Text Placeholder 3">
            <a:extLst>
              <a:ext uri="{FF2B5EF4-FFF2-40B4-BE49-F238E27FC236}">
                <a16:creationId xmlns:a16="http://schemas.microsoft.com/office/drawing/2014/main" id="{3A1EB7CB-0EC5-14D2-F1A7-5053D0F4AEC7}"/>
              </a:ext>
            </a:extLst>
          </p:cNvPr>
          <p:cNvSpPr>
            <a:spLocks noGrp="1"/>
          </p:cNvSpPr>
          <p:nvPr>
            <p:ph type="body" sz="quarter" idx="20"/>
          </p:nvPr>
        </p:nvSpPr>
        <p:spPr/>
        <p:txBody>
          <a:bodyPr/>
          <a:lstStyle/>
          <a:p>
            <a:pPr marL="0" indent="0">
              <a:buNone/>
            </a:pPr>
            <a:r>
              <a:rPr lang="en-NL" b="1" dirty="0"/>
              <a:t>[FIGURE 1 — header image, placed above or directly under the title]</a:t>
            </a:r>
            <a:r>
              <a:rPr lang="en-NL" dirty="0"/>
              <a:t> </a:t>
            </a:r>
            <a:r>
              <a:rPr lang="en-NL" b="1" dirty="0"/>
              <a:t>Caption:</a:t>
            </a:r>
            <a:r>
              <a:rPr lang="en-NL" dirty="0"/>
              <a:t> </a:t>
            </a:r>
            <a:r>
              <a:rPr lang="en-NL" i="1" dirty="0"/>
              <a:t>The game: Alice sees the whole battlefield, Bob operates the gun, and neither controls where it points. One bit connects them.</a:t>
            </a:r>
            <a:r>
              <a:rPr lang="en-NL" dirty="0"/>
              <a:t> </a:t>
            </a:r>
            <a:r>
              <a:rPr lang="en-NL" b="1" dirty="0"/>
              <a:t>Alt-text:</a:t>
            </a:r>
            <a:r>
              <a:rPr lang="en-NL" dirty="0"/>
              <a:t> An 8-by-8 naval battle grid with ships hidden in some cells. On one side a figure (Alice) in a watchtower overlooking the full grid; on the other a figure (Bob) at a gun aimed at a single highlighted cell. A single line between them carries the message "1 bit".</a:t>
            </a:r>
          </a:p>
        </p:txBody>
      </p:sp>
      <p:sp>
        <p:nvSpPr>
          <p:cNvPr id="5" name="Title 4">
            <a:extLst>
              <a:ext uri="{FF2B5EF4-FFF2-40B4-BE49-F238E27FC236}">
                <a16:creationId xmlns:a16="http://schemas.microsoft.com/office/drawing/2014/main" id="{906516D1-C404-C1C2-78D1-984DFFB0E591}"/>
              </a:ext>
            </a:extLst>
          </p:cNvPr>
          <p:cNvSpPr>
            <a:spLocks noGrp="1"/>
          </p:cNvSpPr>
          <p:nvPr>
            <p:ph type="title"/>
          </p:nvPr>
        </p:nvSpPr>
        <p:spPr/>
        <p:txBody>
          <a:bodyPr/>
          <a:lstStyle/>
          <a:p>
            <a:r>
              <a:rPr lang="en-GB" dirty="0"/>
              <a:t>Figure 1</a:t>
            </a:r>
            <a:endParaRPr lang="en-NL" dirty="0"/>
          </a:p>
        </p:txBody>
      </p:sp>
    </p:spTree>
    <p:extLst>
      <p:ext uri="{BB962C8B-B14F-4D97-AF65-F5344CB8AC3E}">
        <p14:creationId xmlns:p14="http://schemas.microsoft.com/office/powerpoint/2010/main" val="167432926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5F1BE-9333-53D2-621F-C4CA9236E629}"/>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08D275CE-5692-BBBC-51C1-464E941A3B1E}"/>
              </a:ext>
            </a:extLst>
          </p:cNvPr>
          <p:cNvGrpSpPr/>
          <p:nvPr/>
        </p:nvGrpSpPr>
        <p:grpSpPr>
          <a:xfrm>
            <a:off x="5381205" y="2685075"/>
            <a:ext cx="630627" cy="1284276"/>
            <a:chOff x="282109" y="2231921"/>
            <a:chExt cx="630627" cy="1284276"/>
          </a:xfrm>
        </p:grpSpPr>
        <p:sp>
          <p:nvSpPr>
            <p:cNvPr id="49" name="Oval 48">
              <a:extLst>
                <a:ext uri="{FF2B5EF4-FFF2-40B4-BE49-F238E27FC236}">
                  <a16:creationId xmlns:a16="http://schemas.microsoft.com/office/drawing/2014/main" id="{A620B2AB-0015-B359-AE17-A6D7AE45F28C}"/>
                </a:ext>
              </a:extLst>
            </p:cNvPr>
            <p:cNvSpPr/>
            <p:nvPr/>
          </p:nvSpPr>
          <p:spPr>
            <a:xfrm>
              <a:off x="382096" y="2231921"/>
              <a:ext cx="415572" cy="415572"/>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nvGrpSpPr>
            <p:cNvPr id="50" name="Group 49">
              <a:extLst>
                <a:ext uri="{FF2B5EF4-FFF2-40B4-BE49-F238E27FC236}">
                  <a16:creationId xmlns:a16="http://schemas.microsoft.com/office/drawing/2014/main" id="{C2A1EF25-2B0F-D8F5-DDF5-B5EC55F04DC1}"/>
                </a:ext>
              </a:extLst>
            </p:cNvPr>
            <p:cNvGrpSpPr/>
            <p:nvPr/>
          </p:nvGrpSpPr>
          <p:grpSpPr>
            <a:xfrm>
              <a:off x="282109" y="2642134"/>
              <a:ext cx="630627" cy="874063"/>
              <a:chOff x="282109" y="2642134"/>
              <a:chExt cx="630627" cy="630627"/>
            </a:xfrm>
          </p:grpSpPr>
          <p:sp>
            <p:nvSpPr>
              <p:cNvPr id="51" name="Oval 50">
                <a:extLst>
                  <a:ext uri="{FF2B5EF4-FFF2-40B4-BE49-F238E27FC236}">
                    <a16:creationId xmlns:a16="http://schemas.microsoft.com/office/drawing/2014/main" id="{1323BF64-8EE3-93B9-A4C5-FD1332D781AC}"/>
                  </a:ext>
                </a:extLst>
              </p:cNvPr>
              <p:cNvSpPr/>
              <p:nvPr/>
            </p:nvSpPr>
            <p:spPr>
              <a:xfrm>
                <a:off x="282109" y="2642134"/>
                <a:ext cx="630627" cy="630627"/>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2" name="Rectangle 51">
                <a:extLst>
                  <a:ext uri="{FF2B5EF4-FFF2-40B4-BE49-F238E27FC236}">
                    <a16:creationId xmlns:a16="http://schemas.microsoft.com/office/drawing/2014/main" id="{832AF274-8127-8C14-F02B-73ACCDAFB85D}"/>
                  </a:ext>
                </a:extLst>
              </p:cNvPr>
              <p:cNvSpPr/>
              <p:nvPr/>
            </p:nvSpPr>
            <p:spPr>
              <a:xfrm>
                <a:off x="282109" y="2947481"/>
                <a:ext cx="630627" cy="319913"/>
              </a:xfrm>
              <a:prstGeom prst="rect">
                <a:avLst/>
              </a:prstGeom>
              <a:solidFill>
                <a:schemeClr val="bg1"/>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grpSp>
      <p:grpSp>
        <p:nvGrpSpPr>
          <p:cNvPr id="45" name="Group 44">
            <a:extLst>
              <a:ext uri="{FF2B5EF4-FFF2-40B4-BE49-F238E27FC236}">
                <a16:creationId xmlns:a16="http://schemas.microsoft.com/office/drawing/2014/main" id="{6073BEF2-FFCE-FC1E-660D-CBFBA1F6D7AE}"/>
              </a:ext>
            </a:extLst>
          </p:cNvPr>
          <p:cNvGrpSpPr/>
          <p:nvPr/>
        </p:nvGrpSpPr>
        <p:grpSpPr>
          <a:xfrm>
            <a:off x="617776" y="2663684"/>
            <a:ext cx="630627" cy="1284276"/>
            <a:chOff x="282109" y="2231921"/>
            <a:chExt cx="630627" cy="1284276"/>
          </a:xfrm>
        </p:grpSpPr>
        <p:sp>
          <p:nvSpPr>
            <p:cNvPr id="39" name="Oval 38">
              <a:extLst>
                <a:ext uri="{FF2B5EF4-FFF2-40B4-BE49-F238E27FC236}">
                  <a16:creationId xmlns:a16="http://schemas.microsoft.com/office/drawing/2014/main" id="{8E033708-D43B-406A-6E5C-F941531A87EA}"/>
                </a:ext>
              </a:extLst>
            </p:cNvPr>
            <p:cNvSpPr/>
            <p:nvPr/>
          </p:nvSpPr>
          <p:spPr>
            <a:xfrm>
              <a:off x="382096" y="2231921"/>
              <a:ext cx="415572" cy="415572"/>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nvGrpSpPr>
            <p:cNvPr id="44" name="Group 43">
              <a:extLst>
                <a:ext uri="{FF2B5EF4-FFF2-40B4-BE49-F238E27FC236}">
                  <a16:creationId xmlns:a16="http://schemas.microsoft.com/office/drawing/2014/main" id="{95C4347C-0878-8B3A-E8F7-AFC94043EE6A}"/>
                </a:ext>
              </a:extLst>
            </p:cNvPr>
            <p:cNvGrpSpPr/>
            <p:nvPr/>
          </p:nvGrpSpPr>
          <p:grpSpPr>
            <a:xfrm>
              <a:off x="282109" y="2642134"/>
              <a:ext cx="630627" cy="874063"/>
              <a:chOff x="282109" y="2642134"/>
              <a:chExt cx="630627" cy="630627"/>
            </a:xfrm>
          </p:grpSpPr>
          <p:sp>
            <p:nvSpPr>
              <p:cNvPr id="42" name="Oval 41">
                <a:extLst>
                  <a:ext uri="{FF2B5EF4-FFF2-40B4-BE49-F238E27FC236}">
                    <a16:creationId xmlns:a16="http://schemas.microsoft.com/office/drawing/2014/main" id="{821FB913-D566-6C7A-9B09-39061F4E3410}"/>
                  </a:ext>
                </a:extLst>
              </p:cNvPr>
              <p:cNvSpPr/>
              <p:nvPr/>
            </p:nvSpPr>
            <p:spPr>
              <a:xfrm>
                <a:off x="282109" y="2642134"/>
                <a:ext cx="630627" cy="630627"/>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43" name="Rectangle 42">
                <a:extLst>
                  <a:ext uri="{FF2B5EF4-FFF2-40B4-BE49-F238E27FC236}">
                    <a16:creationId xmlns:a16="http://schemas.microsoft.com/office/drawing/2014/main" id="{82B5BCF9-4F3D-0176-4391-88B96D3A3604}"/>
                  </a:ext>
                </a:extLst>
              </p:cNvPr>
              <p:cNvSpPr/>
              <p:nvPr/>
            </p:nvSpPr>
            <p:spPr>
              <a:xfrm>
                <a:off x="282109" y="2947481"/>
                <a:ext cx="630627" cy="319913"/>
              </a:xfrm>
              <a:prstGeom prst="rect">
                <a:avLst/>
              </a:prstGeom>
              <a:solidFill>
                <a:schemeClr val="bg1"/>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grpSp>
      <p:sp>
        <p:nvSpPr>
          <p:cNvPr id="10" name="Text Placeholder 3">
            <a:extLst>
              <a:ext uri="{FF2B5EF4-FFF2-40B4-BE49-F238E27FC236}">
                <a16:creationId xmlns:a16="http://schemas.microsoft.com/office/drawing/2014/main" id="{EF6A0F16-DE34-1D10-4FDD-332C0E98EC73}"/>
              </a:ext>
            </a:extLst>
          </p:cNvPr>
          <p:cNvSpPr txBox="1">
            <a:spLocks/>
          </p:cNvSpPr>
          <p:nvPr/>
        </p:nvSpPr>
        <p:spPr>
          <a:xfrm>
            <a:off x="382097" y="5368901"/>
            <a:ext cx="8685369" cy="1627301"/>
          </a:xfrm>
          <a:prstGeom prst="rect">
            <a:avLst/>
          </a:prstGeom>
          <a:solidFill>
            <a:schemeClr val="bg1"/>
          </a:solidFill>
        </p:spPr>
        <p:txBody>
          <a:bodyPr vert="horz" lIns="0" tIns="0" rIns="0" bIns="0" spcCol="324000" rtlCol="0">
            <a:noAutofit/>
          </a:bodyPr>
          <a:lstStyle>
            <a:lvl1pPr marL="146304" indent="-146304"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1pPr>
            <a:lvl2pPr marL="2952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2pPr>
            <a:lvl3pPr marL="4428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3pPr>
            <a:lvl4pPr marL="5904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4pPr>
            <a:lvl5pPr marL="738000" indent="-147600" algn="l" defTabSz="183600" rtl="0" eaLnBrk="1" latinLnBrk="0" hangingPunct="1">
              <a:lnSpc>
                <a:spcPct val="100000"/>
              </a:lnSpc>
              <a:spcBef>
                <a:spcPts val="0"/>
              </a:spcBef>
              <a:spcAft>
                <a:spcPts val="600"/>
              </a:spcAft>
              <a:buClr>
                <a:srgbClr val="000000"/>
              </a:buClr>
              <a:buSzPct val="75000"/>
              <a:buChar char="•"/>
              <a:defRPr lang="en-IN" sz="1400" kern="1200">
                <a:solidFill>
                  <a:schemeClr val="tx1"/>
                </a:solidFill>
                <a:latin typeface="Calibri" panose="020F0502020204030204" pitchFamily="34" charset="0"/>
                <a:ea typeface="+mn-ea"/>
                <a:cs typeface="+mn-cs"/>
              </a:defRPr>
            </a:lvl5pPr>
            <a:lvl6pPr marL="885600" indent="-147600" algn="l" defTabSz="914354" rtl="0" eaLnBrk="1" latinLnBrk="0" hangingPunct="1">
              <a:lnSpc>
                <a:spcPct val="100000"/>
              </a:lnSpc>
              <a:spcBef>
                <a:spcPts val="0"/>
              </a:spcBef>
              <a:spcAft>
                <a:spcPts val="600"/>
              </a:spcAft>
              <a:buSzPct val="75000"/>
              <a:buChar char="•"/>
              <a:defRPr lang="en-US" sz="1400" kern="1200">
                <a:solidFill>
                  <a:schemeClr val="tx1"/>
                </a:solidFill>
                <a:latin typeface="Calibri" panose="020F0502020204030204" pitchFamily="34" charset="0"/>
                <a:ea typeface="+mn-ea"/>
                <a:cs typeface="+mn-cs"/>
              </a:defRPr>
            </a:lvl6pPr>
            <a:lvl7pPr marL="10332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7pPr>
            <a:lvl8pPr marL="11808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8pPr>
            <a:lvl9pPr marL="13284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9pPr>
          </a:lstStyle>
          <a:p>
            <a:pPr marL="444096" lvl="3" indent="0">
              <a:buNone/>
            </a:pPr>
            <a:r>
              <a:rPr lang="en-US" sz="1800" b="1" dirty="0"/>
              <a:t>Rules																										</a:t>
            </a:r>
          </a:p>
          <a:p>
            <a:pPr marL="786996" lvl="3" indent="-342900">
              <a:spcAft>
                <a:spcPts val="0"/>
              </a:spcAft>
              <a:buFont typeface="+mj-lt"/>
              <a:buAutoNum type="arabicPeriod"/>
            </a:pPr>
            <a:r>
              <a:rPr lang="en-US" sz="1800" dirty="0"/>
              <a:t>Game is played on </a:t>
            </a:r>
            <a:r>
              <a:rPr lang="en-US" sz="1800" i="1" dirty="0" err="1"/>
              <a:t>n</a:t>
            </a:r>
            <a:r>
              <a:rPr lang="en-US" dirty="0" err="1"/>
              <a:t>x</a:t>
            </a:r>
            <a:r>
              <a:rPr lang="en-US" sz="1800" i="1" dirty="0" err="1"/>
              <a:t>n</a:t>
            </a:r>
            <a:r>
              <a:rPr lang="en-US" sz="1800" dirty="0"/>
              <a:t> grid</a:t>
            </a:r>
          </a:p>
          <a:p>
            <a:pPr marL="786996" lvl="3" indent="-342900">
              <a:spcAft>
                <a:spcPts val="0"/>
              </a:spcAft>
              <a:buFont typeface="+mj-lt"/>
              <a:buAutoNum type="arabicPeriod"/>
            </a:pPr>
            <a:r>
              <a:rPr lang="en-US" sz="1800" dirty="0"/>
              <a:t>Each cell has equal probability to contain enemy ship															</a:t>
            </a:r>
          </a:p>
          <a:p>
            <a:pPr marL="786996" lvl="3" indent="-342900">
              <a:spcAft>
                <a:spcPts val="0"/>
              </a:spcAft>
              <a:buFont typeface="+mj-lt"/>
              <a:buAutoNum type="arabicPeriod"/>
            </a:pPr>
            <a:r>
              <a:rPr lang="en-US" sz="1800" dirty="0"/>
              <a:t>Alice knows the position of enemy ships										</a:t>
            </a:r>
          </a:p>
          <a:p>
            <a:pPr marL="786996" lvl="3" indent="-342900">
              <a:spcAft>
                <a:spcPts val="0"/>
              </a:spcAft>
              <a:buFont typeface="+mj-lt"/>
              <a:buAutoNum type="arabicPeriod"/>
            </a:pPr>
            <a:r>
              <a:rPr lang="en-US" sz="1800" dirty="0"/>
              <a:t>Bob knows where the gun is pointing											</a:t>
            </a:r>
          </a:p>
          <a:p>
            <a:pPr marL="786996" lvl="3" indent="-342900">
              <a:spcAft>
                <a:spcPts val="0"/>
              </a:spcAft>
              <a:buFont typeface="+mj-lt"/>
              <a:buAutoNum type="arabicPeriod"/>
            </a:pPr>
            <a:r>
              <a:rPr lang="en-US" sz="1800" dirty="0"/>
              <a:t>Alice communicates 1 bit to Bob													</a:t>
            </a:r>
          </a:p>
          <a:p>
            <a:pPr marL="786996" lvl="3" indent="-342900">
              <a:spcAft>
                <a:spcPts val="0"/>
              </a:spcAft>
              <a:buFont typeface="+mj-lt"/>
              <a:buAutoNum type="arabicPeriod"/>
            </a:pPr>
            <a:r>
              <a:rPr lang="en-US" sz="1800" dirty="0"/>
              <a:t>Bob decides whether to shoot, or not shoot the gun</a:t>
            </a:r>
          </a:p>
          <a:p>
            <a:pPr marL="786996" lvl="3" indent="-342900">
              <a:spcAft>
                <a:spcPts val="0"/>
              </a:spcAft>
              <a:buFont typeface="+mj-lt"/>
              <a:buAutoNum type="arabicPeriod"/>
            </a:pPr>
            <a:r>
              <a:rPr lang="en-US" sz="1800" dirty="0"/>
              <a:t>If they hit the enemy or decide to not shoot an empty cell they win.</a:t>
            </a:r>
          </a:p>
          <a:p>
            <a:pPr marL="786996" lvl="3" indent="-342900">
              <a:spcAft>
                <a:spcPts val="0"/>
              </a:spcAft>
              <a:buFont typeface="+mj-lt"/>
              <a:buAutoNum type="arabicPeriod"/>
            </a:pPr>
            <a:r>
              <a:rPr lang="en-US" sz="1800" dirty="0"/>
              <a:t>If they shoot an empty cell or not shoot the enemy, they lose.</a:t>
            </a:r>
          </a:p>
          <a:p>
            <a:pPr marL="0" indent="0">
              <a:buNone/>
            </a:pPr>
            <a:endParaRPr lang="en-US" sz="1800" dirty="0"/>
          </a:p>
          <a:p>
            <a:pPr marL="0" indent="0">
              <a:buNone/>
            </a:pPr>
            <a:endParaRPr lang="en-NL" sz="1800" dirty="0"/>
          </a:p>
        </p:txBody>
      </p:sp>
      <p:sp>
        <p:nvSpPr>
          <p:cNvPr id="15" name="Rectangle 14">
            <a:extLst>
              <a:ext uri="{FF2B5EF4-FFF2-40B4-BE49-F238E27FC236}">
                <a16:creationId xmlns:a16="http://schemas.microsoft.com/office/drawing/2014/main" id="{F47FF262-E05B-6B4F-AA47-7B2994B29387}"/>
              </a:ext>
            </a:extLst>
          </p:cNvPr>
          <p:cNvSpPr/>
          <p:nvPr/>
        </p:nvSpPr>
        <p:spPr>
          <a:xfrm>
            <a:off x="7121467" y="1352489"/>
            <a:ext cx="923827" cy="1542207"/>
          </a:xfrm>
          <a:prstGeom prst="rect">
            <a:avLst/>
          </a:prstGeom>
          <a:solidFill>
            <a:schemeClr val="bg1"/>
          </a:solidFill>
        </p:spPr>
        <p:txBody>
          <a:bodyPr vert="horz" lIns="0" tIns="0" rIns="0" bIns="0" spcCol="324000" rtlCol="0">
            <a:noAutofit/>
          </a:bodyPr>
          <a:lstStyle/>
          <a:p>
            <a:pPr defTabSz="183600">
              <a:spcAft>
                <a:spcPts val="600"/>
              </a:spcAft>
              <a:buClr>
                <a:srgbClr val="000000"/>
              </a:buClr>
              <a:buSzPct val="75000"/>
            </a:pPr>
            <a:endParaRPr lang="en-NL" sz="1400" dirty="0" err="1">
              <a:latin typeface="Calibri" panose="020F0502020204030204" pitchFamily="34" charset="0"/>
              <a:cs typeface="Calibri Light" panose="020F0302020204030204" pitchFamily="34" charset="0"/>
            </a:endParaRPr>
          </a:p>
        </p:txBody>
      </p:sp>
      <p:sp>
        <p:nvSpPr>
          <p:cNvPr id="16" name="Rectangle 15">
            <a:extLst>
              <a:ext uri="{FF2B5EF4-FFF2-40B4-BE49-F238E27FC236}">
                <a16:creationId xmlns:a16="http://schemas.microsoft.com/office/drawing/2014/main" id="{CEC4FD15-7EB7-AFCB-E168-91D5821D31D2}"/>
              </a:ext>
            </a:extLst>
          </p:cNvPr>
          <p:cNvSpPr/>
          <p:nvPr/>
        </p:nvSpPr>
        <p:spPr>
          <a:xfrm>
            <a:off x="1554866" y="3822325"/>
            <a:ext cx="2786343" cy="1058195"/>
          </a:xfrm>
          <a:prstGeom prst="rect">
            <a:avLst/>
          </a:prstGeom>
          <a:solidFill>
            <a:schemeClr val="bg2">
              <a:lumMod val="90000"/>
            </a:schemeClr>
          </a:solidFill>
        </p:spPr>
        <p:txBody>
          <a:bodyPr vert="horz" lIns="0" tIns="0" rIns="0" bIns="0" spcCol="324000" rtlCol="0">
            <a:noAutofit/>
          </a:bodyPr>
          <a:lstStyle/>
          <a:p>
            <a:pPr defTabSz="183600">
              <a:spcAft>
                <a:spcPts val="600"/>
              </a:spcAft>
              <a:buClr>
                <a:srgbClr val="000000"/>
              </a:buClr>
              <a:buSzPct val="75000"/>
            </a:pPr>
            <a:r>
              <a:rPr lang="en-US" sz="1800" dirty="0">
                <a:latin typeface="Calibri" panose="020F0502020204030204" pitchFamily="34" charset="0"/>
                <a:cs typeface="Calibri Light" panose="020F0302020204030204" pitchFamily="34" charset="0"/>
              </a:rPr>
              <a:t>Winning is:</a:t>
            </a:r>
          </a:p>
          <a:p>
            <a:pPr marL="285750" indent="-285750" defTabSz="183600">
              <a:spcAft>
                <a:spcPts val="600"/>
              </a:spcAft>
              <a:buClr>
                <a:srgbClr val="000000"/>
              </a:buClr>
              <a:buSzPct val="75000"/>
              <a:buFontTx/>
              <a:buChar char="-"/>
            </a:pPr>
            <a:r>
              <a:rPr lang="en-US" sz="1800" dirty="0">
                <a:latin typeface="Calibri" panose="020F0502020204030204" pitchFamily="34" charset="0"/>
                <a:cs typeface="Calibri Light" panose="020F0302020204030204" pitchFamily="34" charset="0"/>
              </a:rPr>
              <a:t>Shoot the enemy</a:t>
            </a:r>
          </a:p>
          <a:p>
            <a:pPr marL="285750" indent="-285750" defTabSz="183600">
              <a:spcAft>
                <a:spcPts val="600"/>
              </a:spcAft>
              <a:buClr>
                <a:srgbClr val="000000"/>
              </a:buClr>
              <a:buSzPct val="75000"/>
              <a:buFontTx/>
              <a:buChar char="-"/>
            </a:pPr>
            <a:r>
              <a:rPr lang="en-US" sz="1800" dirty="0">
                <a:latin typeface="Calibri" panose="020F0502020204030204" pitchFamily="34" charset="0"/>
                <a:cs typeface="Calibri Light" panose="020F0302020204030204" pitchFamily="34" charset="0"/>
              </a:rPr>
              <a:t>Not shoot an empty cell</a:t>
            </a:r>
            <a:endParaRPr lang="en-NL" sz="1800" dirty="0" err="1">
              <a:latin typeface="Calibri" panose="020F0502020204030204" pitchFamily="34" charset="0"/>
              <a:cs typeface="Calibri Light" panose="020F0302020204030204" pitchFamily="34" charset="0"/>
            </a:endParaRPr>
          </a:p>
        </p:txBody>
      </p:sp>
      <p:cxnSp>
        <p:nvCxnSpPr>
          <p:cNvPr id="18" name="Straight Connector 17">
            <a:extLst>
              <a:ext uri="{FF2B5EF4-FFF2-40B4-BE49-F238E27FC236}">
                <a16:creationId xmlns:a16="http://schemas.microsoft.com/office/drawing/2014/main" id="{7C4979D6-CC25-3FEF-C66B-E3739E9B64BD}"/>
              </a:ext>
            </a:extLst>
          </p:cNvPr>
          <p:cNvCxnSpPr/>
          <p:nvPr/>
        </p:nvCxnSpPr>
        <p:spPr>
          <a:xfrm>
            <a:off x="808129" y="5200728"/>
            <a:ext cx="7598004"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9B1B8E4F-6F43-5E19-1429-4C2F6BD373D2}"/>
              </a:ext>
            </a:extLst>
          </p:cNvPr>
          <p:cNvGraphicFramePr>
            <a:graphicFrameLocks noGrp="1"/>
          </p:cNvGraphicFramePr>
          <p:nvPr>
            <p:extLst>
              <p:ext uri="{D42A27DB-BD31-4B8C-83A1-F6EECF244321}">
                <p14:modId xmlns:p14="http://schemas.microsoft.com/office/powerpoint/2010/main" val="101427325"/>
              </p:ext>
            </p:extLst>
          </p:nvPr>
        </p:nvGraphicFramePr>
        <p:xfrm>
          <a:off x="1348389" y="942016"/>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graphicFrame>
        <p:nvGraphicFramePr>
          <p:cNvPr id="8" name="Table 7">
            <a:extLst>
              <a:ext uri="{FF2B5EF4-FFF2-40B4-BE49-F238E27FC236}">
                <a16:creationId xmlns:a16="http://schemas.microsoft.com/office/drawing/2014/main" id="{BCF7B9E9-A44D-332A-C921-8BCDFE8E0F64}"/>
              </a:ext>
            </a:extLst>
          </p:cNvPr>
          <p:cNvGraphicFramePr>
            <a:graphicFrameLocks noGrp="1"/>
          </p:cNvGraphicFramePr>
          <p:nvPr>
            <p:extLst>
              <p:ext uri="{D42A27DB-BD31-4B8C-83A1-F6EECF244321}">
                <p14:modId xmlns:p14="http://schemas.microsoft.com/office/powerpoint/2010/main" val="1114888375"/>
              </p:ext>
            </p:extLst>
          </p:nvPr>
        </p:nvGraphicFramePr>
        <p:xfrm>
          <a:off x="1348389" y="942016"/>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sp>
        <p:nvSpPr>
          <p:cNvPr id="12" name="Star: 5 Points 11">
            <a:extLst>
              <a:ext uri="{FF2B5EF4-FFF2-40B4-BE49-F238E27FC236}">
                <a16:creationId xmlns:a16="http://schemas.microsoft.com/office/drawing/2014/main" id="{E5AC2301-4104-D35B-FA1C-CFA3BEF781CF}"/>
              </a:ext>
            </a:extLst>
          </p:cNvPr>
          <p:cNvSpPr/>
          <p:nvPr/>
        </p:nvSpPr>
        <p:spPr>
          <a:xfrm>
            <a:off x="1417216"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7" name="Star: 5 Points 16">
            <a:extLst>
              <a:ext uri="{FF2B5EF4-FFF2-40B4-BE49-F238E27FC236}">
                <a16:creationId xmlns:a16="http://schemas.microsoft.com/office/drawing/2014/main" id="{D7303C4D-FDFE-524E-63B1-FF34FBE4DBF8}"/>
              </a:ext>
            </a:extLst>
          </p:cNvPr>
          <p:cNvSpPr/>
          <p:nvPr/>
        </p:nvSpPr>
        <p:spPr>
          <a:xfrm>
            <a:off x="1864583"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 name="Star: 5 Points 19">
            <a:extLst>
              <a:ext uri="{FF2B5EF4-FFF2-40B4-BE49-F238E27FC236}">
                <a16:creationId xmlns:a16="http://schemas.microsoft.com/office/drawing/2014/main" id="{63D79076-6334-E6E3-8DA4-00595286C27B}"/>
              </a:ext>
            </a:extLst>
          </p:cNvPr>
          <p:cNvSpPr/>
          <p:nvPr/>
        </p:nvSpPr>
        <p:spPr>
          <a:xfrm>
            <a:off x="2796887"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2" name="Star: 5 Points 21">
            <a:extLst>
              <a:ext uri="{FF2B5EF4-FFF2-40B4-BE49-F238E27FC236}">
                <a16:creationId xmlns:a16="http://schemas.microsoft.com/office/drawing/2014/main" id="{28E0FF37-EAAC-BF73-2461-63CA68E2DE99}"/>
              </a:ext>
            </a:extLst>
          </p:cNvPr>
          <p:cNvSpPr/>
          <p:nvPr/>
        </p:nvSpPr>
        <p:spPr>
          <a:xfrm>
            <a:off x="1417215" y="148770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4" name="Star: 5 Points 23">
            <a:extLst>
              <a:ext uri="{FF2B5EF4-FFF2-40B4-BE49-F238E27FC236}">
                <a16:creationId xmlns:a16="http://schemas.microsoft.com/office/drawing/2014/main" id="{28CDB2CA-3940-2B55-05B6-E4239B966A7E}"/>
              </a:ext>
            </a:extLst>
          </p:cNvPr>
          <p:cNvSpPr/>
          <p:nvPr/>
        </p:nvSpPr>
        <p:spPr>
          <a:xfrm>
            <a:off x="2359351" y="1487708"/>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6" name="Star: 5 Points 25">
            <a:extLst>
              <a:ext uri="{FF2B5EF4-FFF2-40B4-BE49-F238E27FC236}">
                <a16:creationId xmlns:a16="http://schemas.microsoft.com/office/drawing/2014/main" id="{5A23A37F-033B-52B8-A98A-B6009EFA717A}"/>
              </a:ext>
            </a:extLst>
          </p:cNvPr>
          <p:cNvSpPr/>
          <p:nvPr/>
        </p:nvSpPr>
        <p:spPr>
          <a:xfrm>
            <a:off x="1877571" y="1881347"/>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8" name="Star: 5 Points 27">
            <a:extLst>
              <a:ext uri="{FF2B5EF4-FFF2-40B4-BE49-F238E27FC236}">
                <a16:creationId xmlns:a16="http://schemas.microsoft.com/office/drawing/2014/main" id="{1ABDA00E-EFA9-C90D-3818-226ED09A7E5F}"/>
              </a:ext>
            </a:extLst>
          </p:cNvPr>
          <p:cNvSpPr/>
          <p:nvPr/>
        </p:nvSpPr>
        <p:spPr>
          <a:xfrm>
            <a:off x="2359350" y="1881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0" name="Star: 5 Points 29">
            <a:extLst>
              <a:ext uri="{FF2B5EF4-FFF2-40B4-BE49-F238E27FC236}">
                <a16:creationId xmlns:a16="http://schemas.microsoft.com/office/drawing/2014/main" id="{A8A19EAD-19AB-7E06-E322-27264813C059}"/>
              </a:ext>
            </a:extLst>
          </p:cNvPr>
          <p:cNvSpPr/>
          <p:nvPr/>
        </p:nvSpPr>
        <p:spPr>
          <a:xfrm>
            <a:off x="2796887" y="1881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2" name="Star: 5 Points 31">
            <a:extLst>
              <a:ext uri="{FF2B5EF4-FFF2-40B4-BE49-F238E27FC236}">
                <a16:creationId xmlns:a16="http://schemas.microsoft.com/office/drawing/2014/main" id="{31FCAF18-BB19-EE6E-13CC-0F9BC46B5C35}"/>
              </a:ext>
            </a:extLst>
          </p:cNvPr>
          <p:cNvSpPr/>
          <p:nvPr/>
        </p:nvSpPr>
        <p:spPr>
          <a:xfrm>
            <a:off x="1417215" y="2308703"/>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4" name="Star: 5 Points 33">
            <a:extLst>
              <a:ext uri="{FF2B5EF4-FFF2-40B4-BE49-F238E27FC236}">
                <a16:creationId xmlns:a16="http://schemas.microsoft.com/office/drawing/2014/main" id="{99032F47-2404-225E-9C2E-8E94B8BC6FC8}"/>
              </a:ext>
            </a:extLst>
          </p:cNvPr>
          <p:cNvSpPr/>
          <p:nvPr/>
        </p:nvSpPr>
        <p:spPr>
          <a:xfrm>
            <a:off x="2359350" y="2308703"/>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aphicFrame>
        <p:nvGraphicFramePr>
          <p:cNvPr id="35" name="Table 34">
            <a:extLst>
              <a:ext uri="{FF2B5EF4-FFF2-40B4-BE49-F238E27FC236}">
                <a16:creationId xmlns:a16="http://schemas.microsoft.com/office/drawing/2014/main" id="{9587D663-FAE9-B0AD-A97B-5C39DC99DBC2}"/>
              </a:ext>
            </a:extLst>
          </p:cNvPr>
          <p:cNvGraphicFramePr>
            <a:graphicFrameLocks noGrp="1"/>
          </p:cNvGraphicFramePr>
          <p:nvPr>
            <p:extLst>
              <p:ext uri="{D42A27DB-BD31-4B8C-83A1-F6EECF244321}">
                <p14:modId xmlns:p14="http://schemas.microsoft.com/office/powerpoint/2010/main" val="385637029"/>
              </p:ext>
            </p:extLst>
          </p:nvPr>
        </p:nvGraphicFramePr>
        <p:xfrm>
          <a:off x="6112962" y="963407"/>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pPr algn="ctr"/>
                      <a:r>
                        <a:rPr lang="en-GB" dirty="0">
                          <a:solidFill>
                            <a:schemeClr val="bg1">
                              <a:lumMod val="75000"/>
                            </a:schemeClr>
                          </a:solidFill>
                        </a:rPr>
                        <a:t>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3</a:t>
                      </a:r>
                      <a:endParaRPr lang="en-NL" dirty="0">
                        <a:solidFill>
                          <a:schemeClr val="bg1">
                            <a:lumMod val="75000"/>
                          </a:schemeClr>
                        </a:solidFill>
                      </a:endParaRPr>
                    </a:p>
                  </a:txBody>
                  <a:tcPr anchor="ctr"/>
                </a:tc>
                <a:extLst>
                  <a:ext uri="{0D108BD9-81ED-4DB2-BD59-A6C34878D82A}">
                    <a16:rowId xmlns:a16="http://schemas.microsoft.com/office/drawing/2014/main" val="285481043"/>
                  </a:ext>
                </a:extLst>
              </a:tr>
              <a:tr h="430417">
                <a:tc>
                  <a:txBody>
                    <a:bodyPr/>
                    <a:lstStyle/>
                    <a:p>
                      <a:pPr algn="ctr"/>
                      <a:r>
                        <a:rPr lang="en-GB" dirty="0">
                          <a:solidFill>
                            <a:schemeClr val="bg1">
                              <a:lumMod val="75000"/>
                            </a:schemeClr>
                          </a:solidFill>
                        </a:rPr>
                        <a:t>4</a:t>
                      </a:r>
                      <a:endParaRPr lang="en-NL" dirty="0">
                        <a:solidFill>
                          <a:schemeClr val="bg1">
                            <a:lumMod val="75000"/>
                          </a:schemeClr>
                        </a:solidFill>
                      </a:endParaRPr>
                    </a:p>
                  </a:txBody>
                  <a:tcPr anchor="ctr"/>
                </a:tc>
                <a:tc>
                  <a:txBody>
                    <a:bodyPr/>
                    <a:lstStyle/>
                    <a:p>
                      <a:pPr algn="ct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6</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7</a:t>
                      </a:r>
                      <a:endParaRPr lang="en-NL" dirty="0">
                        <a:solidFill>
                          <a:schemeClr val="bg1">
                            <a:lumMod val="75000"/>
                          </a:schemeClr>
                        </a:solidFill>
                      </a:endParaRPr>
                    </a:p>
                  </a:txBody>
                  <a:tcPr anchor="ctr"/>
                </a:tc>
                <a:extLst>
                  <a:ext uri="{0D108BD9-81ED-4DB2-BD59-A6C34878D82A}">
                    <a16:rowId xmlns:a16="http://schemas.microsoft.com/office/drawing/2014/main" val="1765123310"/>
                  </a:ext>
                </a:extLst>
              </a:tr>
              <a:tr h="430417">
                <a:tc>
                  <a:txBody>
                    <a:bodyPr/>
                    <a:lstStyle/>
                    <a:p>
                      <a:pPr algn="ctr"/>
                      <a:r>
                        <a:rPr lang="en-GB" dirty="0">
                          <a:solidFill>
                            <a:schemeClr val="bg1">
                              <a:lumMod val="75000"/>
                            </a:schemeClr>
                          </a:solidFill>
                        </a:rPr>
                        <a:t>8</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9</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11</a:t>
                      </a:r>
                      <a:endParaRPr lang="en-NL" dirty="0">
                        <a:solidFill>
                          <a:schemeClr val="bg1">
                            <a:lumMod val="75000"/>
                          </a:schemeClr>
                        </a:solidFill>
                      </a:endParaRPr>
                    </a:p>
                  </a:txBody>
                  <a:tcPr anchor="ctr"/>
                </a:tc>
                <a:extLst>
                  <a:ext uri="{0D108BD9-81ED-4DB2-BD59-A6C34878D82A}">
                    <a16:rowId xmlns:a16="http://schemas.microsoft.com/office/drawing/2014/main" val="1553208812"/>
                  </a:ext>
                </a:extLst>
              </a:tr>
              <a:tr h="430417">
                <a:tc>
                  <a:txBody>
                    <a:bodyPr/>
                    <a:lstStyle/>
                    <a:p>
                      <a:pPr algn="ctr"/>
                      <a:r>
                        <a:rPr lang="en-GB" dirty="0">
                          <a:solidFill>
                            <a:schemeClr val="bg1">
                              <a:lumMod val="75000"/>
                            </a:schemeClr>
                          </a:solidFill>
                        </a:rPr>
                        <a:t>12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13</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14</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15</a:t>
                      </a:r>
                      <a:endParaRPr lang="en-NL" dirty="0">
                        <a:solidFill>
                          <a:schemeClr val="bg1">
                            <a:lumMod val="75000"/>
                          </a:schemeClr>
                        </a:solidFill>
                      </a:endParaRPr>
                    </a:p>
                  </a:txBody>
                  <a:tcPr anchor="ctr"/>
                </a:tc>
                <a:extLst>
                  <a:ext uri="{0D108BD9-81ED-4DB2-BD59-A6C34878D82A}">
                    <a16:rowId xmlns:a16="http://schemas.microsoft.com/office/drawing/2014/main" val="313605339"/>
                  </a:ext>
                </a:extLst>
              </a:tr>
            </a:tbl>
          </a:graphicData>
        </a:graphic>
      </p:graphicFrame>
      <p:grpSp>
        <p:nvGrpSpPr>
          <p:cNvPr id="36" name="Group 35">
            <a:extLst>
              <a:ext uri="{FF2B5EF4-FFF2-40B4-BE49-F238E27FC236}">
                <a16:creationId xmlns:a16="http://schemas.microsoft.com/office/drawing/2014/main" id="{467739B5-50C9-A3BE-BEC8-43274BDA4BE9}"/>
              </a:ext>
            </a:extLst>
          </p:cNvPr>
          <p:cNvGrpSpPr/>
          <p:nvPr/>
        </p:nvGrpSpPr>
        <p:grpSpPr>
          <a:xfrm>
            <a:off x="6653735" y="1479603"/>
            <a:ext cx="265471" cy="265471"/>
            <a:chOff x="5181600" y="1793363"/>
            <a:chExt cx="265471" cy="265471"/>
          </a:xfrm>
        </p:grpSpPr>
        <p:sp>
          <p:nvSpPr>
            <p:cNvPr id="37" name="Oval 36">
              <a:extLst>
                <a:ext uri="{FF2B5EF4-FFF2-40B4-BE49-F238E27FC236}">
                  <a16:creationId xmlns:a16="http://schemas.microsoft.com/office/drawing/2014/main" id="{3BED04A2-6B4A-A5D0-BD7D-6E5F5DF6E1BC}"/>
                </a:ext>
              </a:extLst>
            </p:cNvPr>
            <p:cNvSpPr/>
            <p:nvPr/>
          </p:nvSpPr>
          <p:spPr>
            <a:xfrm>
              <a:off x="5181600" y="1793363"/>
              <a:ext cx="265471" cy="265471"/>
            </a:xfrm>
            <a:prstGeom prst="ellipse">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8" name="Oval 37">
              <a:extLst>
                <a:ext uri="{FF2B5EF4-FFF2-40B4-BE49-F238E27FC236}">
                  <a16:creationId xmlns:a16="http://schemas.microsoft.com/office/drawing/2014/main" id="{D9165804-2F16-5E28-000A-880FCC458AF2}"/>
                </a:ext>
              </a:extLst>
            </p:cNvPr>
            <p:cNvSpPr/>
            <p:nvPr/>
          </p:nvSpPr>
          <p:spPr>
            <a:xfrm>
              <a:off x="5247968" y="1859731"/>
              <a:ext cx="132734" cy="132734"/>
            </a:xfrm>
            <a:prstGeom prst="ellipse">
              <a:avLst/>
            </a:prstGeom>
            <a:noFill/>
            <a:ln w="381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sp>
        <p:nvSpPr>
          <p:cNvPr id="53" name="TextBox 52">
            <a:extLst>
              <a:ext uri="{FF2B5EF4-FFF2-40B4-BE49-F238E27FC236}">
                <a16:creationId xmlns:a16="http://schemas.microsoft.com/office/drawing/2014/main" id="{55A73950-DC57-C450-9811-B6F59D4B66E3}"/>
              </a:ext>
            </a:extLst>
          </p:cNvPr>
          <p:cNvSpPr txBox="1"/>
          <p:nvPr/>
        </p:nvSpPr>
        <p:spPr>
          <a:xfrm>
            <a:off x="1237953" y="415596"/>
            <a:ext cx="883873" cy="525401"/>
          </a:xfrm>
          <a:prstGeom prst="rect">
            <a:avLst/>
          </a:prstGeom>
          <a:noFill/>
          <a:ln>
            <a:noFill/>
          </a:ln>
        </p:spPr>
        <p:txBody>
          <a:bodyPr wrap="none" lIns="90000" tIns="46800" rIns="90000" bIns="46800" rtlCol="0">
            <a:spAutoFit/>
          </a:bodyPr>
          <a:lstStyle/>
          <a:p>
            <a:pPr>
              <a:spcAft>
                <a:spcPts val="600"/>
              </a:spcAft>
              <a:buSzPct val="75000"/>
            </a:pPr>
            <a:r>
              <a:rPr lang="en-US" sz="2800" dirty="0">
                <a:solidFill>
                  <a:schemeClr val="tx2"/>
                </a:solidFill>
              </a:rPr>
              <a:t>Alice</a:t>
            </a:r>
            <a:endParaRPr lang="en-NL" sz="2800" dirty="0">
              <a:solidFill>
                <a:schemeClr val="tx2"/>
              </a:solidFill>
            </a:endParaRPr>
          </a:p>
        </p:txBody>
      </p:sp>
      <p:sp>
        <p:nvSpPr>
          <p:cNvPr id="55" name="TextBox 54">
            <a:extLst>
              <a:ext uri="{FF2B5EF4-FFF2-40B4-BE49-F238E27FC236}">
                <a16:creationId xmlns:a16="http://schemas.microsoft.com/office/drawing/2014/main" id="{E6335A92-6272-9843-E302-998D92995032}"/>
              </a:ext>
            </a:extLst>
          </p:cNvPr>
          <p:cNvSpPr txBox="1"/>
          <p:nvPr/>
        </p:nvSpPr>
        <p:spPr>
          <a:xfrm>
            <a:off x="6035333" y="436987"/>
            <a:ext cx="755633" cy="525401"/>
          </a:xfrm>
          <a:prstGeom prst="rect">
            <a:avLst/>
          </a:prstGeom>
          <a:noFill/>
          <a:ln>
            <a:noFill/>
          </a:ln>
        </p:spPr>
        <p:txBody>
          <a:bodyPr wrap="none" lIns="90000" tIns="46800" rIns="90000" bIns="46800" rtlCol="0">
            <a:spAutoFit/>
          </a:bodyPr>
          <a:lstStyle/>
          <a:p>
            <a:pPr>
              <a:spcAft>
                <a:spcPts val="600"/>
              </a:spcAft>
              <a:buSzPct val="75000"/>
            </a:pPr>
            <a:r>
              <a:rPr lang="en-US" sz="2800" dirty="0">
                <a:solidFill>
                  <a:schemeClr val="tx2"/>
                </a:solidFill>
              </a:rPr>
              <a:t>Bob</a:t>
            </a:r>
            <a:endParaRPr lang="en-NL" sz="2800" dirty="0">
              <a:solidFill>
                <a:schemeClr val="tx2"/>
              </a:solidFill>
            </a:endParaRPr>
          </a:p>
        </p:txBody>
      </p:sp>
      <p:sp>
        <p:nvSpPr>
          <p:cNvPr id="57" name="TextBox 56">
            <a:extLst>
              <a:ext uri="{FF2B5EF4-FFF2-40B4-BE49-F238E27FC236}">
                <a16:creationId xmlns:a16="http://schemas.microsoft.com/office/drawing/2014/main" id="{AEA2BC47-6B85-4492-BED6-11F9F6B4A247}"/>
              </a:ext>
            </a:extLst>
          </p:cNvPr>
          <p:cNvSpPr txBox="1"/>
          <p:nvPr/>
        </p:nvSpPr>
        <p:spPr>
          <a:xfrm>
            <a:off x="1303749" y="2718221"/>
            <a:ext cx="2852753" cy="925511"/>
          </a:xfrm>
          <a:prstGeom prst="rect">
            <a:avLst/>
          </a:prstGeom>
          <a:noFill/>
          <a:ln>
            <a:noFill/>
          </a:ln>
        </p:spPr>
        <p:txBody>
          <a:bodyPr wrap="square" lIns="90000" tIns="46800" rIns="90000" bIns="46800" rtlCol="0">
            <a:spAutoFit/>
          </a:bodyPr>
          <a:lstStyle/>
          <a:p>
            <a:pPr>
              <a:spcAft>
                <a:spcPts val="600"/>
              </a:spcAft>
              <a:buSzPct val="75000"/>
            </a:pPr>
            <a:r>
              <a:rPr lang="en-US" sz="1800" dirty="0"/>
              <a:t>Alice knows the location of the enemy ships (and Bob does not).</a:t>
            </a:r>
            <a:endParaRPr lang="en-NL" sz="1800" dirty="0"/>
          </a:p>
        </p:txBody>
      </p:sp>
      <p:sp>
        <p:nvSpPr>
          <p:cNvPr id="59" name="TextBox 58">
            <a:extLst>
              <a:ext uri="{FF2B5EF4-FFF2-40B4-BE49-F238E27FC236}">
                <a16:creationId xmlns:a16="http://schemas.microsoft.com/office/drawing/2014/main" id="{AE0B185C-D60E-4F2A-E1BE-5B676149DE70}"/>
              </a:ext>
            </a:extLst>
          </p:cNvPr>
          <p:cNvSpPr txBox="1"/>
          <p:nvPr/>
        </p:nvSpPr>
        <p:spPr>
          <a:xfrm>
            <a:off x="6040007" y="2718221"/>
            <a:ext cx="2249297" cy="925511"/>
          </a:xfrm>
          <a:prstGeom prst="rect">
            <a:avLst/>
          </a:prstGeom>
          <a:noFill/>
          <a:ln>
            <a:noFill/>
          </a:ln>
        </p:spPr>
        <p:txBody>
          <a:bodyPr wrap="square" lIns="90000" tIns="46800" rIns="90000" bIns="46800" rtlCol="0">
            <a:spAutoFit/>
          </a:bodyPr>
          <a:lstStyle/>
          <a:p>
            <a:pPr>
              <a:spcAft>
                <a:spcPts val="600"/>
              </a:spcAft>
              <a:buSzPct val="75000"/>
            </a:pPr>
            <a:r>
              <a:rPr lang="en-US" sz="1800" dirty="0"/>
              <a:t>Bob knows where the gun is pointing (and Alice does not).</a:t>
            </a:r>
            <a:endParaRPr lang="en-NL" sz="1800" dirty="0"/>
          </a:p>
        </p:txBody>
      </p:sp>
      <p:cxnSp>
        <p:nvCxnSpPr>
          <p:cNvPr id="61" name="Straight Arrow Connector 60">
            <a:extLst>
              <a:ext uri="{FF2B5EF4-FFF2-40B4-BE49-F238E27FC236}">
                <a16:creationId xmlns:a16="http://schemas.microsoft.com/office/drawing/2014/main" id="{FA4F5821-67E8-04D2-654B-642DADDC0558}"/>
              </a:ext>
            </a:extLst>
          </p:cNvPr>
          <p:cNvCxnSpPr/>
          <p:nvPr/>
        </p:nvCxnSpPr>
        <p:spPr>
          <a:xfrm>
            <a:off x="3905655" y="1802850"/>
            <a:ext cx="133268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0E9AAA22-96B9-E3A7-B8FD-F768083E0692}"/>
              </a:ext>
            </a:extLst>
          </p:cNvPr>
          <p:cNvSpPr txBox="1"/>
          <p:nvPr/>
        </p:nvSpPr>
        <p:spPr>
          <a:xfrm>
            <a:off x="3429010" y="1280078"/>
            <a:ext cx="2456162" cy="371513"/>
          </a:xfrm>
          <a:prstGeom prst="rect">
            <a:avLst/>
          </a:prstGeom>
          <a:noFill/>
          <a:ln>
            <a:noFill/>
          </a:ln>
        </p:spPr>
        <p:txBody>
          <a:bodyPr wrap="square" lIns="90000" tIns="46800" rIns="90000" bIns="46800" rtlCol="0">
            <a:spAutoFit/>
          </a:bodyPr>
          <a:lstStyle/>
          <a:p>
            <a:pPr>
              <a:spcAft>
                <a:spcPts val="600"/>
              </a:spcAft>
              <a:buSzPct val="75000"/>
            </a:pPr>
            <a:r>
              <a:rPr lang="en-US" sz="1800" dirty="0"/>
              <a:t>One bit communication</a:t>
            </a:r>
            <a:endParaRPr lang="en-NL" sz="1800" dirty="0"/>
          </a:p>
        </p:txBody>
      </p:sp>
      <p:sp>
        <p:nvSpPr>
          <p:cNvPr id="65" name="TextBox 64">
            <a:extLst>
              <a:ext uri="{FF2B5EF4-FFF2-40B4-BE49-F238E27FC236}">
                <a16:creationId xmlns:a16="http://schemas.microsoft.com/office/drawing/2014/main" id="{53D2752F-3E99-A0F9-8E29-41BE17FF8091}"/>
              </a:ext>
            </a:extLst>
          </p:cNvPr>
          <p:cNvSpPr txBox="1"/>
          <p:nvPr/>
        </p:nvSpPr>
        <p:spPr>
          <a:xfrm>
            <a:off x="4772115" y="3947960"/>
            <a:ext cx="2249297" cy="463846"/>
          </a:xfrm>
          <a:prstGeom prst="rect">
            <a:avLst/>
          </a:prstGeom>
          <a:noFill/>
          <a:ln>
            <a:noFill/>
          </a:ln>
        </p:spPr>
        <p:txBody>
          <a:bodyPr wrap="square" lIns="90000" tIns="46800" rIns="90000" bIns="46800" rtlCol="0">
            <a:spAutoFit/>
          </a:bodyPr>
          <a:lstStyle/>
          <a:p>
            <a:pPr>
              <a:spcAft>
                <a:spcPts val="600"/>
              </a:spcAft>
              <a:buSzPct val="75000"/>
            </a:pPr>
            <a:r>
              <a:rPr lang="en-US" sz="2400" b="1" dirty="0">
                <a:solidFill>
                  <a:schemeClr val="tx2"/>
                </a:solidFill>
              </a:rPr>
              <a:t>Bob to decide: </a:t>
            </a:r>
            <a:endParaRPr lang="en-NL" sz="2400" b="1" dirty="0">
              <a:solidFill>
                <a:schemeClr val="tx2"/>
              </a:solidFill>
            </a:endParaRPr>
          </a:p>
        </p:txBody>
      </p:sp>
      <p:sp>
        <p:nvSpPr>
          <p:cNvPr id="69" name="TextBox 68">
            <a:extLst>
              <a:ext uri="{FF2B5EF4-FFF2-40B4-BE49-F238E27FC236}">
                <a16:creationId xmlns:a16="http://schemas.microsoft.com/office/drawing/2014/main" id="{43F19BBD-2F1C-6E9F-4E8E-61726D01E877}"/>
              </a:ext>
            </a:extLst>
          </p:cNvPr>
          <p:cNvSpPr txBox="1"/>
          <p:nvPr/>
        </p:nvSpPr>
        <p:spPr>
          <a:xfrm>
            <a:off x="6928677" y="3791565"/>
            <a:ext cx="1309406" cy="371513"/>
          </a:xfrm>
          <a:prstGeom prst="rect">
            <a:avLst/>
          </a:prstGeom>
          <a:noFill/>
          <a:ln w="12700">
            <a:solidFill>
              <a:schemeClr val="tx1"/>
            </a:solidFill>
          </a:ln>
        </p:spPr>
        <p:txBody>
          <a:bodyPr wrap="square" lIns="90000" tIns="46800" rIns="90000" bIns="46800" rtlCol="0">
            <a:spAutoFit/>
          </a:bodyPr>
          <a:lstStyle/>
          <a:p>
            <a:pPr>
              <a:spcAft>
                <a:spcPts val="600"/>
              </a:spcAft>
              <a:buSzPct val="75000"/>
            </a:pPr>
            <a:r>
              <a:rPr lang="en-US" sz="1800" dirty="0"/>
              <a:t>Shoot</a:t>
            </a:r>
            <a:endParaRPr lang="en-NL" sz="1800" dirty="0"/>
          </a:p>
        </p:txBody>
      </p:sp>
      <p:sp>
        <p:nvSpPr>
          <p:cNvPr id="71" name="TextBox 70">
            <a:extLst>
              <a:ext uri="{FF2B5EF4-FFF2-40B4-BE49-F238E27FC236}">
                <a16:creationId xmlns:a16="http://schemas.microsoft.com/office/drawing/2014/main" id="{4E9081CA-4DE0-4037-54FD-C906148BA537}"/>
              </a:ext>
            </a:extLst>
          </p:cNvPr>
          <p:cNvSpPr txBox="1"/>
          <p:nvPr/>
        </p:nvSpPr>
        <p:spPr>
          <a:xfrm>
            <a:off x="6928677" y="4255151"/>
            <a:ext cx="1309406" cy="371513"/>
          </a:xfrm>
          <a:prstGeom prst="rect">
            <a:avLst/>
          </a:prstGeom>
          <a:noFill/>
          <a:ln w="12700">
            <a:solidFill>
              <a:schemeClr val="tx1"/>
            </a:solidFill>
          </a:ln>
        </p:spPr>
        <p:txBody>
          <a:bodyPr wrap="square" lIns="90000" tIns="46800" rIns="90000" bIns="46800" rtlCol="0">
            <a:spAutoFit/>
          </a:bodyPr>
          <a:lstStyle/>
          <a:p>
            <a:pPr>
              <a:spcAft>
                <a:spcPts val="600"/>
              </a:spcAft>
              <a:buSzPct val="75000"/>
            </a:pPr>
            <a:r>
              <a:rPr lang="en-US" sz="1800" dirty="0"/>
              <a:t>No shoot</a:t>
            </a:r>
            <a:endParaRPr lang="en-NL" sz="1800" dirty="0"/>
          </a:p>
        </p:txBody>
      </p:sp>
    </p:spTree>
    <p:extLst>
      <p:ext uri="{BB962C8B-B14F-4D97-AF65-F5344CB8AC3E}">
        <p14:creationId xmlns:p14="http://schemas.microsoft.com/office/powerpoint/2010/main" val="146326299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746DBE-DC70-A4FE-FD40-C2F146C9A14A}"/>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16C6635D-11F2-F50F-79C7-460CE00EFBAC}"/>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3</a:t>
            </a:fld>
            <a:endParaRPr lang="en-US" dirty="0"/>
          </a:p>
        </p:txBody>
      </p:sp>
      <p:sp>
        <p:nvSpPr>
          <p:cNvPr id="4" name="Text Placeholder 3">
            <a:extLst>
              <a:ext uri="{FF2B5EF4-FFF2-40B4-BE49-F238E27FC236}">
                <a16:creationId xmlns:a16="http://schemas.microsoft.com/office/drawing/2014/main" id="{97B8C96A-6455-2C89-06A9-27F6B2DA14C3}"/>
              </a:ext>
            </a:extLst>
          </p:cNvPr>
          <p:cNvSpPr>
            <a:spLocks noGrp="1"/>
          </p:cNvSpPr>
          <p:nvPr>
            <p:ph type="body" sz="quarter" idx="20"/>
          </p:nvPr>
        </p:nvSpPr>
        <p:spPr/>
        <p:txBody>
          <a:bodyPr/>
          <a:lstStyle/>
          <a:p>
            <a:pPr marL="0" indent="0">
              <a:buNone/>
            </a:pPr>
            <a:r>
              <a:rPr lang="en-NL" b="1" dirty="0"/>
              <a:t>[FIGURE 2 — placed after the paragraph above]</a:t>
            </a:r>
            <a:r>
              <a:rPr lang="en-NL" dirty="0"/>
              <a:t> </a:t>
            </a:r>
            <a:r>
              <a:rPr lang="en-NL" b="1" dirty="0"/>
              <a:t>Caption:</a:t>
            </a:r>
            <a:r>
              <a:rPr lang="en-NL" dirty="0"/>
              <a:t> </a:t>
            </a:r>
            <a:r>
              <a:rPr lang="en-NL" i="1" dirty="0"/>
              <a:t>Stripped of the ships: a 2×2 board read in a fixed order is a string of four bits — ship is 1, sea is 0. The gun's cell is Bob's index.</a:t>
            </a:r>
            <a:r>
              <a:rPr lang="en-NL" dirty="0"/>
              <a:t> </a:t>
            </a:r>
            <a:r>
              <a:rPr lang="en-NL" b="1" dirty="0"/>
              <a:t>Alt-text:</a:t>
            </a:r>
            <a:r>
              <a:rPr lang="en-NL" dirty="0"/>
              <a:t> Left: a 2-by-2 battle grid with a ship in the top-left and bottom-right cells, cells numbered 1 to 4 in reading order. Right: the same board written as the bitstring 1001. An arrow labelled "same game" connects them.</a:t>
            </a:r>
          </a:p>
        </p:txBody>
      </p:sp>
      <p:sp>
        <p:nvSpPr>
          <p:cNvPr id="5" name="Title 4">
            <a:extLst>
              <a:ext uri="{FF2B5EF4-FFF2-40B4-BE49-F238E27FC236}">
                <a16:creationId xmlns:a16="http://schemas.microsoft.com/office/drawing/2014/main" id="{0D3966E4-5A64-6BAD-CE76-D98F19186FF6}"/>
              </a:ext>
            </a:extLst>
          </p:cNvPr>
          <p:cNvSpPr>
            <a:spLocks noGrp="1"/>
          </p:cNvSpPr>
          <p:nvPr>
            <p:ph type="title"/>
          </p:nvPr>
        </p:nvSpPr>
        <p:spPr/>
        <p:txBody>
          <a:bodyPr/>
          <a:lstStyle/>
          <a:p>
            <a:r>
              <a:rPr lang="en-GB" dirty="0"/>
              <a:t>Figure 2</a:t>
            </a:r>
            <a:endParaRPr lang="en-NL" dirty="0"/>
          </a:p>
        </p:txBody>
      </p:sp>
    </p:spTree>
    <p:extLst>
      <p:ext uri="{BB962C8B-B14F-4D97-AF65-F5344CB8AC3E}">
        <p14:creationId xmlns:p14="http://schemas.microsoft.com/office/powerpoint/2010/main" val="429198960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0958697-9488-9E9B-6445-97B0D5FA1B94}"/>
              </a:ext>
            </a:extLst>
          </p:cNvPr>
          <p:cNvGraphicFramePr>
            <a:graphicFrameLocks noGrp="1"/>
          </p:cNvGraphicFramePr>
          <p:nvPr>
            <p:extLst>
              <p:ext uri="{D42A27DB-BD31-4B8C-83A1-F6EECF244321}">
                <p14:modId xmlns:p14="http://schemas.microsoft.com/office/powerpoint/2010/main" val="2147474043"/>
              </p:ext>
            </p:extLst>
          </p:nvPr>
        </p:nvGraphicFramePr>
        <p:xfrm>
          <a:off x="1012723" y="2490659"/>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sp>
        <p:nvSpPr>
          <p:cNvPr id="7" name="Star: 5 Points 6">
            <a:extLst>
              <a:ext uri="{FF2B5EF4-FFF2-40B4-BE49-F238E27FC236}">
                <a16:creationId xmlns:a16="http://schemas.microsoft.com/office/drawing/2014/main" id="{B87EEBE5-923E-9CA1-8BAC-BC456C842130}"/>
              </a:ext>
            </a:extLst>
          </p:cNvPr>
          <p:cNvSpPr/>
          <p:nvPr/>
        </p:nvSpPr>
        <p:spPr>
          <a:xfrm>
            <a:off x="1081550" y="256931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8" name="Star: 5 Points 7">
            <a:extLst>
              <a:ext uri="{FF2B5EF4-FFF2-40B4-BE49-F238E27FC236}">
                <a16:creationId xmlns:a16="http://schemas.microsoft.com/office/drawing/2014/main" id="{39A04C0E-E5A6-E464-E5C6-55E0DB7A1F58}"/>
              </a:ext>
            </a:extLst>
          </p:cNvPr>
          <p:cNvSpPr/>
          <p:nvPr/>
        </p:nvSpPr>
        <p:spPr>
          <a:xfrm>
            <a:off x="1528917" y="256931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 name="Star: 5 Points 8">
            <a:extLst>
              <a:ext uri="{FF2B5EF4-FFF2-40B4-BE49-F238E27FC236}">
                <a16:creationId xmlns:a16="http://schemas.microsoft.com/office/drawing/2014/main" id="{C8EF7ED2-7604-E900-347A-E3FCA6A0FDAB}"/>
              </a:ext>
            </a:extLst>
          </p:cNvPr>
          <p:cNvSpPr/>
          <p:nvPr/>
        </p:nvSpPr>
        <p:spPr>
          <a:xfrm>
            <a:off x="2461221" y="256931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0" name="Star: 5 Points 9">
            <a:extLst>
              <a:ext uri="{FF2B5EF4-FFF2-40B4-BE49-F238E27FC236}">
                <a16:creationId xmlns:a16="http://schemas.microsoft.com/office/drawing/2014/main" id="{9C321743-D23E-6B69-A8BF-BAF8EE658F8C}"/>
              </a:ext>
            </a:extLst>
          </p:cNvPr>
          <p:cNvSpPr/>
          <p:nvPr/>
        </p:nvSpPr>
        <p:spPr>
          <a:xfrm>
            <a:off x="1081549" y="3036352"/>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1" name="Star: 5 Points 10">
            <a:extLst>
              <a:ext uri="{FF2B5EF4-FFF2-40B4-BE49-F238E27FC236}">
                <a16:creationId xmlns:a16="http://schemas.microsoft.com/office/drawing/2014/main" id="{62B94278-8F71-B31E-6F96-B4ABF70379F0}"/>
              </a:ext>
            </a:extLst>
          </p:cNvPr>
          <p:cNvSpPr/>
          <p:nvPr/>
        </p:nvSpPr>
        <p:spPr>
          <a:xfrm>
            <a:off x="2023685" y="3036351"/>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2" name="Star: 5 Points 11">
            <a:extLst>
              <a:ext uri="{FF2B5EF4-FFF2-40B4-BE49-F238E27FC236}">
                <a16:creationId xmlns:a16="http://schemas.microsoft.com/office/drawing/2014/main" id="{CDF456FD-831F-5306-DC27-7741490075D4}"/>
              </a:ext>
            </a:extLst>
          </p:cNvPr>
          <p:cNvSpPr/>
          <p:nvPr/>
        </p:nvSpPr>
        <p:spPr>
          <a:xfrm>
            <a:off x="1541905" y="3429990"/>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3" name="Star: 5 Points 12">
            <a:extLst>
              <a:ext uri="{FF2B5EF4-FFF2-40B4-BE49-F238E27FC236}">
                <a16:creationId xmlns:a16="http://schemas.microsoft.com/office/drawing/2014/main" id="{1353483C-54E2-9A4A-DCCE-2A6BCD0D7267}"/>
              </a:ext>
            </a:extLst>
          </p:cNvPr>
          <p:cNvSpPr/>
          <p:nvPr/>
        </p:nvSpPr>
        <p:spPr>
          <a:xfrm>
            <a:off x="2023684" y="342998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4" name="Star: 5 Points 13">
            <a:extLst>
              <a:ext uri="{FF2B5EF4-FFF2-40B4-BE49-F238E27FC236}">
                <a16:creationId xmlns:a16="http://schemas.microsoft.com/office/drawing/2014/main" id="{8D152F34-CF74-6C16-B195-A03B9F6A0851}"/>
              </a:ext>
            </a:extLst>
          </p:cNvPr>
          <p:cNvSpPr/>
          <p:nvPr/>
        </p:nvSpPr>
        <p:spPr>
          <a:xfrm>
            <a:off x="2461221" y="342998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5" name="Star: 5 Points 14">
            <a:extLst>
              <a:ext uri="{FF2B5EF4-FFF2-40B4-BE49-F238E27FC236}">
                <a16:creationId xmlns:a16="http://schemas.microsoft.com/office/drawing/2014/main" id="{2C1B8246-5DBA-29FA-B189-C0120C78C18A}"/>
              </a:ext>
            </a:extLst>
          </p:cNvPr>
          <p:cNvSpPr/>
          <p:nvPr/>
        </p:nvSpPr>
        <p:spPr>
          <a:xfrm>
            <a:off x="1081549" y="3857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6" name="Star: 5 Points 15">
            <a:extLst>
              <a:ext uri="{FF2B5EF4-FFF2-40B4-BE49-F238E27FC236}">
                <a16:creationId xmlns:a16="http://schemas.microsoft.com/office/drawing/2014/main" id="{F769B286-D4F3-B19E-19EF-17DD661795F4}"/>
              </a:ext>
            </a:extLst>
          </p:cNvPr>
          <p:cNvSpPr/>
          <p:nvPr/>
        </p:nvSpPr>
        <p:spPr>
          <a:xfrm>
            <a:off x="2023684" y="3857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aphicFrame>
        <p:nvGraphicFramePr>
          <p:cNvPr id="17" name="Table 16">
            <a:extLst>
              <a:ext uri="{FF2B5EF4-FFF2-40B4-BE49-F238E27FC236}">
                <a16:creationId xmlns:a16="http://schemas.microsoft.com/office/drawing/2014/main" id="{9076353B-1B68-E834-7809-8848C01880B1}"/>
              </a:ext>
            </a:extLst>
          </p:cNvPr>
          <p:cNvGraphicFramePr>
            <a:graphicFrameLocks noGrp="1"/>
          </p:cNvGraphicFramePr>
          <p:nvPr>
            <p:extLst>
              <p:ext uri="{D42A27DB-BD31-4B8C-83A1-F6EECF244321}">
                <p14:modId xmlns:p14="http://schemas.microsoft.com/office/powerpoint/2010/main" val="1231878771"/>
              </p:ext>
            </p:extLst>
          </p:nvPr>
        </p:nvGraphicFramePr>
        <p:xfrm>
          <a:off x="193429" y="6383939"/>
          <a:ext cx="5760000" cy="3657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807347107"/>
                    </a:ext>
                  </a:extLst>
                </a:gridCol>
                <a:gridCol w="360000">
                  <a:extLst>
                    <a:ext uri="{9D8B030D-6E8A-4147-A177-3AD203B41FA5}">
                      <a16:colId xmlns:a16="http://schemas.microsoft.com/office/drawing/2014/main" val="1383284543"/>
                    </a:ext>
                  </a:extLst>
                </a:gridCol>
                <a:gridCol w="360000">
                  <a:extLst>
                    <a:ext uri="{9D8B030D-6E8A-4147-A177-3AD203B41FA5}">
                      <a16:colId xmlns:a16="http://schemas.microsoft.com/office/drawing/2014/main" val="2120981709"/>
                    </a:ext>
                  </a:extLst>
                </a:gridCol>
                <a:gridCol w="360000">
                  <a:extLst>
                    <a:ext uri="{9D8B030D-6E8A-4147-A177-3AD203B41FA5}">
                      <a16:colId xmlns:a16="http://schemas.microsoft.com/office/drawing/2014/main" val="2745673552"/>
                    </a:ext>
                  </a:extLst>
                </a:gridCol>
                <a:gridCol w="360000">
                  <a:extLst>
                    <a:ext uri="{9D8B030D-6E8A-4147-A177-3AD203B41FA5}">
                      <a16:colId xmlns:a16="http://schemas.microsoft.com/office/drawing/2014/main" val="2731282547"/>
                    </a:ext>
                  </a:extLst>
                </a:gridCol>
                <a:gridCol w="360000">
                  <a:extLst>
                    <a:ext uri="{9D8B030D-6E8A-4147-A177-3AD203B41FA5}">
                      <a16:colId xmlns:a16="http://schemas.microsoft.com/office/drawing/2014/main" val="3202398390"/>
                    </a:ext>
                  </a:extLst>
                </a:gridCol>
                <a:gridCol w="360000">
                  <a:extLst>
                    <a:ext uri="{9D8B030D-6E8A-4147-A177-3AD203B41FA5}">
                      <a16:colId xmlns:a16="http://schemas.microsoft.com/office/drawing/2014/main" val="2652986057"/>
                    </a:ext>
                  </a:extLst>
                </a:gridCol>
                <a:gridCol w="360000">
                  <a:extLst>
                    <a:ext uri="{9D8B030D-6E8A-4147-A177-3AD203B41FA5}">
                      <a16:colId xmlns:a16="http://schemas.microsoft.com/office/drawing/2014/main" val="2330260008"/>
                    </a:ext>
                  </a:extLst>
                </a:gridCol>
                <a:gridCol w="360000">
                  <a:extLst>
                    <a:ext uri="{9D8B030D-6E8A-4147-A177-3AD203B41FA5}">
                      <a16:colId xmlns:a16="http://schemas.microsoft.com/office/drawing/2014/main" val="3895733143"/>
                    </a:ext>
                  </a:extLst>
                </a:gridCol>
                <a:gridCol w="360000">
                  <a:extLst>
                    <a:ext uri="{9D8B030D-6E8A-4147-A177-3AD203B41FA5}">
                      <a16:colId xmlns:a16="http://schemas.microsoft.com/office/drawing/2014/main" val="3196864432"/>
                    </a:ext>
                  </a:extLst>
                </a:gridCol>
                <a:gridCol w="360000">
                  <a:extLst>
                    <a:ext uri="{9D8B030D-6E8A-4147-A177-3AD203B41FA5}">
                      <a16:colId xmlns:a16="http://schemas.microsoft.com/office/drawing/2014/main" val="2049872826"/>
                    </a:ext>
                  </a:extLst>
                </a:gridCol>
                <a:gridCol w="360000">
                  <a:extLst>
                    <a:ext uri="{9D8B030D-6E8A-4147-A177-3AD203B41FA5}">
                      <a16:colId xmlns:a16="http://schemas.microsoft.com/office/drawing/2014/main" val="2846674667"/>
                    </a:ext>
                  </a:extLst>
                </a:gridCol>
                <a:gridCol w="360000">
                  <a:extLst>
                    <a:ext uri="{9D8B030D-6E8A-4147-A177-3AD203B41FA5}">
                      <a16:colId xmlns:a16="http://schemas.microsoft.com/office/drawing/2014/main" val="1144552802"/>
                    </a:ext>
                  </a:extLst>
                </a:gridCol>
                <a:gridCol w="360000">
                  <a:extLst>
                    <a:ext uri="{9D8B030D-6E8A-4147-A177-3AD203B41FA5}">
                      <a16:colId xmlns:a16="http://schemas.microsoft.com/office/drawing/2014/main" val="1299629492"/>
                    </a:ext>
                  </a:extLst>
                </a:gridCol>
                <a:gridCol w="360000">
                  <a:extLst>
                    <a:ext uri="{9D8B030D-6E8A-4147-A177-3AD203B41FA5}">
                      <a16:colId xmlns:a16="http://schemas.microsoft.com/office/drawing/2014/main" val="2671680828"/>
                    </a:ext>
                  </a:extLst>
                </a:gridCol>
                <a:gridCol w="360000">
                  <a:extLst>
                    <a:ext uri="{9D8B030D-6E8A-4147-A177-3AD203B41FA5}">
                      <a16:colId xmlns:a16="http://schemas.microsoft.com/office/drawing/2014/main" val="4226787541"/>
                    </a:ext>
                  </a:extLst>
                </a:gridCol>
              </a:tblGrid>
              <a:tr h="360000">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44793474"/>
                  </a:ext>
                </a:extLst>
              </a:tr>
            </a:tbl>
          </a:graphicData>
        </a:graphic>
      </p:graphicFrame>
      <p:graphicFrame>
        <p:nvGraphicFramePr>
          <p:cNvPr id="18" name="Table 17">
            <a:extLst>
              <a:ext uri="{FF2B5EF4-FFF2-40B4-BE49-F238E27FC236}">
                <a16:creationId xmlns:a16="http://schemas.microsoft.com/office/drawing/2014/main" id="{8BDFFAF2-B2C9-98EA-B0C9-0A511B8E92DA}"/>
              </a:ext>
            </a:extLst>
          </p:cNvPr>
          <p:cNvGraphicFramePr>
            <a:graphicFrameLocks noGrp="1"/>
          </p:cNvGraphicFramePr>
          <p:nvPr>
            <p:extLst>
              <p:ext uri="{D42A27DB-BD31-4B8C-83A1-F6EECF244321}">
                <p14:modId xmlns:p14="http://schemas.microsoft.com/office/powerpoint/2010/main" val="1148434382"/>
              </p:ext>
            </p:extLst>
          </p:nvPr>
        </p:nvGraphicFramePr>
        <p:xfrm>
          <a:off x="5953429" y="2490659"/>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pPr algn="ctr"/>
                      <a:r>
                        <a:rPr lang="en-GB" dirty="0">
                          <a:solidFill>
                            <a:schemeClr val="bg1">
                              <a:lumMod val="75000"/>
                            </a:schemeClr>
                          </a:solidFill>
                        </a:rPr>
                        <a:t>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3</a:t>
                      </a:r>
                      <a:endParaRPr lang="en-NL" dirty="0">
                        <a:solidFill>
                          <a:schemeClr val="bg1">
                            <a:lumMod val="75000"/>
                          </a:schemeClr>
                        </a:solidFill>
                      </a:endParaRPr>
                    </a:p>
                  </a:txBody>
                  <a:tcPr anchor="ctr"/>
                </a:tc>
                <a:extLst>
                  <a:ext uri="{0D108BD9-81ED-4DB2-BD59-A6C34878D82A}">
                    <a16:rowId xmlns:a16="http://schemas.microsoft.com/office/drawing/2014/main" val="285481043"/>
                  </a:ext>
                </a:extLst>
              </a:tr>
              <a:tr h="430417">
                <a:tc>
                  <a:txBody>
                    <a:bodyPr/>
                    <a:lstStyle/>
                    <a:p>
                      <a:pPr algn="ctr"/>
                      <a:r>
                        <a:rPr lang="en-GB" dirty="0">
                          <a:solidFill>
                            <a:schemeClr val="bg1">
                              <a:lumMod val="75000"/>
                            </a:schemeClr>
                          </a:solidFill>
                        </a:rPr>
                        <a:t>4</a:t>
                      </a:r>
                      <a:endParaRPr lang="en-NL" dirty="0">
                        <a:solidFill>
                          <a:schemeClr val="bg1">
                            <a:lumMod val="75000"/>
                          </a:schemeClr>
                        </a:solidFill>
                      </a:endParaRPr>
                    </a:p>
                  </a:txBody>
                  <a:tcPr anchor="ctr"/>
                </a:tc>
                <a:tc>
                  <a:txBody>
                    <a:bodyPr/>
                    <a:lstStyle/>
                    <a:p>
                      <a:pPr algn="ct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6</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7</a:t>
                      </a:r>
                      <a:endParaRPr lang="en-NL" dirty="0">
                        <a:solidFill>
                          <a:schemeClr val="bg1">
                            <a:lumMod val="75000"/>
                          </a:schemeClr>
                        </a:solidFill>
                      </a:endParaRPr>
                    </a:p>
                  </a:txBody>
                  <a:tcPr anchor="ctr"/>
                </a:tc>
                <a:extLst>
                  <a:ext uri="{0D108BD9-81ED-4DB2-BD59-A6C34878D82A}">
                    <a16:rowId xmlns:a16="http://schemas.microsoft.com/office/drawing/2014/main" val="1765123310"/>
                  </a:ext>
                </a:extLst>
              </a:tr>
              <a:tr h="430417">
                <a:tc>
                  <a:txBody>
                    <a:bodyPr/>
                    <a:lstStyle/>
                    <a:p>
                      <a:pPr algn="ctr"/>
                      <a:r>
                        <a:rPr lang="en-GB" dirty="0">
                          <a:solidFill>
                            <a:schemeClr val="bg1">
                              <a:lumMod val="75000"/>
                            </a:schemeClr>
                          </a:solidFill>
                        </a:rPr>
                        <a:t>8</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9</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11</a:t>
                      </a:r>
                      <a:endParaRPr lang="en-NL" dirty="0">
                        <a:solidFill>
                          <a:schemeClr val="bg1">
                            <a:lumMod val="75000"/>
                          </a:schemeClr>
                        </a:solidFill>
                      </a:endParaRPr>
                    </a:p>
                  </a:txBody>
                  <a:tcPr anchor="ctr"/>
                </a:tc>
                <a:extLst>
                  <a:ext uri="{0D108BD9-81ED-4DB2-BD59-A6C34878D82A}">
                    <a16:rowId xmlns:a16="http://schemas.microsoft.com/office/drawing/2014/main" val="1553208812"/>
                  </a:ext>
                </a:extLst>
              </a:tr>
              <a:tr h="430417">
                <a:tc>
                  <a:txBody>
                    <a:bodyPr/>
                    <a:lstStyle/>
                    <a:p>
                      <a:pPr algn="ctr"/>
                      <a:r>
                        <a:rPr lang="en-GB" dirty="0">
                          <a:solidFill>
                            <a:schemeClr val="bg1">
                              <a:lumMod val="75000"/>
                            </a:schemeClr>
                          </a:solidFill>
                        </a:rPr>
                        <a:t>12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13</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14</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15</a:t>
                      </a:r>
                      <a:endParaRPr lang="en-NL" dirty="0">
                        <a:solidFill>
                          <a:schemeClr val="bg1">
                            <a:lumMod val="75000"/>
                          </a:schemeClr>
                        </a:solidFill>
                      </a:endParaRPr>
                    </a:p>
                  </a:txBody>
                  <a:tcPr anchor="ctr"/>
                </a:tc>
                <a:extLst>
                  <a:ext uri="{0D108BD9-81ED-4DB2-BD59-A6C34878D82A}">
                    <a16:rowId xmlns:a16="http://schemas.microsoft.com/office/drawing/2014/main" val="313605339"/>
                  </a:ext>
                </a:extLst>
              </a:tr>
            </a:tbl>
          </a:graphicData>
        </a:graphic>
      </p:graphicFrame>
      <p:grpSp>
        <p:nvGrpSpPr>
          <p:cNvPr id="21" name="Group 20">
            <a:extLst>
              <a:ext uri="{FF2B5EF4-FFF2-40B4-BE49-F238E27FC236}">
                <a16:creationId xmlns:a16="http://schemas.microsoft.com/office/drawing/2014/main" id="{60A599BB-64A0-96EF-4D81-E15BBDD0CFA0}"/>
              </a:ext>
            </a:extLst>
          </p:cNvPr>
          <p:cNvGrpSpPr/>
          <p:nvPr/>
        </p:nvGrpSpPr>
        <p:grpSpPr>
          <a:xfrm>
            <a:off x="6494202" y="3006855"/>
            <a:ext cx="265471" cy="265471"/>
            <a:chOff x="5181600" y="1793363"/>
            <a:chExt cx="265471" cy="265471"/>
          </a:xfrm>
        </p:grpSpPr>
        <p:sp>
          <p:nvSpPr>
            <p:cNvPr id="19" name="Oval 18">
              <a:extLst>
                <a:ext uri="{FF2B5EF4-FFF2-40B4-BE49-F238E27FC236}">
                  <a16:creationId xmlns:a16="http://schemas.microsoft.com/office/drawing/2014/main" id="{6DD1990D-F078-6642-7DC7-9EC52DE37504}"/>
                </a:ext>
              </a:extLst>
            </p:cNvPr>
            <p:cNvSpPr/>
            <p:nvPr/>
          </p:nvSpPr>
          <p:spPr>
            <a:xfrm>
              <a:off x="5181600" y="1793363"/>
              <a:ext cx="265471" cy="265471"/>
            </a:xfrm>
            <a:prstGeom prst="ellipse">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 name="Oval 19">
              <a:extLst>
                <a:ext uri="{FF2B5EF4-FFF2-40B4-BE49-F238E27FC236}">
                  <a16:creationId xmlns:a16="http://schemas.microsoft.com/office/drawing/2014/main" id="{478E7599-D7F7-4917-01A8-8A30337C28EA}"/>
                </a:ext>
              </a:extLst>
            </p:cNvPr>
            <p:cNvSpPr/>
            <p:nvPr/>
          </p:nvSpPr>
          <p:spPr>
            <a:xfrm>
              <a:off x="5247968" y="1859731"/>
              <a:ext cx="132734" cy="132734"/>
            </a:xfrm>
            <a:prstGeom prst="ellipse">
              <a:avLst/>
            </a:prstGeom>
            <a:noFill/>
            <a:ln w="381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sp>
        <p:nvSpPr>
          <p:cNvPr id="22" name="TextBox 21">
            <a:extLst>
              <a:ext uri="{FF2B5EF4-FFF2-40B4-BE49-F238E27FC236}">
                <a16:creationId xmlns:a16="http://schemas.microsoft.com/office/drawing/2014/main" id="{D78D4F7A-6BE2-2B28-006A-007E5A141447}"/>
              </a:ext>
            </a:extLst>
          </p:cNvPr>
          <p:cNvSpPr txBox="1"/>
          <p:nvPr/>
        </p:nvSpPr>
        <p:spPr>
          <a:xfrm>
            <a:off x="116523" y="5061594"/>
            <a:ext cx="4089622" cy="602345"/>
          </a:xfrm>
          <a:prstGeom prst="rect">
            <a:avLst/>
          </a:prstGeom>
          <a:noFill/>
          <a:ln>
            <a:noFill/>
          </a:ln>
        </p:spPr>
        <p:txBody>
          <a:bodyPr wrap="none" lIns="90000" tIns="46800" rIns="90000" bIns="46800" rtlCol="0">
            <a:spAutoFit/>
          </a:bodyPr>
          <a:lstStyle/>
          <a:p>
            <a:pPr>
              <a:spcAft>
                <a:spcPts val="600"/>
              </a:spcAft>
              <a:buSzPct val="75000"/>
            </a:pPr>
            <a:r>
              <a:rPr lang="en-GB" sz="1400" b="1" dirty="0"/>
              <a:t>Hidden binary field (only known to Alice)</a:t>
            </a:r>
          </a:p>
          <a:p>
            <a:pPr>
              <a:spcAft>
                <a:spcPts val="600"/>
              </a:spcAft>
              <a:buSzPct val="75000"/>
            </a:pPr>
            <a:r>
              <a:rPr lang="en-GB" sz="1400" dirty="0"/>
              <a:t>Alice’s bit string (representing the ships on the board)</a:t>
            </a:r>
            <a:endParaRPr lang="en-NL" sz="1400" dirty="0"/>
          </a:p>
        </p:txBody>
      </p:sp>
      <p:sp>
        <p:nvSpPr>
          <p:cNvPr id="23" name="TextBox 22">
            <a:extLst>
              <a:ext uri="{FF2B5EF4-FFF2-40B4-BE49-F238E27FC236}">
                <a16:creationId xmlns:a16="http://schemas.microsoft.com/office/drawing/2014/main" id="{A8E5948E-175F-14C4-4D60-C5A766B8068F}"/>
              </a:ext>
            </a:extLst>
          </p:cNvPr>
          <p:cNvSpPr txBox="1"/>
          <p:nvPr/>
        </p:nvSpPr>
        <p:spPr>
          <a:xfrm>
            <a:off x="5174073" y="5070379"/>
            <a:ext cx="4701393" cy="894733"/>
          </a:xfrm>
          <a:prstGeom prst="rect">
            <a:avLst/>
          </a:prstGeom>
          <a:noFill/>
          <a:ln>
            <a:noFill/>
          </a:ln>
        </p:spPr>
        <p:txBody>
          <a:bodyPr wrap="none" lIns="90000" tIns="46800" rIns="90000" bIns="46800" rtlCol="0">
            <a:spAutoFit/>
          </a:bodyPr>
          <a:lstStyle/>
          <a:p>
            <a:pPr>
              <a:spcAft>
                <a:spcPts val="600"/>
              </a:spcAft>
              <a:buSzPct val="75000"/>
            </a:pPr>
            <a:r>
              <a:rPr lang="en-GB" sz="1400" b="1" dirty="0"/>
              <a:t>Random query index (only known to Bob)</a:t>
            </a:r>
          </a:p>
          <a:p>
            <a:pPr>
              <a:spcAft>
                <a:spcPts val="600"/>
              </a:spcAft>
              <a:buSzPct val="75000"/>
            </a:pPr>
            <a:r>
              <a:rPr lang="en-GB" sz="1400" dirty="0"/>
              <a:t>Bob’s assignment (representing gun position)</a:t>
            </a:r>
          </a:p>
          <a:p>
            <a:pPr>
              <a:spcAft>
                <a:spcPts val="600"/>
              </a:spcAft>
              <a:buSzPct val="75000"/>
            </a:pPr>
            <a:r>
              <a:rPr lang="en-GB" sz="1400" dirty="0"/>
              <a:t>to guess the value at index 5 (first cell is index 0, last index 15)</a:t>
            </a:r>
            <a:endParaRPr lang="en-NL" sz="1400" dirty="0"/>
          </a:p>
        </p:txBody>
      </p:sp>
      <p:sp>
        <p:nvSpPr>
          <p:cNvPr id="26" name="Arrow: Up-Down 25">
            <a:extLst>
              <a:ext uri="{FF2B5EF4-FFF2-40B4-BE49-F238E27FC236}">
                <a16:creationId xmlns:a16="http://schemas.microsoft.com/office/drawing/2014/main" id="{1E3331E3-2810-0326-D38E-42404B527561}"/>
              </a:ext>
            </a:extLst>
          </p:cNvPr>
          <p:cNvSpPr/>
          <p:nvPr/>
        </p:nvSpPr>
        <p:spPr>
          <a:xfrm>
            <a:off x="1912723" y="4377416"/>
            <a:ext cx="240890" cy="604498"/>
          </a:xfrm>
          <a:prstGeom prst="upDownArrow">
            <a:avLst/>
          </a:prstGeom>
          <a:solidFill>
            <a:schemeClr val="tx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 name="TextBox 1">
            <a:extLst>
              <a:ext uri="{FF2B5EF4-FFF2-40B4-BE49-F238E27FC236}">
                <a16:creationId xmlns:a16="http://schemas.microsoft.com/office/drawing/2014/main" id="{E4C73121-B89D-2C19-F2F2-8196A4D42E55}"/>
              </a:ext>
            </a:extLst>
          </p:cNvPr>
          <p:cNvSpPr txBox="1"/>
          <p:nvPr/>
        </p:nvSpPr>
        <p:spPr>
          <a:xfrm>
            <a:off x="116523" y="6776339"/>
            <a:ext cx="3456693" cy="787011"/>
          </a:xfrm>
          <a:prstGeom prst="rect">
            <a:avLst/>
          </a:prstGeom>
          <a:noFill/>
          <a:ln>
            <a:noFill/>
          </a:ln>
        </p:spPr>
        <p:txBody>
          <a:bodyPr wrap="none" lIns="90000" tIns="46800" rIns="90000" bIns="46800" rtlCol="0">
            <a:spAutoFit/>
          </a:bodyPr>
          <a:lstStyle/>
          <a:p>
            <a:pPr>
              <a:spcAft>
                <a:spcPts val="600"/>
              </a:spcAft>
              <a:buSzPct val="75000"/>
            </a:pPr>
            <a:r>
              <a:rPr lang="en-GB" sz="2000" dirty="0"/>
              <a:t>Bob guesses:		0 </a:t>
            </a:r>
            <a:r>
              <a:rPr lang="en-GB" sz="2000" dirty="0">
                <a:sym typeface="Wingdings" panose="05000000000000000000" pitchFamily="2" charset="2"/>
              </a:rPr>
              <a:t> 	Win!</a:t>
            </a:r>
          </a:p>
          <a:p>
            <a:pPr>
              <a:spcAft>
                <a:spcPts val="600"/>
              </a:spcAft>
              <a:buSzPct val="75000"/>
            </a:pPr>
            <a:r>
              <a:rPr lang="en-GB" sz="2000" dirty="0">
                <a:sym typeface="Wingdings" panose="05000000000000000000" pitchFamily="2" charset="2"/>
              </a:rPr>
              <a:t>			1  	Loss</a:t>
            </a:r>
            <a:endParaRPr lang="en-NL" sz="2000" dirty="0"/>
          </a:p>
        </p:txBody>
      </p:sp>
      <p:sp>
        <p:nvSpPr>
          <p:cNvPr id="5" name="Oval 4">
            <a:extLst>
              <a:ext uri="{FF2B5EF4-FFF2-40B4-BE49-F238E27FC236}">
                <a16:creationId xmlns:a16="http://schemas.microsoft.com/office/drawing/2014/main" id="{71110D9C-133D-945B-02A0-4798CBD77B40}"/>
              </a:ext>
            </a:extLst>
          </p:cNvPr>
          <p:cNvSpPr/>
          <p:nvPr/>
        </p:nvSpPr>
        <p:spPr>
          <a:xfrm>
            <a:off x="2031304" y="6429659"/>
            <a:ext cx="272848" cy="274320"/>
          </a:xfrm>
          <a:prstGeom prst="ellipse">
            <a:avLst/>
          </a:prstGeom>
          <a:noFill/>
          <a:ln w="38100" cap="flat" cmpd="sng" algn="ctr">
            <a:solidFill>
              <a:srgbClr val="FF0000"/>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4" name="Oval 23">
            <a:extLst>
              <a:ext uri="{FF2B5EF4-FFF2-40B4-BE49-F238E27FC236}">
                <a16:creationId xmlns:a16="http://schemas.microsoft.com/office/drawing/2014/main" id="{0E8D4EAA-A6B1-59EF-3A7B-68A6E51F0422}"/>
              </a:ext>
            </a:extLst>
          </p:cNvPr>
          <p:cNvSpPr/>
          <p:nvPr/>
        </p:nvSpPr>
        <p:spPr>
          <a:xfrm>
            <a:off x="7125921" y="5681458"/>
            <a:ext cx="272848" cy="274320"/>
          </a:xfrm>
          <a:prstGeom prst="ellipse">
            <a:avLst/>
          </a:prstGeom>
          <a:noFill/>
          <a:ln w="38100" cap="flat" cmpd="sng" algn="ctr">
            <a:solidFill>
              <a:srgbClr val="FF0000"/>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5" name="Arrow: Up-Down 24">
            <a:extLst>
              <a:ext uri="{FF2B5EF4-FFF2-40B4-BE49-F238E27FC236}">
                <a16:creationId xmlns:a16="http://schemas.microsoft.com/office/drawing/2014/main" id="{993A83B5-A4A4-6FD9-6C20-90075E2EF6E4}"/>
              </a:ext>
            </a:extLst>
          </p:cNvPr>
          <p:cNvSpPr/>
          <p:nvPr/>
        </p:nvSpPr>
        <p:spPr>
          <a:xfrm>
            <a:off x="6693303" y="4377416"/>
            <a:ext cx="240890" cy="604498"/>
          </a:xfrm>
          <a:prstGeom prst="upDownArrow">
            <a:avLst/>
          </a:prstGeom>
          <a:solidFill>
            <a:schemeClr val="tx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4" name="Arrow: Up-Down 3">
            <a:extLst>
              <a:ext uri="{FF2B5EF4-FFF2-40B4-BE49-F238E27FC236}">
                <a16:creationId xmlns:a16="http://schemas.microsoft.com/office/drawing/2014/main" id="{7C82FADA-E736-603F-26EB-506853243709}"/>
              </a:ext>
            </a:extLst>
          </p:cNvPr>
          <p:cNvSpPr/>
          <p:nvPr/>
        </p:nvSpPr>
        <p:spPr>
          <a:xfrm>
            <a:off x="1920444" y="5653529"/>
            <a:ext cx="240890" cy="604498"/>
          </a:xfrm>
          <a:prstGeom prst="upDownArrow">
            <a:avLst/>
          </a:prstGeom>
          <a:solidFill>
            <a:schemeClr val="tx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Tree>
    <p:extLst>
      <p:ext uri="{BB962C8B-B14F-4D97-AF65-F5344CB8AC3E}">
        <p14:creationId xmlns:p14="http://schemas.microsoft.com/office/powerpoint/2010/main" val="99652364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8F319E-141D-CF50-C365-CF7E693CB378}"/>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11AF0057-D688-F74B-99ED-33B3625F68B7}"/>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5</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B73A38D-3EF3-0D50-76DB-1407F168F57A}"/>
                  </a:ext>
                </a:extLst>
              </p:cNvPr>
              <p:cNvSpPr>
                <a:spLocks noGrp="1"/>
              </p:cNvSpPr>
              <p:nvPr>
                <p:ph type="body" sz="quarter" idx="20"/>
              </p:nvPr>
            </p:nvSpPr>
            <p:spPr/>
            <p:txBody>
              <a:bodyPr/>
              <a:lstStyle/>
              <a:p>
                <a:pPr marL="0" indent="0">
                  <a:buNone/>
                </a:pPr>
                <a:r>
                  <a:rPr lang="en-NL" b="1" dirty="0"/>
                  <a:t>[FIGURE 3 — placed here, before the counting paragraph]</a:t>
                </a:r>
                <a:r>
                  <a:rPr lang="en-NL" dirty="0"/>
                  <a:t> </a:t>
                </a:r>
                <a:r>
                  <a:rPr lang="en-NL" b="1" dirty="0"/>
                  <a:t>Caption:</a:t>
                </a:r>
                <a:r>
                  <a:rPr lang="en-NL" dirty="0"/>
                  <a:t> *Alice's encoding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m:t>
                    </m:r>
                  </m:oMath>
                </a14:m>
                <a:r>
                  <a:rPr lang="en-NL" dirty="0"/>
                  <a:t>: all sixteen boards arranged by number of ships (1, 4, 6, 4, 1). The bottom rows say 'hold', the top rows say 'shoot' — and the six tied boards in the middle belong to neither until a tie-break agreement assigns them.* </a:t>
                </a:r>
                <a:r>
                  <a:rPr lang="en-NL" b="1" dirty="0"/>
                  <a:t>Alt-text:</a:t>
                </a:r>
                <a:r>
                  <a:rPr lang="en-NL" dirty="0"/>
                  <a:t> Sixteen small 2-by-2 boards arranged in five rows by ship count: one board with no ships, four with one ship, six with two ships, four with three ships, one with four ships. The bottom two rows are tinted blue and labelled "send: hold"; the top two rows are tinted red and labelled "send: shoot"; the middle row of six boards is grey and labelled "tied — no majority".</a:t>
                </a:r>
              </a:p>
            </p:txBody>
          </p:sp>
        </mc:Choice>
        <mc:Fallback xmlns="">
          <p:sp>
            <p:nvSpPr>
              <p:cNvPr id="4" name="Text Placeholder 3">
                <a:extLst>
                  <a:ext uri="{FF2B5EF4-FFF2-40B4-BE49-F238E27FC236}">
                    <a16:creationId xmlns:a16="http://schemas.microsoft.com/office/drawing/2014/main" id="{2B73A38D-3EF3-0D50-76DB-1407F168F57A}"/>
                  </a:ext>
                </a:extLst>
              </p:cNvPr>
              <p:cNvSpPr>
                <a:spLocks noGrp="1" noRot="1" noChangeAspect="1" noMove="1" noResize="1" noEditPoints="1" noAdjustHandles="1" noChangeArrowheads="1" noChangeShapeType="1" noTextEdit="1"/>
              </p:cNvSpPr>
              <p:nvPr>
                <p:ph type="body" sz="quarter" idx="20"/>
              </p:nvPr>
            </p:nvSpPr>
            <p:spPr>
              <a:blipFill>
                <a:blip r:embed="rId2"/>
                <a:stretch>
                  <a:fillRect l="-1348" t="-1751"/>
                </a:stretch>
              </a:blipFill>
            </p:spPr>
            <p:txBody>
              <a:bodyPr/>
              <a:lstStyle/>
              <a:p>
                <a:r>
                  <a:rPr lang="en-NL">
                    <a:noFill/>
                  </a:rPr>
                  <a:t> </a:t>
                </a:r>
              </a:p>
            </p:txBody>
          </p:sp>
        </mc:Fallback>
      </mc:AlternateContent>
      <p:sp>
        <p:nvSpPr>
          <p:cNvPr id="5" name="Title 4">
            <a:extLst>
              <a:ext uri="{FF2B5EF4-FFF2-40B4-BE49-F238E27FC236}">
                <a16:creationId xmlns:a16="http://schemas.microsoft.com/office/drawing/2014/main" id="{B356995D-E734-FA62-01FF-2C415FF6442F}"/>
              </a:ext>
            </a:extLst>
          </p:cNvPr>
          <p:cNvSpPr>
            <a:spLocks noGrp="1"/>
          </p:cNvSpPr>
          <p:nvPr>
            <p:ph type="title"/>
          </p:nvPr>
        </p:nvSpPr>
        <p:spPr/>
        <p:txBody>
          <a:bodyPr/>
          <a:lstStyle/>
          <a:p>
            <a:r>
              <a:rPr lang="en-GB" dirty="0"/>
              <a:t>Figure 3</a:t>
            </a:r>
            <a:endParaRPr lang="en-NL" dirty="0"/>
          </a:p>
        </p:txBody>
      </p:sp>
    </p:spTree>
    <p:extLst>
      <p:ext uri="{BB962C8B-B14F-4D97-AF65-F5344CB8AC3E}">
        <p14:creationId xmlns:p14="http://schemas.microsoft.com/office/powerpoint/2010/main" val="393432298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0D5725C-AF3C-CADB-DD75-5AF231C295C6}"/>
              </a:ext>
            </a:extLst>
          </p:cNvPr>
          <p:cNvGraphicFramePr>
            <a:graphicFrameLocks noGrp="1"/>
          </p:cNvGraphicFramePr>
          <p:nvPr>
            <p:extLst>
              <p:ext uri="{D42A27DB-BD31-4B8C-83A1-F6EECF244321}">
                <p14:modId xmlns:p14="http://schemas.microsoft.com/office/powerpoint/2010/main" val="1386628540"/>
              </p:ext>
            </p:extLst>
          </p:nvPr>
        </p:nvGraphicFramePr>
        <p:xfrm>
          <a:off x="924232" y="2850377"/>
          <a:ext cx="85628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0828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7" name="Table 6">
            <a:extLst>
              <a:ext uri="{FF2B5EF4-FFF2-40B4-BE49-F238E27FC236}">
                <a16:creationId xmlns:a16="http://schemas.microsoft.com/office/drawing/2014/main" id="{77553F66-F712-D730-A86D-13CA0D9E77C3}"/>
              </a:ext>
            </a:extLst>
          </p:cNvPr>
          <p:cNvGraphicFramePr>
            <a:graphicFrameLocks noGrp="1"/>
          </p:cNvGraphicFramePr>
          <p:nvPr>
            <p:extLst>
              <p:ext uri="{D42A27DB-BD31-4B8C-83A1-F6EECF244321}">
                <p14:modId xmlns:p14="http://schemas.microsoft.com/office/powerpoint/2010/main" val="1050795837"/>
              </p:ext>
            </p:extLst>
          </p:nvPr>
        </p:nvGraphicFramePr>
        <p:xfrm>
          <a:off x="924232" y="3147201"/>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8" name="Table 7">
            <a:extLst>
              <a:ext uri="{FF2B5EF4-FFF2-40B4-BE49-F238E27FC236}">
                <a16:creationId xmlns:a16="http://schemas.microsoft.com/office/drawing/2014/main" id="{D541F4CE-B0FC-EE3A-C36A-FEE97B10335B}"/>
              </a:ext>
            </a:extLst>
          </p:cNvPr>
          <p:cNvGraphicFramePr>
            <a:graphicFrameLocks noGrp="1"/>
          </p:cNvGraphicFramePr>
          <p:nvPr>
            <p:extLst>
              <p:ext uri="{D42A27DB-BD31-4B8C-83A1-F6EECF244321}">
                <p14:modId xmlns:p14="http://schemas.microsoft.com/office/powerpoint/2010/main" val="2993985732"/>
              </p:ext>
            </p:extLst>
          </p:nvPr>
        </p:nvGraphicFramePr>
        <p:xfrm>
          <a:off x="924232" y="3394865"/>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9" name="Table 8">
            <a:extLst>
              <a:ext uri="{FF2B5EF4-FFF2-40B4-BE49-F238E27FC236}">
                <a16:creationId xmlns:a16="http://schemas.microsoft.com/office/drawing/2014/main" id="{386C95D9-9A54-896D-1153-EE91C1DA37CE}"/>
              </a:ext>
            </a:extLst>
          </p:cNvPr>
          <p:cNvGraphicFramePr>
            <a:graphicFrameLocks noGrp="1"/>
          </p:cNvGraphicFramePr>
          <p:nvPr>
            <p:extLst>
              <p:ext uri="{D42A27DB-BD31-4B8C-83A1-F6EECF244321}">
                <p14:modId xmlns:p14="http://schemas.microsoft.com/office/powerpoint/2010/main" val="11563522"/>
              </p:ext>
            </p:extLst>
          </p:nvPr>
        </p:nvGraphicFramePr>
        <p:xfrm>
          <a:off x="923054" y="3642529"/>
          <a:ext cx="863999" cy="216000"/>
        </p:xfrm>
        <a:graphic>
          <a:graphicData uri="http://schemas.openxmlformats.org/drawingml/2006/table">
            <a:tbl>
              <a:tblPr firstRow="1" bandRow="1">
                <a:tableStyleId>{5940675A-B579-460E-94D1-54222C63F5DA}</a:tableStyleId>
              </a:tblPr>
              <a:tblGrid>
                <a:gridCol w="212327">
                  <a:extLst>
                    <a:ext uri="{9D8B030D-6E8A-4147-A177-3AD203B41FA5}">
                      <a16:colId xmlns:a16="http://schemas.microsoft.com/office/drawing/2014/main" val="3251467049"/>
                    </a:ext>
                  </a:extLst>
                </a:gridCol>
                <a:gridCol w="217170">
                  <a:extLst>
                    <a:ext uri="{9D8B030D-6E8A-4147-A177-3AD203B41FA5}">
                      <a16:colId xmlns:a16="http://schemas.microsoft.com/office/drawing/2014/main" val="1022413958"/>
                    </a:ext>
                  </a:extLst>
                </a:gridCol>
                <a:gridCol w="228038">
                  <a:extLst>
                    <a:ext uri="{9D8B030D-6E8A-4147-A177-3AD203B41FA5}">
                      <a16:colId xmlns:a16="http://schemas.microsoft.com/office/drawing/2014/main" val="3264569812"/>
                    </a:ext>
                  </a:extLst>
                </a:gridCol>
                <a:gridCol w="206464">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0" name="Table 9">
            <a:extLst>
              <a:ext uri="{FF2B5EF4-FFF2-40B4-BE49-F238E27FC236}">
                <a16:creationId xmlns:a16="http://schemas.microsoft.com/office/drawing/2014/main" id="{F4D43140-03E0-7BCF-A105-7B6B63233731}"/>
              </a:ext>
            </a:extLst>
          </p:cNvPr>
          <p:cNvGraphicFramePr>
            <a:graphicFrameLocks noGrp="1"/>
          </p:cNvGraphicFramePr>
          <p:nvPr>
            <p:extLst>
              <p:ext uri="{D42A27DB-BD31-4B8C-83A1-F6EECF244321}">
                <p14:modId xmlns:p14="http://schemas.microsoft.com/office/powerpoint/2010/main" val="1882186562"/>
              </p:ext>
            </p:extLst>
          </p:nvPr>
        </p:nvGraphicFramePr>
        <p:xfrm>
          <a:off x="924232" y="3890193"/>
          <a:ext cx="864000" cy="21600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251467049"/>
                    </a:ext>
                  </a:extLst>
                </a:gridCol>
                <a:gridCol w="22372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1" name="Table 10">
            <a:extLst>
              <a:ext uri="{FF2B5EF4-FFF2-40B4-BE49-F238E27FC236}">
                <a16:creationId xmlns:a16="http://schemas.microsoft.com/office/drawing/2014/main" id="{A5D439D6-FA43-AEFE-04EC-54F0ADF60885}"/>
              </a:ext>
            </a:extLst>
          </p:cNvPr>
          <p:cNvGraphicFramePr>
            <a:graphicFrameLocks noGrp="1"/>
          </p:cNvGraphicFramePr>
          <p:nvPr>
            <p:extLst>
              <p:ext uri="{D42A27DB-BD31-4B8C-83A1-F6EECF244321}">
                <p14:modId xmlns:p14="http://schemas.microsoft.com/office/powerpoint/2010/main" val="2212076638"/>
              </p:ext>
            </p:extLst>
          </p:nvPr>
        </p:nvGraphicFramePr>
        <p:xfrm>
          <a:off x="924232" y="4187017"/>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2" name="Table 11">
            <a:extLst>
              <a:ext uri="{FF2B5EF4-FFF2-40B4-BE49-F238E27FC236}">
                <a16:creationId xmlns:a16="http://schemas.microsoft.com/office/drawing/2014/main" id="{EDC4EE39-0FDD-A3B6-2DAE-C73E3BACA303}"/>
              </a:ext>
            </a:extLst>
          </p:cNvPr>
          <p:cNvGraphicFramePr>
            <a:graphicFrameLocks noGrp="1"/>
          </p:cNvGraphicFramePr>
          <p:nvPr>
            <p:extLst>
              <p:ext uri="{D42A27DB-BD31-4B8C-83A1-F6EECF244321}">
                <p14:modId xmlns:p14="http://schemas.microsoft.com/office/powerpoint/2010/main" val="1209472536"/>
              </p:ext>
            </p:extLst>
          </p:nvPr>
        </p:nvGraphicFramePr>
        <p:xfrm>
          <a:off x="924232" y="4434681"/>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3" name="Table 12">
            <a:extLst>
              <a:ext uri="{FF2B5EF4-FFF2-40B4-BE49-F238E27FC236}">
                <a16:creationId xmlns:a16="http://schemas.microsoft.com/office/drawing/2014/main" id="{15D50BD2-C803-3008-5987-41E3DA6E8B4B}"/>
              </a:ext>
            </a:extLst>
          </p:cNvPr>
          <p:cNvGraphicFramePr>
            <a:graphicFrameLocks noGrp="1"/>
          </p:cNvGraphicFramePr>
          <p:nvPr>
            <p:extLst>
              <p:ext uri="{D42A27DB-BD31-4B8C-83A1-F6EECF244321}">
                <p14:modId xmlns:p14="http://schemas.microsoft.com/office/powerpoint/2010/main" val="1601231208"/>
              </p:ext>
            </p:extLst>
          </p:nvPr>
        </p:nvGraphicFramePr>
        <p:xfrm>
          <a:off x="924232" y="4682345"/>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4" name="Table 13">
            <a:extLst>
              <a:ext uri="{FF2B5EF4-FFF2-40B4-BE49-F238E27FC236}">
                <a16:creationId xmlns:a16="http://schemas.microsoft.com/office/drawing/2014/main" id="{4E999BCE-9937-96A4-AF88-60E52BEA3087}"/>
              </a:ext>
            </a:extLst>
          </p:cNvPr>
          <p:cNvGraphicFramePr>
            <a:graphicFrameLocks noGrp="1"/>
          </p:cNvGraphicFramePr>
          <p:nvPr>
            <p:extLst>
              <p:ext uri="{D42A27DB-BD31-4B8C-83A1-F6EECF244321}">
                <p14:modId xmlns:p14="http://schemas.microsoft.com/office/powerpoint/2010/main" val="1194599634"/>
              </p:ext>
            </p:extLst>
          </p:nvPr>
        </p:nvGraphicFramePr>
        <p:xfrm>
          <a:off x="924232" y="4930009"/>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5" name="Table 14">
            <a:extLst>
              <a:ext uri="{FF2B5EF4-FFF2-40B4-BE49-F238E27FC236}">
                <a16:creationId xmlns:a16="http://schemas.microsoft.com/office/drawing/2014/main" id="{A8EC1DE2-04BF-06BD-F9FB-47BE4B406052}"/>
              </a:ext>
            </a:extLst>
          </p:cNvPr>
          <p:cNvGraphicFramePr>
            <a:graphicFrameLocks noGrp="1"/>
          </p:cNvGraphicFramePr>
          <p:nvPr>
            <p:extLst>
              <p:ext uri="{D42A27DB-BD31-4B8C-83A1-F6EECF244321}">
                <p14:modId xmlns:p14="http://schemas.microsoft.com/office/powerpoint/2010/main" val="2372284453"/>
              </p:ext>
            </p:extLst>
          </p:nvPr>
        </p:nvGraphicFramePr>
        <p:xfrm>
          <a:off x="924232" y="5177673"/>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6" name="Table 15">
            <a:extLst>
              <a:ext uri="{FF2B5EF4-FFF2-40B4-BE49-F238E27FC236}">
                <a16:creationId xmlns:a16="http://schemas.microsoft.com/office/drawing/2014/main" id="{1A8A7333-9DEC-2AA3-B8CB-5C13B5E05834}"/>
              </a:ext>
            </a:extLst>
          </p:cNvPr>
          <p:cNvGraphicFramePr>
            <a:graphicFrameLocks noGrp="1"/>
          </p:cNvGraphicFramePr>
          <p:nvPr>
            <p:extLst>
              <p:ext uri="{D42A27DB-BD31-4B8C-83A1-F6EECF244321}">
                <p14:modId xmlns:p14="http://schemas.microsoft.com/office/powerpoint/2010/main" val="3183764157"/>
              </p:ext>
            </p:extLst>
          </p:nvPr>
        </p:nvGraphicFramePr>
        <p:xfrm>
          <a:off x="924232" y="5425337"/>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7" name="Table 16">
            <a:extLst>
              <a:ext uri="{FF2B5EF4-FFF2-40B4-BE49-F238E27FC236}">
                <a16:creationId xmlns:a16="http://schemas.microsoft.com/office/drawing/2014/main" id="{139E9FEB-5999-2BC7-1275-067B5D442414}"/>
              </a:ext>
            </a:extLst>
          </p:cNvPr>
          <p:cNvGraphicFramePr>
            <a:graphicFrameLocks noGrp="1"/>
          </p:cNvGraphicFramePr>
          <p:nvPr>
            <p:extLst>
              <p:ext uri="{D42A27DB-BD31-4B8C-83A1-F6EECF244321}">
                <p14:modId xmlns:p14="http://schemas.microsoft.com/office/powerpoint/2010/main" val="3832304888"/>
              </p:ext>
            </p:extLst>
          </p:nvPr>
        </p:nvGraphicFramePr>
        <p:xfrm>
          <a:off x="924232" y="5722161"/>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18" name="Table 17">
            <a:extLst>
              <a:ext uri="{FF2B5EF4-FFF2-40B4-BE49-F238E27FC236}">
                <a16:creationId xmlns:a16="http://schemas.microsoft.com/office/drawing/2014/main" id="{EFA3D599-C5F5-0A68-1B52-6585463FE95E}"/>
              </a:ext>
            </a:extLst>
          </p:cNvPr>
          <p:cNvGraphicFramePr>
            <a:graphicFrameLocks noGrp="1"/>
          </p:cNvGraphicFramePr>
          <p:nvPr>
            <p:extLst>
              <p:ext uri="{D42A27DB-BD31-4B8C-83A1-F6EECF244321}">
                <p14:modId xmlns:p14="http://schemas.microsoft.com/office/powerpoint/2010/main" val="314997564"/>
              </p:ext>
            </p:extLst>
          </p:nvPr>
        </p:nvGraphicFramePr>
        <p:xfrm>
          <a:off x="924232" y="5969825"/>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19" name="Table 18">
            <a:extLst>
              <a:ext uri="{FF2B5EF4-FFF2-40B4-BE49-F238E27FC236}">
                <a16:creationId xmlns:a16="http://schemas.microsoft.com/office/drawing/2014/main" id="{45904872-B182-A3DB-E7FE-5F2C7F5D8A43}"/>
              </a:ext>
            </a:extLst>
          </p:cNvPr>
          <p:cNvGraphicFramePr>
            <a:graphicFrameLocks noGrp="1"/>
          </p:cNvGraphicFramePr>
          <p:nvPr>
            <p:extLst>
              <p:ext uri="{D42A27DB-BD31-4B8C-83A1-F6EECF244321}">
                <p14:modId xmlns:p14="http://schemas.microsoft.com/office/powerpoint/2010/main" val="3823075614"/>
              </p:ext>
            </p:extLst>
          </p:nvPr>
        </p:nvGraphicFramePr>
        <p:xfrm>
          <a:off x="924232" y="6217489"/>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20" name="Table 19">
            <a:extLst>
              <a:ext uri="{FF2B5EF4-FFF2-40B4-BE49-F238E27FC236}">
                <a16:creationId xmlns:a16="http://schemas.microsoft.com/office/drawing/2014/main" id="{DF0FBCFD-BAD3-FB9D-26EF-BDBAEF088C3D}"/>
              </a:ext>
            </a:extLst>
          </p:cNvPr>
          <p:cNvGraphicFramePr>
            <a:graphicFrameLocks noGrp="1"/>
          </p:cNvGraphicFramePr>
          <p:nvPr>
            <p:extLst>
              <p:ext uri="{D42A27DB-BD31-4B8C-83A1-F6EECF244321}">
                <p14:modId xmlns:p14="http://schemas.microsoft.com/office/powerpoint/2010/main" val="4149086290"/>
              </p:ext>
            </p:extLst>
          </p:nvPr>
        </p:nvGraphicFramePr>
        <p:xfrm>
          <a:off x="924232" y="6465153"/>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21" name="Table 20">
            <a:extLst>
              <a:ext uri="{FF2B5EF4-FFF2-40B4-BE49-F238E27FC236}">
                <a16:creationId xmlns:a16="http://schemas.microsoft.com/office/drawing/2014/main" id="{2B199C55-B234-A74E-90C8-8348C1A2D82D}"/>
              </a:ext>
            </a:extLst>
          </p:cNvPr>
          <p:cNvGraphicFramePr>
            <a:graphicFrameLocks noGrp="1"/>
          </p:cNvGraphicFramePr>
          <p:nvPr>
            <p:extLst>
              <p:ext uri="{D42A27DB-BD31-4B8C-83A1-F6EECF244321}">
                <p14:modId xmlns:p14="http://schemas.microsoft.com/office/powerpoint/2010/main" val="1941897249"/>
              </p:ext>
            </p:extLst>
          </p:nvPr>
        </p:nvGraphicFramePr>
        <p:xfrm>
          <a:off x="924232" y="6761972"/>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23" name="Right Brace 22">
            <a:extLst>
              <a:ext uri="{FF2B5EF4-FFF2-40B4-BE49-F238E27FC236}">
                <a16:creationId xmlns:a16="http://schemas.microsoft.com/office/drawing/2014/main" id="{50C2E583-1A27-8C34-00C5-7CB6E52C42F3}"/>
              </a:ext>
            </a:extLst>
          </p:cNvPr>
          <p:cNvSpPr/>
          <p:nvPr/>
        </p:nvSpPr>
        <p:spPr>
          <a:xfrm>
            <a:off x="1837393" y="2850377"/>
            <a:ext cx="45719" cy="216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5" name="Right Brace 24">
            <a:extLst>
              <a:ext uri="{FF2B5EF4-FFF2-40B4-BE49-F238E27FC236}">
                <a16:creationId xmlns:a16="http://schemas.microsoft.com/office/drawing/2014/main" id="{31F06EBE-44E9-2F63-8515-C2001A529AE4}"/>
              </a:ext>
            </a:extLst>
          </p:cNvPr>
          <p:cNvSpPr/>
          <p:nvPr/>
        </p:nvSpPr>
        <p:spPr>
          <a:xfrm>
            <a:off x="1837393" y="3150939"/>
            <a:ext cx="45719" cy="95525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6" name="Right Brace 25">
            <a:extLst>
              <a:ext uri="{FF2B5EF4-FFF2-40B4-BE49-F238E27FC236}">
                <a16:creationId xmlns:a16="http://schemas.microsoft.com/office/drawing/2014/main" id="{39D73D2C-60F0-3C2D-73A7-B5813DF244E3}"/>
              </a:ext>
            </a:extLst>
          </p:cNvPr>
          <p:cNvSpPr/>
          <p:nvPr/>
        </p:nvSpPr>
        <p:spPr>
          <a:xfrm>
            <a:off x="1837393" y="6761972"/>
            <a:ext cx="45719" cy="216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7" name="Right Brace 26">
            <a:extLst>
              <a:ext uri="{FF2B5EF4-FFF2-40B4-BE49-F238E27FC236}">
                <a16:creationId xmlns:a16="http://schemas.microsoft.com/office/drawing/2014/main" id="{9C9CD67A-A371-D10E-8B34-F3DFF43DD652}"/>
              </a:ext>
            </a:extLst>
          </p:cNvPr>
          <p:cNvSpPr/>
          <p:nvPr/>
        </p:nvSpPr>
        <p:spPr>
          <a:xfrm>
            <a:off x="1837393" y="5761492"/>
            <a:ext cx="45719" cy="95525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8" name="Right Brace 27">
            <a:extLst>
              <a:ext uri="{FF2B5EF4-FFF2-40B4-BE49-F238E27FC236}">
                <a16:creationId xmlns:a16="http://schemas.microsoft.com/office/drawing/2014/main" id="{86D03F12-B69D-BE76-2A0F-ECE715FDA984}"/>
              </a:ext>
            </a:extLst>
          </p:cNvPr>
          <p:cNvSpPr/>
          <p:nvPr/>
        </p:nvSpPr>
        <p:spPr>
          <a:xfrm>
            <a:off x="1837393" y="4192439"/>
            <a:ext cx="69345" cy="144889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9" name="TextBox 28">
            <a:extLst>
              <a:ext uri="{FF2B5EF4-FFF2-40B4-BE49-F238E27FC236}">
                <a16:creationId xmlns:a16="http://schemas.microsoft.com/office/drawing/2014/main" id="{64B04867-0FB2-8CF7-0887-631561DCC284}"/>
              </a:ext>
            </a:extLst>
          </p:cNvPr>
          <p:cNvSpPr txBox="1"/>
          <p:nvPr/>
        </p:nvSpPr>
        <p:spPr>
          <a:xfrm>
            <a:off x="2042160" y="2719876"/>
            <a:ext cx="6586908" cy="463846"/>
          </a:xfrm>
          <a:prstGeom prst="rect">
            <a:avLst/>
          </a:prstGeom>
          <a:noFill/>
          <a:ln>
            <a:noFill/>
          </a:ln>
        </p:spPr>
        <p:txBody>
          <a:bodyPr wrap="square" lIns="90000" tIns="46800" rIns="90000" bIns="46800" rtlCol="0">
            <a:spAutoFit/>
          </a:bodyPr>
          <a:lstStyle/>
          <a:p>
            <a:pPr>
              <a:buSzPct val="75000"/>
            </a:pPr>
            <a:r>
              <a:rPr lang="en-GB" sz="1200" dirty="0"/>
              <a:t>4 ships. Alice sends 1. Bob success rate: 100%. Occurrence: 1/16. </a:t>
            </a:r>
          </a:p>
          <a:p>
            <a:pPr>
              <a:buSzPct val="75000"/>
            </a:pPr>
            <a:r>
              <a:rPr lang="en-GB" sz="1200" dirty="0"/>
              <a:t>Hamming weight 4</a:t>
            </a:r>
            <a:endParaRPr lang="en-NL" sz="1200" dirty="0"/>
          </a:p>
        </p:txBody>
      </p:sp>
      <p:sp>
        <p:nvSpPr>
          <p:cNvPr id="30" name="TextBox 29">
            <a:extLst>
              <a:ext uri="{FF2B5EF4-FFF2-40B4-BE49-F238E27FC236}">
                <a16:creationId xmlns:a16="http://schemas.microsoft.com/office/drawing/2014/main" id="{E2C08D37-2DEF-3B4F-A121-AC1DF325625D}"/>
              </a:ext>
            </a:extLst>
          </p:cNvPr>
          <p:cNvSpPr txBox="1"/>
          <p:nvPr/>
        </p:nvSpPr>
        <p:spPr>
          <a:xfrm>
            <a:off x="2042160" y="3420545"/>
            <a:ext cx="6586908" cy="463846"/>
          </a:xfrm>
          <a:prstGeom prst="rect">
            <a:avLst/>
          </a:prstGeom>
          <a:noFill/>
          <a:ln>
            <a:noFill/>
          </a:ln>
        </p:spPr>
        <p:txBody>
          <a:bodyPr wrap="square" lIns="90000" tIns="46800" rIns="90000" bIns="46800" rtlCol="0">
            <a:spAutoFit/>
          </a:bodyPr>
          <a:lstStyle/>
          <a:p>
            <a:pPr>
              <a:buSzPct val="75000"/>
            </a:pPr>
            <a:r>
              <a:rPr lang="en-GB" sz="1200" dirty="0"/>
              <a:t>3 ships. Alice sends 1. Bob success rate: 75%. Occurrence: 4/16</a:t>
            </a:r>
          </a:p>
          <a:p>
            <a:pPr>
              <a:buSzPct val="75000"/>
            </a:pPr>
            <a:r>
              <a:rPr lang="en-GB" sz="1200" dirty="0"/>
              <a:t>Hamming weight 3</a:t>
            </a:r>
            <a:endParaRPr lang="en-NL" sz="1200" dirty="0"/>
          </a:p>
        </p:txBody>
      </p:sp>
      <p:sp>
        <p:nvSpPr>
          <p:cNvPr id="31" name="TextBox 30">
            <a:extLst>
              <a:ext uri="{FF2B5EF4-FFF2-40B4-BE49-F238E27FC236}">
                <a16:creationId xmlns:a16="http://schemas.microsoft.com/office/drawing/2014/main" id="{9F6FBC71-7BBD-6C0D-CA61-4E5335DA235C}"/>
              </a:ext>
            </a:extLst>
          </p:cNvPr>
          <p:cNvSpPr txBox="1"/>
          <p:nvPr/>
        </p:nvSpPr>
        <p:spPr>
          <a:xfrm>
            <a:off x="2015490" y="4698167"/>
            <a:ext cx="6586908" cy="463846"/>
          </a:xfrm>
          <a:prstGeom prst="rect">
            <a:avLst/>
          </a:prstGeom>
          <a:noFill/>
          <a:ln>
            <a:noFill/>
          </a:ln>
        </p:spPr>
        <p:txBody>
          <a:bodyPr wrap="square" lIns="90000" tIns="46800" rIns="90000" bIns="46800" rtlCol="0">
            <a:spAutoFit/>
          </a:bodyPr>
          <a:lstStyle/>
          <a:p>
            <a:pPr>
              <a:buSzPct val="75000"/>
            </a:pPr>
            <a:r>
              <a:rPr lang="en-GB" sz="1200" dirty="0"/>
              <a:t>2 ships. Alice sends ?. Bob success rate: 50%. Occurrence: 6/16</a:t>
            </a:r>
          </a:p>
          <a:p>
            <a:pPr>
              <a:buSzPct val="75000"/>
            </a:pPr>
            <a:r>
              <a:rPr lang="en-GB" sz="1200" dirty="0"/>
              <a:t>Hamming weight 2</a:t>
            </a:r>
            <a:endParaRPr lang="en-NL" sz="1200" dirty="0"/>
          </a:p>
        </p:txBody>
      </p:sp>
      <p:sp>
        <p:nvSpPr>
          <p:cNvPr id="32" name="TextBox 31">
            <a:extLst>
              <a:ext uri="{FF2B5EF4-FFF2-40B4-BE49-F238E27FC236}">
                <a16:creationId xmlns:a16="http://schemas.microsoft.com/office/drawing/2014/main" id="{1F823A13-DFA8-C1FC-26B2-21AB1E18C63E}"/>
              </a:ext>
            </a:extLst>
          </p:cNvPr>
          <p:cNvSpPr txBox="1"/>
          <p:nvPr/>
        </p:nvSpPr>
        <p:spPr>
          <a:xfrm>
            <a:off x="1970371" y="6026487"/>
            <a:ext cx="6586908" cy="463846"/>
          </a:xfrm>
          <a:prstGeom prst="rect">
            <a:avLst/>
          </a:prstGeom>
          <a:noFill/>
          <a:ln>
            <a:noFill/>
          </a:ln>
        </p:spPr>
        <p:txBody>
          <a:bodyPr wrap="square" lIns="90000" tIns="46800" rIns="90000" bIns="46800" rtlCol="0">
            <a:spAutoFit/>
          </a:bodyPr>
          <a:lstStyle/>
          <a:p>
            <a:pPr>
              <a:buSzPct val="75000"/>
            </a:pPr>
            <a:r>
              <a:rPr lang="en-GB" sz="1200" dirty="0"/>
              <a:t>1 ship.  Alice sends 0. Bob success rate: 75%. Occurrence: 4/16</a:t>
            </a:r>
          </a:p>
          <a:p>
            <a:pPr>
              <a:buSzPct val="75000"/>
            </a:pPr>
            <a:r>
              <a:rPr lang="en-GB" sz="1200" dirty="0"/>
              <a:t>Hamming weight 1</a:t>
            </a:r>
            <a:endParaRPr lang="en-NL" sz="1200" dirty="0"/>
          </a:p>
        </p:txBody>
      </p:sp>
      <p:sp>
        <p:nvSpPr>
          <p:cNvPr id="33" name="TextBox 32">
            <a:extLst>
              <a:ext uri="{FF2B5EF4-FFF2-40B4-BE49-F238E27FC236}">
                <a16:creationId xmlns:a16="http://schemas.microsoft.com/office/drawing/2014/main" id="{AC963CBD-DD51-21EB-FA24-6F007E03F6D8}"/>
              </a:ext>
            </a:extLst>
          </p:cNvPr>
          <p:cNvSpPr txBox="1"/>
          <p:nvPr/>
        </p:nvSpPr>
        <p:spPr>
          <a:xfrm>
            <a:off x="1970371" y="6639765"/>
            <a:ext cx="6586908" cy="463846"/>
          </a:xfrm>
          <a:prstGeom prst="rect">
            <a:avLst/>
          </a:prstGeom>
          <a:noFill/>
          <a:ln>
            <a:noFill/>
          </a:ln>
        </p:spPr>
        <p:txBody>
          <a:bodyPr wrap="square" lIns="90000" tIns="46800" rIns="90000" bIns="46800" rtlCol="0">
            <a:spAutoFit/>
          </a:bodyPr>
          <a:lstStyle/>
          <a:p>
            <a:pPr>
              <a:buSzPct val="75000"/>
            </a:pPr>
            <a:r>
              <a:rPr lang="en-GB" sz="1200" dirty="0"/>
              <a:t>0 ships.  Alice sends 0. Bob success rate: 100%. Occurrence: 1/16</a:t>
            </a:r>
          </a:p>
          <a:p>
            <a:pPr>
              <a:buSzPct val="75000"/>
            </a:pPr>
            <a:r>
              <a:rPr lang="en-GB" sz="1200" dirty="0"/>
              <a:t>Hamming weight 0</a:t>
            </a:r>
            <a:endParaRPr lang="en-NL" sz="1200" dirty="0"/>
          </a:p>
        </p:txBody>
      </p:sp>
      <p:sp>
        <p:nvSpPr>
          <p:cNvPr id="34" name="TextBox 33">
            <a:extLst>
              <a:ext uri="{FF2B5EF4-FFF2-40B4-BE49-F238E27FC236}">
                <a16:creationId xmlns:a16="http://schemas.microsoft.com/office/drawing/2014/main" id="{FEE8F5FA-3363-36C3-565A-5AF5D9E8D67B}"/>
              </a:ext>
            </a:extLst>
          </p:cNvPr>
          <p:cNvSpPr txBox="1"/>
          <p:nvPr/>
        </p:nvSpPr>
        <p:spPr>
          <a:xfrm>
            <a:off x="817124" y="2174959"/>
            <a:ext cx="6586909" cy="309958"/>
          </a:xfrm>
          <a:prstGeom prst="rect">
            <a:avLst/>
          </a:prstGeom>
          <a:noFill/>
          <a:ln>
            <a:noFill/>
          </a:ln>
        </p:spPr>
        <p:txBody>
          <a:bodyPr wrap="none" lIns="90000" tIns="46800" rIns="90000" bIns="46800" rtlCol="0">
            <a:spAutoFit/>
          </a:bodyPr>
          <a:lstStyle/>
          <a:p>
            <a:pPr>
              <a:spcAft>
                <a:spcPts val="600"/>
              </a:spcAft>
              <a:buSzPct val="75000"/>
            </a:pPr>
            <a:r>
              <a:rPr lang="en-GB" sz="1400" b="1" dirty="0"/>
              <a:t>Majority strategy</a:t>
            </a:r>
            <a:r>
              <a:rPr lang="en-GB" sz="1400" dirty="0"/>
              <a:t>: Alice sends the majority value, and Bob guesses whatever Alice sends</a:t>
            </a:r>
            <a:endParaRPr lang="en-NL" sz="1400" dirty="0"/>
          </a:p>
        </p:txBody>
      </p:sp>
    </p:spTree>
    <p:extLst>
      <p:ext uri="{BB962C8B-B14F-4D97-AF65-F5344CB8AC3E}">
        <p14:creationId xmlns:p14="http://schemas.microsoft.com/office/powerpoint/2010/main" val="180636886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5C1A4E-C75D-6DA0-08E4-69B276C81AA0}"/>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15CB7561-A87E-6343-28A3-CC4225756A51}"/>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7</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EB94FECC-56DD-485A-82A5-C07464A6F985}"/>
                  </a:ext>
                </a:extLst>
              </p:cNvPr>
              <p:cNvSpPr>
                <a:spLocks noGrp="1"/>
              </p:cNvSpPr>
              <p:nvPr>
                <p:ph type="body" sz="quarter" idx="20"/>
              </p:nvPr>
            </p:nvSpPr>
            <p:spPr/>
            <p:txBody>
              <a:bodyPr/>
              <a:lstStyle/>
              <a:p>
                <a:pPr marL="0" indent="0">
                  <a:buNone/>
                </a:pPr>
                <a:r>
                  <a:rPr lang="en-NL" b="1" dirty="0"/>
                  <a:t>[FIGURE 4 — the table, rendered as an image for Medium; placed here]</a:t>
                </a:r>
                <a:r>
                  <a:rPr lang="en-NL" dirty="0"/>
                  <a:t> </a:t>
                </a:r>
                <a:r>
                  <a:rPr lang="en-NL" b="1" dirty="0"/>
                  <a:t>Caption:</a:t>
                </a:r>
                <a:r>
                  <a:rPr lang="en-NL" dirty="0"/>
                  <a:t> *Three tie-break agreements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m:t>
                    </m:r>
                  </m:oMath>
                </a14:m>
                <a:r>
                  <a:rPr lang="en-NL" dirty="0"/>
                  <a:t>. Every information measure falls down the ladder; the win rate does not move.* </a:t>
                </a:r>
                <a:r>
                  <a:rPr lang="en-NL" b="1" dirty="0"/>
                  <a:t>Alt-text:</a:t>
                </a:r>
                <a:r>
                  <a:rPr lang="en-NL" dirty="0"/>
                  <a:t> A table with three rows and four columns. Row 1: copy cell 1 — 1.000 bits about the board, 0.148 bits about Bob's cell, win rate 11/16. Row 2: always 'shoot' — 0.896 bits, 0.124 bits, win rate 11/16. Row 3: flip a coin — 0.625 bits, 0.104 bits, win rate 11/16. The win-rate column is highlighted to emphasise that it is identical in all three rows.</a:t>
                </a:r>
              </a:p>
            </p:txBody>
          </p:sp>
        </mc:Choice>
        <mc:Fallback xmlns="">
          <p:sp>
            <p:nvSpPr>
              <p:cNvPr id="4" name="Text Placeholder 3">
                <a:extLst>
                  <a:ext uri="{FF2B5EF4-FFF2-40B4-BE49-F238E27FC236}">
                    <a16:creationId xmlns:a16="http://schemas.microsoft.com/office/drawing/2014/main" id="{EB94FECC-56DD-485A-82A5-C07464A6F985}"/>
                  </a:ext>
                </a:extLst>
              </p:cNvPr>
              <p:cNvSpPr>
                <a:spLocks noGrp="1" noRot="1" noChangeAspect="1" noMove="1" noResize="1" noEditPoints="1" noAdjustHandles="1" noChangeArrowheads="1" noChangeShapeType="1" noTextEdit="1"/>
              </p:cNvSpPr>
              <p:nvPr>
                <p:ph type="body" sz="quarter" idx="20"/>
              </p:nvPr>
            </p:nvSpPr>
            <p:spPr>
              <a:blipFill>
                <a:blip r:embed="rId2"/>
                <a:stretch>
                  <a:fillRect l="-1348" t="-1751" r="-749"/>
                </a:stretch>
              </a:blipFill>
            </p:spPr>
            <p:txBody>
              <a:bodyPr/>
              <a:lstStyle/>
              <a:p>
                <a:r>
                  <a:rPr lang="en-NL">
                    <a:noFill/>
                  </a:rPr>
                  <a:t> </a:t>
                </a:r>
              </a:p>
            </p:txBody>
          </p:sp>
        </mc:Fallback>
      </mc:AlternateContent>
      <p:sp>
        <p:nvSpPr>
          <p:cNvPr id="5" name="Title 4">
            <a:extLst>
              <a:ext uri="{FF2B5EF4-FFF2-40B4-BE49-F238E27FC236}">
                <a16:creationId xmlns:a16="http://schemas.microsoft.com/office/drawing/2014/main" id="{BA8EEBE1-1049-DB06-FA98-F7D5C5120F9B}"/>
              </a:ext>
            </a:extLst>
          </p:cNvPr>
          <p:cNvSpPr>
            <a:spLocks noGrp="1"/>
          </p:cNvSpPr>
          <p:nvPr>
            <p:ph type="title"/>
          </p:nvPr>
        </p:nvSpPr>
        <p:spPr/>
        <p:txBody>
          <a:bodyPr/>
          <a:lstStyle/>
          <a:p>
            <a:r>
              <a:rPr lang="en-GB" dirty="0"/>
              <a:t>Figure 4</a:t>
            </a:r>
            <a:endParaRPr lang="en-NL" dirty="0"/>
          </a:p>
        </p:txBody>
      </p:sp>
    </p:spTree>
    <p:extLst>
      <p:ext uri="{BB962C8B-B14F-4D97-AF65-F5344CB8AC3E}">
        <p14:creationId xmlns:p14="http://schemas.microsoft.com/office/powerpoint/2010/main" val="5598325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7FE4BCE-119C-3E49-FB1B-24253584F852}"/>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6F9E57A9-20A9-1625-37DD-82BC7A331257}"/>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8</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05B2447-7A3F-C8D9-6AE8-8E07DC6EC9E3}"/>
                  </a:ext>
                </a:extLst>
              </p:cNvPr>
              <p:cNvSpPr>
                <a:spLocks noGrp="1"/>
              </p:cNvSpPr>
              <p:nvPr>
                <p:ph type="body" sz="quarter" idx="20"/>
              </p:nvPr>
            </p:nvSpPr>
            <p:spPr/>
            <p:txBody>
              <a:bodyPr/>
              <a:lstStyle/>
              <a:p>
                <a:pPr marL="0" indent="0">
                  <a:buNone/>
                </a:pPr>
                <a:r>
                  <a:rPr lang="en-NL" b="1" dirty="0"/>
                  <a:t>[FIGURE 5 — centrepiece; placed here]</a:t>
                </a:r>
                <a:r>
                  <a:rPr lang="en-NL" dirty="0"/>
                  <a:t> </a:t>
                </a:r>
                <a:r>
                  <a:rPr lang="en-NL" b="1" dirty="0"/>
                  <a:t>Caption:</a:t>
                </a:r>
                <a:r>
                  <a:rPr lang="en-NL" dirty="0"/>
                  <a:t> *The cancellation, drawn. Top: row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−1</m:t>
                    </m:r>
                  </m:oMath>
                </a14:m>
                <a:r>
                  <a:rPr lang="en-NL" dirty="0"/>
                  <a:t>of Pascal's triangle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m:t>
                    </m:r>
                  </m:oMath>
                </a14:m>
                <a:r>
                  <a:rPr lang="en-NL" dirty="0"/>
                  <a:t>(1, 3, 3, 1) and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=8</m:t>
                    </m:r>
                  </m:oMath>
                </a14:m>
                <a:r>
                  <a:rPr lang="en-NL" dirty="0"/>
                  <a:t>(1, 7, 21, 35, 35, 21, 7, 1), coloured by outcome at Bob's cell; mirror pairs cancel win against loss, and the one cell left of the axis — the tie — survives. Bottom: the same rows normalised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=4,8,16</m:t>
                    </m:r>
                  </m:oMath>
                </a14:m>
                <a:r>
                  <a:rPr lang="en-NL" dirty="0"/>
                  <a:t>, the bell curve emerging and the surviving cell shrinking like </a:t>
                </a:r>
                <a14:m>
                  <m:oMath xmlns:m="http://schemas.openxmlformats.org/officeDocument/2006/math">
                    <m:r>
                      <a:rPr lang="en-NL" dirty="0">
                        <a:latin typeface="Cambria Math" panose="02040503050406030204" pitchFamily="18" charset="0"/>
                      </a:rPr>
                      <m:t>1/</m:t>
                    </m:r>
                    <m:rad>
                      <m:radPr>
                        <m:degHide m:val="on"/>
                        <m:ctrlPr>
                          <a:rPr lang="en-NL" i="1" dirty="0">
                            <a:latin typeface="Cambria Math" panose="02040503050406030204" pitchFamily="18" charset="0"/>
                          </a:rPr>
                        </m:ctrlPr>
                      </m:radPr>
                      <m:deg/>
                      <m:e>
                        <m:r>
                          <a:rPr lang="en-NL" i="1" dirty="0">
                            <a:latin typeface="Cambria Math" panose="02040503050406030204" pitchFamily="18" charset="0"/>
                          </a:rPr>
                          <m:t>𝑛</m:t>
                        </m:r>
                      </m:e>
                    </m:rad>
                  </m:oMath>
                </a14:m>
                <a:r>
                  <a:rPr lang="en-NL" dirty="0"/>
                  <a:t>.* </a:t>
                </a:r>
                <a:r>
                  <a:rPr lang="en-NL" b="1" dirty="0"/>
                  <a:t>Alt-text:</a:t>
                </a:r>
                <a:r>
                  <a:rPr lang="en-NL" dirty="0"/>
                  <a:t> Top half: two horizontal bar rows. First row has four blocks sized 1, 3, 3, 1; second row has eight blocks sized 1, 7, 21, 35, 35, 21, 7, 1. In each, blocks right of the central dashed axis are green and labelled "win", blocks left are red and labelled "loss", except the block immediately left of the axis, which is yellow and labelled "tie — pays 1/2". Curved arcs pair each green block with its red mirror image. Bottom half: three normalised bar silhouettes for n = 4, 8, 16 with a bell curve overlaid, the yellow central block visibly smaller in each successive silhouette.</a:t>
                </a:r>
              </a:p>
            </p:txBody>
          </p:sp>
        </mc:Choice>
        <mc:Fallback xmlns="">
          <p:sp>
            <p:nvSpPr>
              <p:cNvPr id="4" name="Text Placeholder 3">
                <a:extLst>
                  <a:ext uri="{FF2B5EF4-FFF2-40B4-BE49-F238E27FC236}">
                    <a16:creationId xmlns:a16="http://schemas.microsoft.com/office/drawing/2014/main" id="{605B2447-7A3F-C8D9-6AE8-8E07DC6EC9E3}"/>
                  </a:ext>
                </a:extLst>
              </p:cNvPr>
              <p:cNvSpPr>
                <a:spLocks noGrp="1" noRot="1" noChangeAspect="1" noMove="1" noResize="1" noEditPoints="1" noAdjustHandles="1" noChangeArrowheads="1" noChangeShapeType="1" noTextEdit="1"/>
              </p:cNvSpPr>
              <p:nvPr>
                <p:ph type="body" sz="quarter" idx="20"/>
              </p:nvPr>
            </p:nvSpPr>
            <p:spPr>
              <a:blipFill>
                <a:blip r:embed="rId2"/>
                <a:stretch>
                  <a:fillRect l="-1348" t="-1751" r="-1423"/>
                </a:stretch>
              </a:blipFill>
            </p:spPr>
            <p:txBody>
              <a:bodyPr/>
              <a:lstStyle/>
              <a:p>
                <a:r>
                  <a:rPr lang="en-NL">
                    <a:noFill/>
                  </a:rPr>
                  <a:t> </a:t>
                </a:r>
              </a:p>
            </p:txBody>
          </p:sp>
        </mc:Fallback>
      </mc:AlternateContent>
      <p:sp>
        <p:nvSpPr>
          <p:cNvPr id="5" name="Title 4">
            <a:extLst>
              <a:ext uri="{FF2B5EF4-FFF2-40B4-BE49-F238E27FC236}">
                <a16:creationId xmlns:a16="http://schemas.microsoft.com/office/drawing/2014/main" id="{04CFCE1F-1E6E-B6DF-254D-AFA38DC5533C}"/>
              </a:ext>
            </a:extLst>
          </p:cNvPr>
          <p:cNvSpPr>
            <a:spLocks noGrp="1"/>
          </p:cNvSpPr>
          <p:nvPr>
            <p:ph type="title"/>
          </p:nvPr>
        </p:nvSpPr>
        <p:spPr>
          <a:xfrm>
            <a:off x="500062" y="2599548"/>
            <a:ext cx="8138160" cy="719137"/>
          </a:xfrm>
        </p:spPr>
        <p:txBody>
          <a:bodyPr/>
          <a:lstStyle/>
          <a:p>
            <a:r>
              <a:rPr lang="en-GB" dirty="0"/>
              <a:t>Figure 5</a:t>
            </a:r>
            <a:endParaRPr lang="en-NL" dirty="0"/>
          </a:p>
        </p:txBody>
      </p:sp>
    </p:spTree>
    <p:extLst>
      <p:ext uri="{BB962C8B-B14F-4D97-AF65-F5344CB8AC3E}">
        <p14:creationId xmlns:p14="http://schemas.microsoft.com/office/powerpoint/2010/main" val="28765251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2F9EA64-B862-B7F7-D0E1-5347C8AF00E0}"/>
              </a:ext>
            </a:extLst>
          </p:cNvPr>
          <p:cNvGraphicFramePr>
            <a:graphicFrameLocks noGrp="1"/>
          </p:cNvGraphicFramePr>
          <p:nvPr>
            <p:extLst>
              <p:ext uri="{D42A27DB-BD31-4B8C-83A1-F6EECF244321}">
                <p14:modId xmlns:p14="http://schemas.microsoft.com/office/powerpoint/2010/main" val="2401486360"/>
              </p:ext>
            </p:extLst>
          </p:nvPr>
        </p:nvGraphicFramePr>
        <p:xfrm>
          <a:off x="1242837"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6" name="Arrow: Down 5">
            <a:extLst>
              <a:ext uri="{FF2B5EF4-FFF2-40B4-BE49-F238E27FC236}">
                <a16:creationId xmlns:a16="http://schemas.microsoft.com/office/drawing/2014/main" id="{12414FE1-AB26-9A3A-6D29-C6508350AB81}"/>
              </a:ext>
            </a:extLst>
          </p:cNvPr>
          <p:cNvSpPr/>
          <p:nvPr/>
        </p:nvSpPr>
        <p:spPr>
          <a:xfrm>
            <a:off x="1113694" y="3753564"/>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7" name="Arrow: Down 6">
            <a:extLst>
              <a:ext uri="{FF2B5EF4-FFF2-40B4-BE49-F238E27FC236}">
                <a16:creationId xmlns:a16="http://schemas.microsoft.com/office/drawing/2014/main" id="{F43BE95B-6E49-8991-D669-B2B8F5B305C2}"/>
              </a:ext>
            </a:extLst>
          </p:cNvPr>
          <p:cNvSpPr/>
          <p:nvPr/>
        </p:nvSpPr>
        <p:spPr>
          <a:xfrm>
            <a:off x="1975065" y="3753564"/>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8" name="TextBox 7">
            <a:extLst>
              <a:ext uri="{FF2B5EF4-FFF2-40B4-BE49-F238E27FC236}">
                <a16:creationId xmlns:a16="http://schemas.microsoft.com/office/drawing/2014/main" id="{DDB256E7-2428-DF53-7BE6-B51000A78888}"/>
              </a:ext>
            </a:extLst>
          </p:cNvPr>
          <p:cNvSpPr txBox="1"/>
          <p:nvPr/>
        </p:nvSpPr>
        <p:spPr>
          <a:xfrm>
            <a:off x="899056"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7x</a:t>
            </a:r>
            <a:endParaRPr lang="en-NL" sz="1400" dirty="0"/>
          </a:p>
        </p:txBody>
      </p:sp>
      <p:grpSp>
        <p:nvGrpSpPr>
          <p:cNvPr id="9" name="Group 8">
            <a:extLst>
              <a:ext uri="{FF2B5EF4-FFF2-40B4-BE49-F238E27FC236}">
                <a16:creationId xmlns:a16="http://schemas.microsoft.com/office/drawing/2014/main" id="{C7151AE6-0004-60F9-939D-75623091110A}"/>
              </a:ext>
            </a:extLst>
          </p:cNvPr>
          <p:cNvGrpSpPr/>
          <p:nvPr/>
        </p:nvGrpSpPr>
        <p:grpSpPr>
          <a:xfrm>
            <a:off x="982556" y="2851735"/>
            <a:ext cx="6502272" cy="248402"/>
            <a:chOff x="1353613" y="2526678"/>
            <a:chExt cx="6502272" cy="248402"/>
          </a:xfrm>
        </p:grpSpPr>
        <p:sp>
          <p:nvSpPr>
            <p:cNvPr id="10" name="TextBox 9">
              <a:extLst>
                <a:ext uri="{FF2B5EF4-FFF2-40B4-BE49-F238E27FC236}">
                  <a16:creationId xmlns:a16="http://schemas.microsoft.com/office/drawing/2014/main" id="{2473DF72-3319-7385-436A-0E0041C677ED}"/>
                </a:ext>
              </a:extLst>
            </p:cNvPr>
            <p:cNvSpPr txBox="1"/>
            <p:nvPr/>
          </p:nvSpPr>
          <p:spPr>
            <a:xfrm>
              <a:off x="1353613"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1/128</a:t>
              </a:r>
              <a:endParaRPr lang="en-NL" sz="1000" dirty="0"/>
            </a:p>
          </p:txBody>
        </p:sp>
        <p:sp>
          <p:nvSpPr>
            <p:cNvPr id="11" name="TextBox 10">
              <a:extLst>
                <a:ext uri="{FF2B5EF4-FFF2-40B4-BE49-F238E27FC236}">
                  <a16:creationId xmlns:a16="http://schemas.microsoft.com/office/drawing/2014/main" id="{21B6657C-33EE-199C-DDB5-6848A33FD43C}"/>
                </a:ext>
              </a:extLst>
            </p:cNvPr>
            <p:cNvSpPr txBox="1"/>
            <p:nvPr/>
          </p:nvSpPr>
          <p:spPr>
            <a:xfrm>
              <a:off x="2174332"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7/128</a:t>
              </a:r>
              <a:endParaRPr lang="en-NL" sz="1000" dirty="0"/>
            </a:p>
          </p:txBody>
        </p:sp>
        <p:sp>
          <p:nvSpPr>
            <p:cNvPr id="12" name="TextBox 11">
              <a:extLst>
                <a:ext uri="{FF2B5EF4-FFF2-40B4-BE49-F238E27FC236}">
                  <a16:creationId xmlns:a16="http://schemas.microsoft.com/office/drawing/2014/main" id="{583E9D10-8166-6EEF-C5A7-E8192D446DDE}"/>
                </a:ext>
              </a:extLst>
            </p:cNvPr>
            <p:cNvSpPr txBox="1"/>
            <p:nvPr/>
          </p:nvSpPr>
          <p:spPr>
            <a:xfrm>
              <a:off x="2995051"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21/128</a:t>
              </a:r>
              <a:endParaRPr lang="en-NL" sz="1000" dirty="0"/>
            </a:p>
          </p:txBody>
        </p:sp>
        <p:sp>
          <p:nvSpPr>
            <p:cNvPr id="13" name="TextBox 12">
              <a:extLst>
                <a:ext uri="{FF2B5EF4-FFF2-40B4-BE49-F238E27FC236}">
                  <a16:creationId xmlns:a16="http://schemas.microsoft.com/office/drawing/2014/main" id="{83FE3B5D-2E25-7864-CC87-FA30E17F210F}"/>
                </a:ext>
              </a:extLst>
            </p:cNvPr>
            <p:cNvSpPr txBox="1"/>
            <p:nvPr/>
          </p:nvSpPr>
          <p:spPr>
            <a:xfrm>
              <a:off x="3881493"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35/128</a:t>
              </a:r>
              <a:endParaRPr lang="en-NL" sz="1000" dirty="0"/>
            </a:p>
          </p:txBody>
        </p:sp>
        <p:sp>
          <p:nvSpPr>
            <p:cNvPr id="14" name="TextBox 13">
              <a:extLst>
                <a:ext uri="{FF2B5EF4-FFF2-40B4-BE49-F238E27FC236}">
                  <a16:creationId xmlns:a16="http://schemas.microsoft.com/office/drawing/2014/main" id="{7447E32A-6F79-13B3-EBF2-2651D46088BA}"/>
                </a:ext>
              </a:extLst>
            </p:cNvPr>
            <p:cNvSpPr txBox="1"/>
            <p:nvPr/>
          </p:nvSpPr>
          <p:spPr>
            <a:xfrm>
              <a:off x="4767935"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35/128</a:t>
              </a:r>
              <a:endParaRPr lang="en-NL" sz="1000" dirty="0"/>
            </a:p>
          </p:txBody>
        </p:sp>
        <p:sp>
          <p:nvSpPr>
            <p:cNvPr id="15" name="TextBox 14">
              <a:extLst>
                <a:ext uri="{FF2B5EF4-FFF2-40B4-BE49-F238E27FC236}">
                  <a16:creationId xmlns:a16="http://schemas.microsoft.com/office/drawing/2014/main" id="{7EA77E76-9243-D722-C37B-7AD363A3E28F}"/>
                </a:ext>
              </a:extLst>
            </p:cNvPr>
            <p:cNvSpPr txBox="1"/>
            <p:nvPr/>
          </p:nvSpPr>
          <p:spPr>
            <a:xfrm>
              <a:off x="5654377"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21/128</a:t>
              </a:r>
              <a:endParaRPr lang="en-NL" sz="1000" dirty="0"/>
            </a:p>
          </p:txBody>
        </p:sp>
        <p:sp>
          <p:nvSpPr>
            <p:cNvPr id="16" name="TextBox 15">
              <a:extLst>
                <a:ext uri="{FF2B5EF4-FFF2-40B4-BE49-F238E27FC236}">
                  <a16:creationId xmlns:a16="http://schemas.microsoft.com/office/drawing/2014/main" id="{0F2D70AC-6A04-5497-41BA-21F379A4A445}"/>
                </a:ext>
              </a:extLst>
            </p:cNvPr>
            <p:cNvSpPr txBox="1"/>
            <p:nvPr/>
          </p:nvSpPr>
          <p:spPr>
            <a:xfrm>
              <a:off x="6540819"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7/128</a:t>
              </a:r>
              <a:endParaRPr lang="en-NL" sz="1000" dirty="0"/>
            </a:p>
          </p:txBody>
        </p:sp>
        <p:sp>
          <p:nvSpPr>
            <p:cNvPr id="17" name="TextBox 16">
              <a:extLst>
                <a:ext uri="{FF2B5EF4-FFF2-40B4-BE49-F238E27FC236}">
                  <a16:creationId xmlns:a16="http://schemas.microsoft.com/office/drawing/2014/main" id="{7577A2B9-A64B-A2D0-A2E1-9434127DD781}"/>
                </a:ext>
              </a:extLst>
            </p:cNvPr>
            <p:cNvSpPr txBox="1"/>
            <p:nvPr/>
          </p:nvSpPr>
          <p:spPr>
            <a:xfrm>
              <a:off x="7361541"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1/128</a:t>
              </a:r>
              <a:endParaRPr lang="en-NL" sz="1000" dirty="0"/>
            </a:p>
          </p:txBody>
        </p:sp>
      </p:grpSp>
      <p:graphicFrame>
        <p:nvGraphicFramePr>
          <p:cNvPr id="18" name="Table 17">
            <a:extLst>
              <a:ext uri="{FF2B5EF4-FFF2-40B4-BE49-F238E27FC236}">
                <a16:creationId xmlns:a16="http://schemas.microsoft.com/office/drawing/2014/main" id="{9101224A-DA8A-F8CF-DE7E-437D6E774ADC}"/>
              </a:ext>
            </a:extLst>
          </p:cNvPr>
          <p:cNvGraphicFramePr>
            <a:graphicFrameLocks noGrp="1"/>
          </p:cNvGraphicFramePr>
          <p:nvPr>
            <p:extLst>
              <p:ext uri="{D42A27DB-BD31-4B8C-83A1-F6EECF244321}">
                <p14:modId xmlns:p14="http://schemas.microsoft.com/office/powerpoint/2010/main" val="723363690"/>
              </p:ext>
            </p:extLst>
          </p:nvPr>
        </p:nvGraphicFramePr>
        <p:xfrm>
          <a:off x="2075753"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9" name="TextBox 18">
            <a:extLst>
              <a:ext uri="{FF2B5EF4-FFF2-40B4-BE49-F238E27FC236}">
                <a16:creationId xmlns:a16="http://schemas.microsoft.com/office/drawing/2014/main" id="{986FB136-C8C4-626C-D166-C39FEB839047}"/>
              </a:ext>
            </a:extLst>
          </p:cNvPr>
          <p:cNvSpPr txBox="1"/>
          <p:nvPr/>
        </p:nvSpPr>
        <p:spPr>
          <a:xfrm>
            <a:off x="1731972"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6x</a:t>
            </a:r>
            <a:endParaRPr lang="en-NL" sz="1400" dirty="0"/>
          </a:p>
        </p:txBody>
      </p:sp>
      <p:graphicFrame>
        <p:nvGraphicFramePr>
          <p:cNvPr id="20" name="Table 19">
            <a:extLst>
              <a:ext uri="{FF2B5EF4-FFF2-40B4-BE49-F238E27FC236}">
                <a16:creationId xmlns:a16="http://schemas.microsoft.com/office/drawing/2014/main" id="{CA5919A3-0473-FA0F-AB62-C38DE95022C9}"/>
              </a:ext>
            </a:extLst>
          </p:cNvPr>
          <p:cNvGraphicFramePr>
            <a:graphicFrameLocks noGrp="1"/>
          </p:cNvGraphicFramePr>
          <p:nvPr>
            <p:extLst>
              <p:ext uri="{D42A27DB-BD31-4B8C-83A1-F6EECF244321}">
                <p14:modId xmlns:p14="http://schemas.microsoft.com/office/powerpoint/2010/main" val="2477462669"/>
              </p:ext>
            </p:extLst>
          </p:nvPr>
        </p:nvGraphicFramePr>
        <p:xfrm>
          <a:off x="2929933"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21" name="TextBox 20">
            <a:extLst>
              <a:ext uri="{FF2B5EF4-FFF2-40B4-BE49-F238E27FC236}">
                <a16:creationId xmlns:a16="http://schemas.microsoft.com/office/drawing/2014/main" id="{A2EBAC47-6105-6B9B-40A2-BF8AC00624C1}"/>
              </a:ext>
            </a:extLst>
          </p:cNvPr>
          <p:cNvSpPr txBox="1"/>
          <p:nvPr/>
        </p:nvSpPr>
        <p:spPr>
          <a:xfrm>
            <a:off x="2586152"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5x</a:t>
            </a:r>
            <a:endParaRPr lang="en-NL" sz="1400" dirty="0"/>
          </a:p>
        </p:txBody>
      </p:sp>
      <p:graphicFrame>
        <p:nvGraphicFramePr>
          <p:cNvPr id="22" name="Table 21">
            <a:extLst>
              <a:ext uri="{FF2B5EF4-FFF2-40B4-BE49-F238E27FC236}">
                <a16:creationId xmlns:a16="http://schemas.microsoft.com/office/drawing/2014/main" id="{FF688820-26B8-FE36-AEE5-853238B27838}"/>
              </a:ext>
            </a:extLst>
          </p:cNvPr>
          <p:cNvGraphicFramePr>
            <a:graphicFrameLocks noGrp="1"/>
          </p:cNvGraphicFramePr>
          <p:nvPr>
            <p:extLst>
              <p:ext uri="{D42A27DB-BD31-4B8C-83A1-F6EECF244321}">
                <p14:modId xmlns:p14="http://schemas.microsoft.com/office/powerpoint/2010/main" val="2093375381"/>
              </p:ext>
            </p:extLst>
          </p:nvPr>
        </p:nvGraphicFramePr>
        <p:xfrm>
          <a:off x="3808093"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23" name="TextBox 22">
            <a:extLst>
              <a:ext uri="{FF2B5EF4-FFF2-40B4-BE49-F238E27FC236}">
                <a16:creationId xmlns:a16="http://schemas.microsoft.com/office/drawing/2014/main" id="{BBE62A4F-DF13-CA26-9731-E10257DF2591}"/>
              </a:ext>
            </a:extLst>
          </p:cNvPr>
          <p:cNvSpPr txBox="1"/>
          <p:nvPr/>
        </p:nvSpPr>
        <p:spPr>
          <a:xfrm>
            <a:off x="3464312"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4x</a:t>
            </a:r>
            <a:endParaRPr lang="en-NL" sz="1400" dirty="0"/>
          </a:p>
        </p:txBody>
      </p:sp>
      <p:graphicFrame>
        <p:nvGraphicFramePr>
          <p:cNvPr id="24" name="Table 23">
            <a:extLst>
              <a:ext uri="{FF2B5EF4-FFF2-40B4-BE49-F238E27FC236}">
                <a16:creationId xmlns:a16="http://schemas.microsoft.com/office/drawing/2014/main" id="{9436F9BC-F242-BAFB-E60C-389556D70836}"/>
              </a:ext>
            </a:extLst>
          </p:cNvPr>
          <p:cNvGraphicFramePr>
            <a:graphicFrameLocks noGrp="1"/>
          </p:cNvGraphicFramePr>
          <p:nvPr>
            <p:extLst>
              <p:ext uri="{D42A27DB-BD31-4B8C-83A1-F6EECF244321}">
                <p14:modId xmlns:p14="http://schemas.microsoft.com/office/powerpoint/2010/main" val="331737445"/>
              </p:ext>
            </p:extLst>
          </p:nvPr>
        </p:nvGraphicFramePr>
        <p:xfrm>
          <a:off x="4711655"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25" name="TextBox 24">
            <a:extLst>
              <a:ext uri="{FF2B5EF4-FFF2-40B4-BE49-F238E27FC236}">
                <a16:creationId xmlns:a16="http://schemas.microsoft.com/office/drawing/2014/main" id="{38707560-6603-E52B-2629-345D22FB1F26}"/>
              </a:ext>
            </a:extLst>
          </p:cNvPr>
          <p:cNvSpPr txBox="1"/>
          <p:nvPr/>
        </p:nvSpPr>
        <p:spPr>
          <a:xfrm>
            <a:off x="4367874"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3x</a:t>
            </a:r>
            <a:endParaRPr lang="en-NL" sz="1400" dirty="0"/>
          </a:p>
        </p:txBody>
      </p:sp>
      <p:graphicFrame>
        <p:nvGraphicFramePr>
          <p:cNvPr id="26" name="Table 25">
            <a:extLst>
              <a:ext uri="{FF2B5EF4-FFF2-40B4-BE49-F238E27FC236}">
                <a16:creationId xmlns:a16="http://schemas.microsoft.com/office/drawing/2014/main" id="{F47D77AA-69CE-AF5C-3700-EAFDE2B10331}"/>
              </a:ext>
            </a:extLst>
          </p:cNvPr>
          <p:cNvGraphicFramePr>
            <a:graphicFrameLocks noGrp="1"/>
          </p:cNvGraphicFramePr>
          <p:nvPr>
            <p:extLst>
              <p:ext uri="{D42A27DB-BD31-4B8C-83A1-F6EECF244321}">
                <p14:modId xmlns:p14="http://schemas.microsoft.com/office/powerpoint/2010/main" val="4202125015"/>
              </p:ext>
            </p:extLst>
          </p:nvPr>
        </p:nvGraphicFramePr>
        <p:xfrm>
          <a:off x="5615217"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27" name="TextBox 26">
            <a:extLst>
              <a:ext uri="{FF2B5EF4-FFF2-40B4-BE49-F238E27FC236}">
                <a16:creationId xmlns:a16="http://schemas.microsoft.com/office/drawing/2014/main" id="{0BDD5E27-1461-62A5-B1FA-5D8AE5EFB59C}"/>
              </a:ext>
            </a:extLst>
          </p:cNvPr>
          <p:cNvSpPr txBox="1"/>
          <p:nvPr/>
        </p:nvSpPr>
        <p:spPr>
          <a:xfrm>
            <a:off x="5271436"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2x</a:t>
            </a:r>
            <a:endParaRPr lang="en-NL" sz="1400" dirty="0"/>
          </a:p>
        </p:txBody>
      </p:sp>
      <p:graphicFrame>
        <p:nvGraphicFramePr>
          <p:cNvPr id="28" name="Table 27">
            <a:extLst>
              <a:ext uri="{FF2B5EF4-FFF2-40B4-BE49-F238E27FC236}">
                <a16:creationId xmlns:a16="http://schemas.microsoft.com/office/drawing/2014/main" id="{D667AE13-15E5-76E4-E258-9F41E3FEEC02}"/>
              </a:ext>
            </a:extLst>
          </p:cNvPr>
          <p:cNvGraphicFramePr>
            <a:graphicFrameLocks noGrp="1"/>
          </p:cNvGraphicFramePr>
          <p:nvPr>
            <p:extLst>
              <p:ext uri="{D42A27DB-BD31-4B8C-83A1-F6EECF244321}">
                <p14:modId xmlns:p14="http://schemas.microsoft.com/office/powerpoint/2010/main" val="2914796235"/>
              </p:ext>
            </p:extLst>
          </p:nvPr>
        </p:nvGraphicFramePr>
        <p:xfrm>
          <a:off x="6474561"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29" name="TextBox 28">
            <a:extLst>
              <a:ext uri="{FF2B5EF4-FFF2-40B4-BE49-F238E27FC236}">
                <a16:creationId xmlns:a16="http://schemas.microsoft.com/office/drawing/2014/main" id="{473A6B9D-3FD7-491C-1656-215DAF604AA6}"/>
              </a:ext>
            </a:extLst>
          </p:cNvPr>
          <p:cNvSpPr txBox="1"/>
          <p:nvPr/>
        </p:nvSpPr>
        <p:spPr>
          <a:xfrm>
            <a:off x="6130780"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1x</a:t>
            </a:r>
            <a:endParaRPr lang="en-NL" sz="1400" dirty="0"/>
          </a:p>
        </p:txBody>
      </p:sp>
      <p:graphicFrame>
        <p:nvGraphicFramePr>
          <p:cNvPr id="30" name="Table 29">
            <a:extLst>
              <a:ext uri="{FF2B5EF4-FFF2-40B4-BE49-F238E27FC236}">
                <a16:creationId xmlns:a16="http://schemas.microsoft.com/office/drawing/2014/main" id="{1E54D023-E259-3DF7-ABD8-8C227819C2F2}"/>
              </a:ext>
            </a:extLst>
          </p:cNvPr>
          <p:cNvGraphicFramePr>
            <a:graphicFrameLocks noGrp="1"/>
          </p:cNvGraphicFramePr>
          <p:nvPr>
            <p:extLst>
              <p:ext uri="{D42A27DB-BD31-4B8C-83A1-F6EECF244321}">
                <p14:modId xmlns:p14="http://schemas.microsoft.com/office/powerpoint/2010/main" val="2643410458"/>
              </p:ext>
            </p:extLst>
          </p:nvPr>
        </p:nvGraphicFramePr>
        <p:xfrm>
          <a:off x="7251430" y="3217958"/>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31" name="TextBox 30">
            <a:extLst>
              <a:ext uri="{FF2B5EF4-FFF2-40B4-BE49-F238E27FC236}">
                <a16:creationId xmlns:a16="http://schemas.microsoft.com/office/drawing/2014/main" id="{28EF18B0-2DD9-E15C-4B2D-01A44995E4E8}"/>
              </a:ext>
            </a:extLst>
          </p:cNvPr>
          <p:cNvSpPr txBox="1"/>
          <p:nvPr/>
        </p:nvSpPr>
        <p:spPr>
          <a:xfrm>
            <a:off x="6907649" y="3176155"/>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0x</a:t>
            </a:r>
            <a:endParaRPr lang="en-NL" sz="1400" dirty="0"/>
          </a:p>
        </p:txBody>
      </p:sp>
      <p:graphicFrame>
        <p:nvGraphicFramePr>
          <p:cNvPr id="32" name="Table 31">
            <a:extLst>
              <a:ext uri="{FF2B5EF4-FFF2-40B4-BE49-F238E27FC236}">
                <a16:creationId xmlns:a16="http://schemas.microsoft.com/office/drawing/2014/main" id="{6E8D06BF-5F79-25D2-4344-10A3BD875B42}"/>
              </a:ext>
            </a:extLst>
          </p:cNvPr>
          <p:cNvGraphicFramePr>
            <a:graphicFrameLocks noGrp="1"/>
          </p:cNvGraphicFramePr>
          <p:nvPr>
            <p:extLst>
              <p:ext uri="{D42A27DB-BD31-4B8C-83A1-F6EECF244321}">
                <p14:modId xmlns:p14="http://schemas.microsoft.com/office/powerpoint/2010/main" val="1521044013"/>
              </p:ext>
            </p:extLst>
          </p:nvPr>
        </p:nvGraphicFramePr>
        <p:xfrm>
          <a:off x="1242837"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33" name="TextBox 32">
            <a:extLst>
              <a:ext uri="{FF2B5EF4-FFF2-40B4-BE49-F238E27FC236}">
                <a16:creationId xmlns:a16="http://schemas.microsoft.com/office/drawing/2014/main" id="{2E88EF0E-39E9-4C57-A8EB-93B4B79B4D5B}"/>
              </a:ext>
            </a:extLst>
          </p:cNvPr>
          <p:cNvSpPr txBox="1"/>
          <p:nvPr/>
        </p:nvSpPr>
        <p:spPr>
          <a:xfrm>
            <a:off x="899056"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0x</a:t>
            </a:r>
            <a:endParaRPr lang="en-NL" sz="1400" dirty="0"/>
          </a:p>
        </p:txBody>
      </p:sp>
      <p:graphicFrame>
        <p:nvGraphicFramePr>
          <p:cNvPr id="34" name="Table 33">
            <a:extLst>
              <a:ext uri="{FF2B5EF4-FFF2-40B4-BE49-F238E27FC236}">
                <a16:creationId xmlns:a16="http://schemas.microsoft.com/office/drawing/2014/main" id="{BBCAE8D4-C196-AD8A-1B86-76B9874D0320}"/>
              </a:ext>
            </a:extLst>
          </p:cNvPr>
          <p:cNvGraphicFramePr>
            <a:graphicFrameLocks noGrp="1"/>
          </p:cNvGraphicFramePr>
          <p:nvPr>
            <p:extLst>
              <p:ext uri="{D42A27DB-BD31-4B8C-83A1-F6EECF244321}">
                <p14:modId xmlns:p14="http://schemas.microsoft.com/office/powerpoint/2010/main" val="3571830320"/>
              </p:ext>
            </p:extLst>
          </p:nvPr>
        </p:nvGraphicFramePr>
        <p:xfrm>
          <a:off x="2075753"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35" name="TextBox 34">
            <a:extLst>
              <a:ext uri="{FF2B5EF4-FFF2-40B4-BE49-F238E27FC236}">
                <a16:creationId xmlns:a16="http://schemas.microsoft.com/office/drawing/2014/main" id="{EC581655-23DE-0DA6-9AAC-A1B2E840CD3F}"/>
              </a:ext>
            </a:extLst>
          </p:cNvPr>
          <p:cNvSpPr txBox="1"/>
          <p:nvPr/>
        </p:nvSpPr>
        <p:spPr>
          <a:xfrm>
            <a:off x="1731972"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1x</a:t>
            </a:r>
            <a:endParaRPr lang="en-NL" sz="1400" dirty="0"/>
          </a:p>
        </p:txBody>
      </p:sp>
      <p:graphicFrame>
        <p:nvGraphicFramePr>
          <p:cNvPr id="36" name="Table 35">
            <a:extLst>
              <a:ext uri="{FF2B5EF4-FFF2-40B4-BE49-F238E27FC236}">
                <a16:creationId xmlns:a16="http://schemas.microsoft.com/office/drawing/2014/main" id="{D5BA489C-9D0F-9230-E9FD-80549FEDD601}"/>
              </a:ext>
            </a:extLst>
          </p:cNvPr>
          <p:cNvGraphicFramePr>
            <a:graphicFrameLocks noGrp="1"/>
          </p:cNvGraphicFramePr>
          <p:nvPr>
            <p:extLst>
              <p:ext uri="{D42A27DB-BD31-4B8C-83A1-F6EECF244321}">
                <p14:modId xmlns:p14="http://schemas.microsoft.com/office/powerpoint/2010/main" val="1182933854"/>
              </p:ext>
            </p:extLst>
          </p:nvPr>
        </p:nvGraphicFramePr>
        <p:xfrm>
          <a:off x="2929933"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37" name="TextBox 36">
            <a:extLst>
              <a:ext uri="{FF2B5EF4-FFF2-40B4-BE49-F238E27FC236}">
                <a16:creationId xmlns:a16="http://schemas.microsoft.com/office/drawing/2014/main" id="{C662FB9D-4DB4-EE73-2F4F-B8C562518C0F}"/>
              </a:ext>
            </a:extLst>
          </p:cNvPr>
          <p:cNvSpPr txBox="1"/>
          <p:nvPr/>
        </p:nvSpPr>
        <p:spPr>
          <a:xfrm>
            <a:off x="2586152"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2x</a:t>
            </a:r>
            <a:endParaRPr lang="en-NL" sz="1400" dirty="0"/>
          </a:p>
        </p:txBody>
      </p:sp>
      <p:graphicFrame>
        <p:nvGraphicFramePr>
          <p:cNvPr id="38" name="Table 37">
            <a:extLst>
              <a:ext uri="{FF2B5EF4-FFF2-40B4-BE49-F238E27FC236}">
                <a16:creationId xmlns:a16="http://schemas.microsoft.com/office/drawing/2014/main" id="{34F424BD-EF28-7AEC-F5BD-F33CCF098C28}"/>
              </a:ext>
            </a:extLst>
          </p:cNvPr>
          <p:cNvGraphicFramePr>
            <a:graphicFrameLocks noGrp="1"/>
          </p:cNvGraphicFramePr>
          <p:nvPr>
            <p:extLst>
              <p:ext uri="{D42A27DB-BD31-4B8C-83A1-F6EECF244321}">
                <p14:modId xmlns:p14="http://schemas.microsoft.com/office/powerpoint/2010/main" val="2876165078"/>
              </p:ext>
            </p:extLst>
          </p:nvPr>
        </p:nvGraphicFramePr>
        <p:xfrm>
          <a:off x="3808093"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39" name="TextBox 38">
            <a:extLst>
              <a:ext uri="{FF2B5EF4-FFF2-40B4-BE49-F238E27FC236}">
                <a16:creationId xmlns:a16="http://schemas.microsoft.com/office/drawing/2014/main" id="{56CEE7EA-79F0-9F9C-4316-6CF2A292E392}"/>
              </a:ext>
            </a:extLst>
          </p:cNvPr>
          <p:cNvSpPr txBox="1"/>
          <p:nvPr/>
        </p:nvSpPr>
        <p:spPr>
          <a:xfrm>
            <a:off x="3464312"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3x</a:t>
            </a:r>
            <a:endParaRPr lang="en-NL" sz="1400" dirty="0"/>
          </a:p>
        </p:txBody>
      </p:sp>
      <p:graphicFrame>
        <p:nvGraphicFramePr>
          <p:cNvPr id="40" name="Table 39">
            <a:extLst>
              <a:ext uri="{FF2B5EF4-FFF2-40B4-BE49-F238E27FC236}">
                <a16:creationId xmlns:a16="http://schemas.microsoft.com/office/drawing/2014/main" id="{8DAF3E4B-C07A-F022-A92F-CFA67D0A3A84}"/>
              </a:ext>
            </a:extLst>
          </p:cNvPr>
          <p:cNvGraphicFramePr>
            <a:graphicFrameLocks noGrp="1"/>
          </p:cNvGraphicFramePr>
          <p:nvPr>
            <p:extLst>
              <p:ext uri="{D42A27DB-BD31-4B8C-83A1-F6EECF244321}">
                <p14:modId xmlns:p14="http://schemas.microsoft.com/office/powerpoint/2010/main" val="1660209146"/>
              </p:ext>
            </p:extLst>
          </p:nvPr>
        </p:nvGraphicFramePr>
        <p:xfrm>
          <a:off x="4711655"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41" name="TextBox 40">
            <a:extLst>
              <a:ext uri="{FF2B5EF4-FFF2-40B4-BE49-F238E27FC236}">
                <a16:creationId xmlns:a16="http://schemas.microsoft.com/office/drawing/2014/main" id="{2890F17A-B96F-733F-9530-8C847E83925F}"/>
              </a:ext>
            </a:extLst>
          </p:cNvPr>
          <p:cNvSpPr txBox="1"/>
          <p:nvPr/>
        </p:nvSpPr>
        <p:spPr>
          <a:xfrm>
            <a:off x="4367874"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4x</a:t>
            </a:r>
            <a:endParaRPr lang="en-NL" sz="1400" dirty="0"/>
          </a:p>
        </p:txBody>
      </p:sp>
      <p:graphicFrame>
        <p:nvGraphicFramePr>
          <p:cNvPr id="42" name="Table 41">
            <a:extLst>
              <a:ext uri="{FF2B5EF4-FFF2-40B4-BE49-F238E27FC236}">
                <a16:creationId xmlns:a16="http://schemas.microsoft.com/office/drawing/2014/main" id="{17EDD511-F210-9E40-D5CE-BF9B66C32BD2}"/>
              </a:ext>
            </a:extLst>
          </p:cNvPr>
          <p:cNvGraphicFramePr>
            <a:graphicFrameLocks noGrp="1"/>
          </p:cNvGraphicFramePr>
          <p:nvPr>
            <p:extLst>
              <p:ext uri="{D42A27DB-BD31-4B8C-83A1-F6EECF244321}">
                <p14:modId xmlns:p14="http://schemas.microsoft.com/office/powerpoint/2010/main" val="2740461066"/>
              </p:ext>
            </p:extLst>
          </p:nvPr>
        </p:nvGraphicFramePr>
        <p:xfrm>
          <a:off x="5615217"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43" name="TextBox 42">
            <a:extLst>
              <a:ext uri="{FF2B5EF4-FFF2-40B4-BE49-F238E27FC236}">
                <a16:creationId xmlns:a16="http://schemas.microsoft.com/office/drawing/2014/main" id="{1895C59A-04DC-AF64-9D6F-5E703DA24367}"/>
              </a:ext>
            </a:extLst>
          </p:cNvPr>
          <p:cNvSpPr txBox="1"/>
          <p:nvPr/>
        </p:nvSpPr>
        <p:spPr>
          <a:xfrm>
            <a:off x="5271436"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5x</a:t>
            </a:r>
            <a:endParaRPr lang="en-NL" sz="1400" dirty="0"/>
          </a:p>
        </p:txBody>
      </p:sp>
      <p:graphicFrame>
        <p:nvGraphicFramePr>
          <p:cNvPr id="44" name="Table 43">
            <a:extLst>
              <a:ext uri="{FF2B5EF4-FFF2-40B4-BE49-F238E27FC236}">
                <a16:creationId xmlns:a16="http://schemas.microsoft.com/office/drawing/2014/main" id="{5E9EB735-5A56-D991-E4AC-F7535D78FBEA}"/>
              </a:ext>
            </a:extLst>
          </p:cNvPr>
          <p:cNvGraphicFramePr>
            <a:graphicFrameLocks noGrp="1"/>
          </p:cNvGraphicFramePr>
          <p:nvPr>
            <p:extLst>
              <p:ext uri="{D42A27DB-BD31-4B8C-83A1-F6EECF244321}">
                <p14:modId xmlns:p14="http://schemas.microsoft.com/office/powerpoint/2010/main" val="399199218"/>
              </p:ext>
            </p:extLst>
          </p:nvPr>
        </p:nvGraphicFramePr>
        <p:xfrm>
          <a:off x="6474561"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45" name="TextBox 44">
            <a:extLst>
              <a:ext uri="{FF2B5EF4-FFF2-40B4-BE49-F238E27FC236}">
                <a16:creationId xmlns:a16="http://schemas.microsoft.com/office/drawing/2014/main" id="{57137A08-CAB8-9284-6BCB-8D1C4ACAEB13}"/>
              </a:ext>
            </a:extLst>
          </p:cNvPr>
          <p:cNvSpPr txBox="1"/>
          <p:nvPr/>
        </p:nvSpPr>
        <p:spPr>
          <a:xfrm>
            <a:off x="6130780"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6x</a:t>
            </a:r>
            <a:endParaRPr lang="en-NL" sz="1400" dirty="0"/>
          </a:p>
        </p:txBody>
      </p:sp>
      <p:graphicFrame>
        <p:nvGraphicFramePr>
          <p:cNvPr id="46" name="Table 45">
            <a:extLst>
              <a:ext uri="{FF2B5EF4-FFF2-40B4-BE49-F238E27FC236}">
                <a16:creationId xmlns:a16="http://schemas.microsoft.com/office/drawing/2014/main" id="{25723792-8F29-2A21-366B-0BA0A6A63524}"/>
              </a:ext>
            </a:extLst>
          </p:cNvPr>
          <p:cNvGraphicFramePr>
            <a:graphicFrameLocks noGrp="1"/>
          </p:cNvGraphicFramePr>
          <p:nvPr>
            <p:extLst>
              <p:ext uri="{D42A27DB-BD31-4B8C-83A1-F6EECF244321}">
                <p14:modId xmlns:p14="http://schemas.microsoft.com/office/powerpoint/2010/main" val="415818929"/>
              </p:ext>
            </p:extLst>
          </p:nvPr>
        </p:nvGraphicFramePr>
        <p:xfrm>
          <a:off x="7251430" y="347309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47" name="TextBox 46">
            <a:extLst>
              <a:ext uri="{FF2B5EF4-FFF2-40B4-BE49-F238E27FC236}">
                <a16:creationId xmlns:a16="http://schemas.microsoft.com/office/drawing/2014/main" id="{72D1F421-5FDD-07AA-4208-79C3883EECC6}"/>
              </a:ext>
            </a:extLst>
          </p:cNvPr>
          <p:cNvSpPr txBox="1"/>
          <p:nvPr/>
        </p:nvSpPr>
        <p:spPr>
          <a:xfrm>
            <a:off x="6907649" y="343128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7x</a:t>
            </a:r>
            <a:endParaRPr lang="en-NL" sz="1400" dirty="0"/>
          </a:p>
        </p:txBody>
      </p:sp>
      <p:sp>
        <p:nvSpPr>
          <p:cNvPr id="48" name="Arrow: Down 47">
            <a:extLst>
              <a:ext uri="{FF2B5EF4-FFF2-40B4-BE49-F238E27FC236}">
                <a16:creationId xmlns:a16="http://schemas.microsoft.com/office/drawing/2014/main" id="{BC48145C-750B-8BEF-5407-887FF8C7E4BF}"/>
              </a:ext>
            </a:extLst>
          </p:cNvPr>
          <p:cNvSpPr/>
          <p:nvPr/>
        </p:nvSpPr>
        <p:spPr>
          <a:xfrm>
            <a:off x="2836436" y="3753564"/>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49" name="Arrow: Down 48">
            <a:extLst>
              <a:ext uri="{FF2B5EF4-FFF2-40B4-BE49-F238E27FC236}">
                <a16:creationId xmlns:a16="http://schemas.microsoft.com/office/drawing/2014/main" id="{01F6426A-D8B1-BE7D-F12A-C8ACED05856B}"/>
              </a:ext>
            </a:extLst>
          </p:cNvPr>
          <p:cNvSpPr/>
          <p:nvPr/>
        </p:nvSpPr>
        <p:spPr>
          <a:xfrm>
            <a:off x="3697807" y="3753564"/>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0" name="Arrow: Down 49">
            <a:extLst>
              <a:ext uri="{FF2B5EF4-FFF2-40B4-BE49-F238E27FC236}">
                <a16:creationId xmlns:a16="http://schemas.microsoft.com/office/drawing/2014/main" id="{78814E98-DEF1-5337-6AEC-7F55B7B35FCD}"/>
              </a:ext>
            </a:extLst>
          </p:cNvPr>
          <p:cNvSpPr/>
          <p:nvPr/>
        </p:nvSpPr>
        <p:spPr>
          <a:xfrm>
            <a:off x="4559178" y="3753564"/>
            <a:ext cx="232068" cy="468515"/>
          </a:xfrm>
          <a:prstGeom prst="downArrow">
            <a:avLst/>
          </a:prstGeom>
          <a:solidFill>
            <a:schemeClr val="bg1">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1" name="Arrow: Down 50">
            <a:extLst>
              <a:ext uri="{FF2B5EF4-FFF2-40B4-BE49-F238E27FC236}">
                <a16:creationId xmlns:a16="http://schemas.microsoft.com/office/drawing/2014/main" id="{0528FE84-02F8-3CC1-E630-C6271D921B82}"/>
              </a:ext>
            </a:extLst>
          </p:cNvPr>
          <p:cNvSpPr/>
          <p:nvPr/>
        </p:nvSpPr>
        <p:spPr>
          <a:xfrm>
            <a:off x="5420549" y="3753564"/>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2" name="Arrow: Down 51">
            <a:extLst>
              <a:ext uri="{FF2B5EF4-FFF2-40B4-BE49-F238E27FC236}">
                <a16:creationId xmlns:a16="http://schemas.microsoft.com/office/drawing/2014/main" id="{D1F5C644-620B-85F9-9FE7-4FD677D7ADF6}"/>
              </a:ext>
            </a:extLst>
          </p:cNvPr>
          <p:cNvSpPr/>
          <p:nvPr/>
        </p:nvSpPr>
        <p:spPr>
          <a:xfrm>
            <a:off x="6281920" y="3753564"/>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3" name="Arrow: Down 52">
            <a:extLst>
              <a:ext uri="{FF2B5EF4-FFF2-40B4-BE49-F238E27FC236}">
                <a16:creationId xmlns:a16="http://schemas.microsoft.com/office/drawing/2014/main" id="{CDC4D5EC-B332-B8F5-B207-677A63849E68}"/>
              </a:ext>
            </a:extLst>
          </p:cNvPr>
          <p:cNvSpPr/>
          <p:nvPr/>
        </p:nvSpPr>
        <p:spPr>
          <a:xfrm>
            <a:off x="7143291" y="3753564"/>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4" name="Right Brace 53">
            <a:extLst>
              <a:ext uri="{FF2B5EF4-FFF2-40B4-BE49-F238E27FC236}">
                <a16:creationId xmlns:a16="http://schemas.microsoft.com/office/drawing/2014/main" id="{0EA3C407-1263-8E2A-BDA7-20A04845E854}"/>
              </a:ext>
            </a:extLst>
          </p:cNvPr>
          <p:cNvSpPr/>
          <p:nvPr/>
        </p:nvSpPr>
        <p:spPr>
          <a:xfrm rot="16200000" flipV="1">
            <a:off x="2017056" y="1488311"/>
            <a:ext cx="148085" cy="236680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55" name="Right Brace 54">
            <a:extLst>
              <a:ext uri="{FF2B5EF4-FFF2-40B4-BE49-F238E27FC236}">
                <a16:creationId xmlns:a16="http://schemas.microsoft.com/office/drawing/2014/main" id="{65302EBA-8733-D7FE-F67A-8D10C274DA3A}"/>
              </a:ext>
            </a:extLst>
          </p:cNvPr>
          <p:cNvSpPr/>
          <p:nvPr/>
        </p:nvSpPr>
        <p:spPr>
          <a:xfrm rot="16200000" flipV="1">
            <a:off x="6349693" y="1532970"/>
            <a:ext cx="149116" cy="2305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grpSp>
        <p:nvGrpSpPr>
          <p:cNvPr id="68" name="Group 67">
            <a:extLst>
              <a:ext uri="{FF2B5EF4-FFF2-40B4-BE49-F238E27FC236}">
                <a16:creationId xmlns:a16="http://schemas.microsoft.com/office/drawing/2014/main" id="{422FF850-170F-2E51-3757-98996B3B7F4F}"/>
              </a:ext>
            </a:extLst>
          </p:cNvPr>
          <p:cNvGrpSpPr/>
          <p:nvPr/>
        </p:nvGrpSpPr>
        <p:grpSpPr>
          <a:xfrm>
            <a:off x="1203706" y="1282904"/>
            <a:ext cx="6047999" cy="2382315"/>
            <a:chOff x="1203706" y="421844"/>
            <a:chExt cx="6047999" cy="2382315"/>
          </a:xfrm>
        </p:grpSpPr>
        <p:sp>
          <p:nvSpPr>
            <p:cNvPr id="56" name="Arc 55">
              <a:extLst>
                <a:ext uri="{FF2B5EF4-FFF2-40B4-BE49-F238E27FC236}">
                  <a16:creationId xmlns:a16="http://schemas.microsoft.com/office/drawing/2014/main" id="{09D3D895-AAF9-146E-1CAC-E4F2E45627AB}"/>
                </a:ext>
              </a:extLst>
            </p:cNvPr>
            <p:cNvSpPr/>
            <p:nvPr/>
          </p:nvSpPr>
          <p:spPr>
            <a:xfrm>
              <a:off x="1243112" y="441960"/>
              <a:ext cx="6008593" cy="2362199"/>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58" name="Arc 57">
              <a:extLst>
                <a:ext uri="{FF2B5EF4-FFF2-40B4-BE49-F238E27FC236}">
                  <a16:creationId xmlns:a16="http://schemas.microsoft.com/office/drawing/2014/main" id="{315E8F11-3DC8-66D1-32E8-A9B08B4E1F4B}"/>
                </a:ext>
              </a:extLst>
            </p:cNvPr>
            <p:cNvSpPr/>
            <p:nvPr/>
          </p:nvSpPr>
          <p:spPr>
            <a:xfrm>
              <a:off x="2284133" y="694472"/>
              <a:ext cx="4106201" cy="1952156"/>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60" name="Arc 59">
              <a:extLst>
                <a:ext uri="{FF2B5EF4-FFF2-40B4-BE49-F238E27FC236}">
                  <a16:creationId xmlns:a16="http://schemas.microsoft.com/office/drawing/2014/main" id="{737AEAF2-8D6C-21AE-9387-FA5C4EDBFC95}"/>
                </a:ext>
              </a:extLst>
            </p:cNvPr>
            <p:cNvSpPr/>
            <p:nvPr/>
          </p:nvSpPr>
          <p:spPr>
            <a:xfrm>
              <a:off x="3261061" y="975359"/>
              <a:ext cx="2341588" cy="1403817"/>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grpSp>
          <p:nvGrpSpPr>
            <p:cNvPr id="67" name="Group 66">
              <a:extLst>
                <a:ext uri="{FF2B5EF4-FFF2-40B4-BE49-F238E27FC236}">
                  <a16:creationId xmlns:a16="http://schemas.microsoft.com/office/drawing/2014/main" id="{FC1412DC-3511-EAB1-1A6B-4B9B65787703}"/>
                </a:ext>
              </a:extLst>
            </p:cNvPr>
            <p:cNvGrpSpPr/>
            <p:nvPr/>
          </p:nvGrpSpPr>
          <p:grpSpPr>
            <a:xfrm flipH="1">
              <a:off x="1203706" y="421844"/>
              <a:ext cx="6008593" cy="2362199"/>
              <a:chOff x="1395512" y="594360"/>
              <a:chExt cx="6008593" cy="2362199"/>
            </a:xfrm>
          </p:grpSpPr>
          <p:sp>
            <p:nvSpPr>
              <p:cNvPr id="62" name="Arc 61">
                <a:extLst>
                  <a:ext uri="{FF2B5EF4-FFF2-40B4-BE49-F238E27FC236}">
                    <a16:creationId xmlns:a16="http://schemas.microsoft.com/office/drawing/2014/main" id="{100E9E6F-10B7-0E13-F5C3-5A8565B5F840}"/>
                  </a:ext>
                </a:extLst>
              </p:cNvPr>
              <p:cNvSpPr/>
              <p:nvPr/>
            </p:nvSpPr>
            <p:spPr>
              <a:xfrm>
                <a:off x="1395512" y="594360"/>
                <a:ext cx="6008593" cy="2362199"/>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64" name="Arc 63">
                <a:extLst>
                  <a:ext uri="{FF2B5EF4-FFF2-40B4-BE49-F238E27FC236}">
                    <a16:creationId xmlns:a16="http://schemas.microsoft.com/office/drawing/2014/main" id="{455BED6C-D751-E68D-D7CA-70AE0CF19D21}"/>
                  </a:ext>
                </a:extLst>
              </p:cNvPr>
              <p:cNvSpPr/>
              <p:nvPr/>
            </p:nvSpPr>
            <p:spPr>
              <a:xfrm>
                <a:off x="2436533" y="846872"/>
                <a:ext cx="4106201" cy="1952156"/>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66" name="Arc 65">
                <a:extLst>
                  <a:ext uri="{FF2B5EF4-FFF2-40B4-BE49-F238E27FC236}">
                    <a16:creationId xmlns:a16="http://schemas.microsoft.com/office/drawing/2014/main" id="{AFB621E3-8D15-8D06-ABDB-4EE6BBDB874E}"/>
                  </a:ext>
                </a:extLst>
              </p:cNvPr>
              <p:cNvSpPr/>
              <p:nvPr/>
            </p:nvSpPr>
            <p:spPr>
              <a:xfrm>
                <a:off x="3413461" y="1127759"/>
                <a:ext cx="2341588" cy="1403817"/>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grpSp>
      </p:grpSp>
      <p:sp>
        <p:nvSpPr>
          <p:cNvPr id="69" name="TextBox 68">
            <a:extLst>
              <a:ext uri="{FF2B5EF4-FFF2-40B4-BE49-F238E27FC236}">
                <a16:creationId xmlns:a16="http://schemas.microsoft.com/office/drawing/2014/main" id="{A3522E5E-0308-2CD7-8F78-DE8AA073A9EE}"/>
              </a:ext>
            </a:extLst>
          </p:cNvPr>
          <p:cNvSpPr txBox="1"/>
          <p:nvPr/>
        </p:nvSpPr>
        <p:spPr>
          <a:xfrm>
            <a:off x="3839074" y="1186760"/>
            <a:ext cx="843799" cy="740845"/>
          </a:xfrm>
          <a:prstGeom prst="rect">
            <a:avLst/>
          </a:prstGeom>
          <a:noFill/>
          <a:ln>
            <a:noFill/>
          </a:ln>
        </p:spPr>
        <p:txBody>
          <a:bodyPr wrap="none" lIns="90000" tIns="46800" rIns="90000" bIns="46800" rtlCol="0">
            <a:spAutoFit/>
          </a:bodyPr>
          <a:lstStyle/>
          <a:p>
            <a:pPr marL="0" indent="0" algn="l">
              <a:buSzPct val="75000"/>
              <a:buNone/>
            </a:pPr>
            <a:r>
              <a:rPr lang="en-US" sz="1400" dirty="0"/>
              <a:t>Win/lose</a:t>
            </a:r>
          </a:p>
          <a:p>
            <a:pPr marL="0" indent="0" algn="l">
              <a:buSzPct val="75000"/>
              <a:buNone/>
            </a:pPr>
            <a:r>
              <a:rPr lang="en-US" sz="1400" dirty="0"/>
              <a:t>Exactly </a:t>
            </a:r>
          </a:p>
          <a:p>
            <a:pPr marL="0" indent="0" algn="l">
              <a:buSzPct val="75000"/>
              <a:buNone/>
            </a:pPr>
            <a:r>
              <a:rPr lang="en-US" sz="1400" dirty="0"/>
              <a:t>cancel</a:t>
            </a:r>
            <a:endParaRPr lang="en-NL" sz="1400" dirty="0"/>
          </a:p>
        </p:txBody>
      </p:sp>
      <p:sp>
        <p:nvSpPr>
          <p:cNvPr id="71" name="Arc 70">
            <a:extLst>
              <a:ext uri="{FF2B5EF4-FFF2-40B4-BE49-F238E27FC236}">
                <a16:creationId xmlns:a16="http://schemas.microsoft.com/office/drawing/2014/main" id="{4BDA6656-CC67-ED8C-8DB3-7C2BEEFF4F29}"/>
              </a:ext>
            </a:extLst>
          </p:cNvPr>
          <p:cNvSpPr/>
          <p:nvPr/>
        </p:nvSpPr>
        <p:spPr>
          <a:xfrm flipV="1">
            <a:off x="3049559" y="3728226"/>
            <a:ext cx="1873246" cy="1403817"/>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73" name="Arc 72">
            <a:extLst>
              <a:ext uri="{FF2B5EF4-FFF2-40B4-BE49-F238E27FC236}">
                <a16:creationId xmlns:a16="http://schemas.microsoft.com/office/drawing/2014/main" id="{75129B0F-1E11-D083-64B0-F808AC3805AD}"/>
              </a:ext>
            </a:extLst>
          </p:cNvPr>
          <p:cNvSpPr/>
          <p:nvPr/>
        </p:nvSpPr>
        <p:spPr>
          <a:xfrm flipH="1" flipV="1">
            <a:off x="3500604" y="3718001"/>
            <a:ext cx="1873246" cy="1403817"/>
          </a:xfrm>
          <a:prstGeom prst="arc">
            <a:avLst>
              <a:gd name="adj1" fmla="val 17404501"/>
              <a:gd name="adj2" fmla="val 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74" name="TextBox 73">
            <a:extLst>
              <a:ext uri="{FF2B5EF4-FFF2-40B4-BE49-F238E27FC236}">
                <a16:creationId xmlns:a16="http://schemas.microsoft.com/office/drawing/2014/main" id="{8A9E8D15-C99C-F9E6-CEDD-D3EAF57E3586}"/>
              </a:ext>
            </a:extLst>
          </p:cNvPr>
          <p:cNvSpPr txBox="1"/>
          <p:nvPr/>
        </p:nvSpPr>
        <p:spPr>
          <a:xfrm>
            <a:off x="1953107" y="5643129"/>
            <a:ext cx="5175677"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Only if the other bits are nearly tied (majority of +1/-1) do the in win/loss rates not cancel. The extra win is in the 50% of cases Alice sends a ‘1’ for a tied string </a:t>
            </a:r>
            <a:r>
              <a:rPr lang="en-US" sz="1400" dirty="0">
                <a:sym typeface="Wingdings" panose="05000000000000000000" pitchFamily="2" charset="2"/>
              </a:rPr>
              <a:t> Win rate = ½ + ½ </a:t>
            </a:r>
            <a:r>
              <a:rPr lang="en-US" sz="1400" dirty="0" err="1">
                <a:sym typeface="Wingdings" panose="05000000000000000000" pitchFamily="2" charset="2"/>
              </a:rPr>
              <a:t>P</a:t>
            </a:r>
            <a:r>
              <a:rPr lang="en-US" sz="1400" baseline="-25000" dirty="0" err="1">
                <a:sym typeface="Wingdings" panose="05000000000000000000" pitchFamily="2" charset="2"/>
              </a:rPr>
              <a:t>tie</a:t>
            </a:r>
            <a:endParaRPr lang="en-NL" sz="1400" baseline="-25000" dirty="0"/>
          </a:p>
        </p:txBody>
      </p:sp>
      <p:sp>
        <p:nvSpPr>
          <p:cNvPr id="76" name="TextBox 75">
            <a:extLst>
              <a:ext uri="{FF2B5EF4-FFF2-40B4-BE49-F238E27FC236}">
                <a16:creationId xmlns:a16="http://schemas.microsoft.com/office/drawing/2014/main" id="{4D6CD59A-EAFC-FBB5-8E47-3D2214BF6F1A}"/>
              </a:ext>
            </a:extLst>
          </p:cNvPr>
          <p:cNvSpPr txBox="1"/>
          <p:nvPr/>
        </p:nvSpPr>
        <p:spPr>
          <a:xfrm>
            <a:off x="847255" y="451694"/>
            <a:ext cx="7041238" cy="600164"/>
          </a:xfrm>
          <a:prstGeom prst="rect">
            <a:avLst/>
          </a:prstGeom>
          <a:noFill/>
          <a:ln>
            <a:noFill/>
          </a:ln>
        </p:spPr>
        <p:txBody>
          <a:bodyPr wrap="square">
            <a:spAutoFit/>
          </a:bodyPr>
          <a:lstStyle/>
          <a:p>
            <a:pPr marL="0" indent="0" algn="l">
              <a:spcAft>
                <a:spcPts val="600"/>
              </a:spcAft>
              <a:buSzPct val="75000"/>
              <a:buNone/>
            </a:pPr>
            <a:r>
              <a:rPr lang="en-US" sz="1400" dirty="0"/>
              <a:t>For n = 8, if Bob has to guess ‘1’ on the </a:t>
            </a:r>
            <a:r>
              <a:rPr lang="en-US" sz="1400" i="1" u="sng" dirty="0"/>
              <a:t>his</a:t>
            </a:r>
            <a:r>
              <a:rPr lang="en-US" sz="1400" dirty="0"/>
              <a:t> index. How likely is Alice to send a ‘1’?</a:t>
            </a:r>
          </a:p>
          <a:p>
            <a:pPr marL="0" indent="0" algn="l">
              <a:spcAft>
                <a:spcPts val="600"/>
              </a:spcAft>
              <a:buSzPct val="75000"/>
              <a:buNone/>
            </a:pPr>
            <a:r>
              <a:rPr lang="en-US" sz="1400" dirty="0"/>
              <a:t>Group 128 possible values of the </a:t>
            </a:r>
            <a:r>
              <a:rPr lang="en-US" sz="1400" i="1" u="sng" dirty="0"/>
              <a:t>other</a:t>
            </a:r>
            <a:r>
              <a:rPr lang="en-US" sz="1400" dirty="0"/>
              <a:t> indices by the number of 1’s (by Hamming weight)</a:t>
            </a:r>
          </a:p>
        </p:txBody>
      </p:sp>
      <p:sp>
        <p:nvSpPr>
          <p:cNvPr id="77" name="TextBox 76">
            <a:extLst>
              <a:ext uri="{FF2B5EF4-FFF2-40B4-BE49-F238E27FC236}">
                <a16:creationId xmlns:a16="http://schemas.microsoft.com/office/drawing/2014/main" id="{3CBA4874-21D2-DFD7-EC0D-D45830B6FC5C}"/>
              </a:ext>
            </a:extLst>
          </p:cNvPr>
          <p:cNvSpPr txBox="1"/>
          <p:nvPr/>
        </p:nvSpPr>
        <p:spPr>
          <a:xfrm>
            <a:off x="1113694" y="4418604"/>
            <a:ext cx="2032239"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b="1" dirty="0">
                <a:latin typeface="Bradley Hand ITC" panose="03070402050302030203" pitchFamily="66" charset="0"/>
              </a:rPr>
              <a:t>Blue arrow: Alice sends A ‘1’, irrespective of the value at Bob’s index</a:t>
            </a:r>
            <a:endParaRPr lang="en-NL" sz="1400" b="1" dirty="0">
              <a:latin typeface="Bradley Hand ITC" panose="03070402050302030203" pitchFamily="66" charset="0"/>
            </a:endParaRPr>
          </a:p>
        </p:txBody>
      </p:sp>
      <p:sp>
        <p:nvSpPr>
          <p:cNvPr id="79" name="TextBox 78">
            <a:extLst>
              <a:ext uri="{FF2B5EF4-FFF2-40B4-BE49-F238E27FC236}">
                <a16:creationId xmlns:a16="http://schemas.microsoft.com/office/drawing/2014/main" id="{75B0BD75-9689-B1F1-CF37-DC1E9A54867E}"/>
              </a:ext>
            </a:extLst>
          </p:cNvPr>
          <p:cNvSpPr txBox="1"/>
          <p:nvPr/>
        </p:nvSpPr>
        <p:spPr>
          <a:xfrm>
            <a:off x="5594185" y="4417948"/>
            <a:ext cx="2032238"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b="1" dirty="0">
                <a:latin typeface="Bradley Hand ITC" panose="03070402050302030203" pitchFamily="66" charset="0"/>
              </a:rPr>
              <a:t>Red arrow: Alice sends A ‘0’, irrespective of the value at Bob’s index</a:t>
            </a:r>
            <a:endParaRPr lang="en-NL" sz="1400" b="1" dirty="0">
              <a:latin typeface="Bradley Hand ITC" panose="03070402050302030203" pitchFamily="66" charset="0"/>
            </a:endParaRPr>
          </a:p>
        </p:txBody>
      </p:sp>
    </p:spTree>
    <p:extLst>
      <p:ext uri="{BB962C8B-B14F-4D97-AF65-F5344CB8AC3E}">
        <p14:creationId xmlns:p14="http://schemas.microsoft.com/office/powerpoint/2010/main" val="330546542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C4CB-C8D4-C09B-9210-145716B7B6F4}"/>
            </a:ext>
          </a:extLst>
        </p:cNvPr>
        <p:cNvGrpSpPr/>
        <p:nvPr/>
      </p:nvGrpSpPr>
      <p:grpSpPr>
        <a:xfrm>
          <a:off x="0" y="0"/>
          <a:ext cx="0" cy="0"/>
          <a:chOff x="0" y="0"/>
          <a:chExt cx="0" cy="0"/>
        </a:xfrm>
      </p:grpSpPr>
      <p:sp>
        <p:nvSpPr>
          <p:cNvPr id="76" name="TextBox 75">
            <a:extLst>
              <a:ext uri="{FF2B5EF4-FFF2-40B4-BE49-F238E27FC236}">
                <a16:creationId xmlns:a16="http://schemas.microsoft.com/office/drawing/2014/main" id="{E627A3AA-32AB-060B-2506-58467B23A718}"/>
              </a:ext>
            </a:extLst>
          </p:cNvPr>
          <p:cNvSpPr txBox="1"/>
          <p:nvPr/>
        </p:nvSpPr>
        <p:spPr>
          <a:xfrm>
            <a:off x="847255" y="451694"/>
            <a:ext cx="7041238" cy="600164"/>
          </a:xfrm>
          <a:prstGeom prst="rect">
            <a:avLst/>
          </a:prstGeom>
          <a:noFill/>
          <a:ln>
            <a:noFill/>
          </a:ln>
        </p:spPr>
        <p:txBody>
          <a:bodyPr wrap="square">
            <a:spAutoFit/>
          </a:bodyPr>
          <a:lstStyle/>
          <a:p>
            <a:pPr marL="0" indent="0" algn="l">
              <a:spcAft>
                <a:spcPts val="600"/>
              </a:spcAft>
              <a:buSzPct val="75000"/>
              <a:buNone/>
            </a:pPr>
            <a:r>
              <a:rPr lang="en-US" sz="1400" dirty="0"/>
              <a:t>For n = 8, imagine Bob has to guess ‘1’ on the </a:t>
            </a:r>
            <a:r>
              <a:rPr lang="en-US" sz="1400" i="1" u="sng" dirty="0"/>
              <a:t>his</a:t>
            </a:r>
            <a:r>
              <a:rPr lang="en-US" sz="1400" dirty="0"/>
              <a:t> index to win. How likely is Alice to send a ‘1’?</a:t>
            </a:r>
          </a:p>
          <a:p>
            <a:pPr marL="0" indent="0" algn="l">
              <a:spcAft>
                <a:spcPts val="600"/>
              </a:spcAft>
              <a:buSzPct val="75000"/>
              <a:buNone/>
            </a:pPr>
            <a:r>
              <a:rPr lang="en-US" sz="1400" dirty="0"/>
              <a:t>Group 128 possible strings by the number of 1’s (by Hamming weight)</a:t>
            </a:r>
          </a:p>
        </p:txBody>
      </p:sp>
      <p:grpSp>
        <p:nvGrpSpPr>
          <p:cNvPr id="114" name="Group 113">
            <a:extLst>
              <a:ext uri="{FF2B5EF4-FFF2-40B4-BE49-F238E27FC236}">
                <a16:creationId xmlns:a16="http://schemas.microsoft.com/office/drawing/2014/main" id="{81AA7A5E-FBBE-088E-3087-1F941DBA004B}"/>
              </a:ext>
            </a:extLst>
          </p:cNvPr>
          <p:cNvGrpSpPr/>
          <p:nvPr/>
        </p:nvGrpSpPr>
        <p:grpSpPr>
          <a:xfrm>
            <a:off x="1843385" y="3162300"/>
            <a:ext cx="727779" cy="752564"/>
            <a:chOff x="1843385" y="3162300"/>
            <a:chExt cx="727779" cy="752564"/>
          </a:xfrm>
        </p:grpSpPr>
        <p:sp>
          <p:nvSpPr>
            <p:cNvPr id="2" name="Rectangle 1">
              <a:extLst>
                <a:ext uri="{FF2B5EF4-FFF2-40B4-BE49-F238E27FC236}">
                  <a16:creationId xmlns:a16="http://schemas.microsoft.com/office/drawing/2014/main" id="{212984CF-55A5-2B7B-D327-73D7F2A9AFE1}"/>
                </a:ext>
              </a:extLst>
            </p:cNvPr>
            <p:cNvSpPr/>
            <p:nvPr/>
          </p:nvSpPr>
          <p:spPr>
            <a:xfrm>
              <a:off x="1850571" y="3162300"/>
              <a:ext cx="244929" cy="175260"/>
            </a:xfrm>
            <a:prstGeom prst="rect">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83" name="TextBox 82">
              <a:extLst>
                <a:ext uri="{FF2B5EF4-FFF2-40B4-BE49-F238E27FC236}">
                  <a16:creationId xmlns:a16="http://schemas.microsoft.com/office/drawing/2014/main" id="{65CE12EC-F2A6-6C68-B6AC-E8D649632545}"/>
                </a:ext>
              </a:extLst>
            </p:cNvPr>
            <p:cNvSpPr txBox="1"/>
            <p:nvPr/>
          </p:nvSpPr>
          <p:spPr>
            <a:xfrm>
              <a:off x="1850571" y="3337560"/>
              <a:ext cx="273129"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1</a:t>
              </a:r>
              <a:endParaRPr lang="en-NL" sz="1400" dirty="0"/>
            </a:p>
          </p:txBody>
        </p:sp>
        <p:sp>
          <p:nvSpPr>
            <p:cNvPr id="99" name="TextBox 98">
              <a:extLst>
                <a:ext uri="{FF2B5EF4-FFF2-40B4-BE49-F238E27FC236}">
                  <a16:creationId xmlns:a16="http://schemas.microsoft.com/office/drawing/2014/main" id="{02A20BC5-2EC5-146E-AE1B-6751CD2915FA}"/>
                </a:ext>
              </a:extLst>
            </p:cNvPr>
            <p:cNvSpPr txBox="1"/>
            <p:nvPr/>
          </p:nvSpPr>
          <p:spPr>
            <a:xfrm>
              <a:off x="1843385" y="3604906"/>
              <a:ext cx="727779"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8x ‘1’</a:t>
              </a:r>
              <a:endParaRPr lang="en-NL" sz="1400" dirty="0"/>
            </a:p>
          </p:txBody>
        </p:sp>
      </p:grpSp>
      <p:grpSp>
        <p:nvGrpSpPr>
          <p:cNvPr id="115" name="Group 114">
            <a:extLst>
              <a:ext uri="{FF2B5EF4-FFF2-40B4-BE49-F238E27FC236}">
                <a16:creationId xmlns:a16="http://schemas.microsoft.com/office/drawing/2014/main" id="{4CE28C34-8ADC-2386-FFCE-D3E606DD670C}"/>
              </a:ext>
            </a:extLst>
          </p:cNvPr>
          <p:cNvGrpSpPr/>
          <p:nvPr/>
        </p:nvGrpSpPr>
        <p:grpSpPr>
          <a:xfrm>
            <a:off x="2580418" y="2737396"/>
            <a:ext cx="676737" cy="1177468"/>
            <a:chOff x="2277282" y="2737396"/>
            <a:chExt cx="676737" cy="1177468"/>
          </a:xfrm>
        </p:grpSpPr>
        <p:sp>
          <p:nvSpPr>
            <p:cNvPr id="4" name="Rectangle 3">
              <a:extLst>
                <a:ext uri="{FF2B5EF4-FFF2-40B4-BE49-F238E27FC236}">
                  <a16:creationId xmlns:a16="http://schemas.microsoft.com/office/drawing/2014/main" id="{85CBD12E-E730-73B9-522A-09FAC29D8D34}"/>
                </a:ext>
              </a:extLst>
            </p:cNvPr>
            <p:cNvSpPr/>
            <p:nvPr/>
          </p:nvSpPr>
          <p:spPr>
            <a:xfrm>
              <a:off x="2321922" y="2737396"/>
              <a:ext cx="244929" cy="600164"/>
            </a:xfrm>
            <a:prstGeom prst="rect">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85" name="TextBox 84">
              <a:extLst>
                <a:ext uri="{FF2B5EF4-FFF2-40B4-BE49-F238E27FC236}">
                  <a16:creationId xmlns:a16="http://schemas.microsoft.com/office/drawing/2014/main" id="{1A0C5EF5-E89F-B0ED-2F2E-57084CA24593}"/>
                </a:ext>
              </a:extLst>
            </p:cNvPr>
            <p:cNvSpPr txBox="1"/>
            <p:nvPr/>
          </p:nvSpPr>
          <p:spPr>
            <a:xfrm>
              <a:off x="2284468" y="3337560"/>
              <a:ext cx="273129"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7</a:t>
              </a:r>
              <a:endParaRPr lang="en-NL" sz="1400" dirty="0"/>
            </a:p>
          </p:txBody>
        </p:sp>
        <p:sp>
          <p:nvSpPr>
            <p:cNvPr id="101" name="TextBox 100">
              <a:extLst>
                <a:ext uri="{FF2B5EF4-FFF2-40B4-BE49-F238E27FC236}">
                  <a16:creationId xmlns:a16="http://schemas.microsoft.com/office/drawing/2014/main" id="{F0FBE0FF-4768-3DD0-57C6-57230594F1C6}"/>
                </a:ext>
              </a:extLst>
            </p:cNvPr>
            <p:cNvSpPr txBox="1"/>
            <p:nvPr/>
          </p:nvSpPr>
          <p:spPr>
            <a:xfrm>
              <a:off x="2277282" y="3604906"/>
              <a:ext cx="676737"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7x ‘1’</a:t>
              </a:r>
              <a:endParaRPr lang="en-NL" sz="1400" dirty="0"/>
            </a:p>
          </p:txBody>
        </p:sp>
      </p:grpSp>
      <p:grpSp>
        <p:nvGrpSpPr>
          <p:cNvPr id="116" name="Group 115">
            <a:extLst>
              <a:ext uri="{FF2B5EF4-FFF2-40B4-BE49-F238E27FC236}">
                <a16:creationId xmlns:a16="http://schemas.microsoft.com/office/drawing/2014/main" id="{9C2A4DD1-E242-9935-CA40-A920411E733C}"/>
              </a:ext>
            </a:extLst>
          </p:cNvPr>
          <p:cNvGrpSpPr/>
          <p:nvPr/>
        </p:nvGrpSpPr>
        <p:grpSpPr>
          <a:xfrm>
            <a:off x="3326705" y="1981200"/>
            <a:ext cx="734962" cy="1933664"/>
            <a:chOff x="2767360" y="1981200"/>
            <a:chExt cx="734962" cy="1933664"/>
          </a:xfrm>
        </p:grpSpPr>
        <p:sp>
          <p:nvSpPr>
            <p:cNvPr id="59" name="Rectangle 58">
              <a:extLst>
                <a:ext uri="{FF2B5EF4-FFF2-40B4-BE49-F238E27FC236}">
                  <a16:creationId xmlns:a16="http://schemas.microsoft.com/office/drawing/2014/main" id="{CB278B81-DCEF-D02C-BCC1-A5FB60B1919E}"/>
                </a:ext>
              </a:extLst>
            </p:cNvPr>
            <p:cNvSpPr/>
            <p:nvPr/>
          </p:nvSpPr>
          <p:spPr>
            <a:xfrm>
              <a:off x="2793273" y="1981200"/>
              <a:ext cx="244929" cy="1356360"/>
            </a:xfrm>
            <a:prstGeom prst="rect">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87" name="TextBox 86">
              <a:extLst>
                <a:ext uri="{FF2B5EF4-FFF2-40B4-BE49-F238E27FC236}">
                  <a16:creationId xmlns:a16="http://schemas.microsoft.com/office/drawing/2014/main" id="{7FEC610E-EE66-4219-E8EA-B9904EB93FEC}"/>
                </a:ext>
              </a:extLst>
            </p:cNvPr>
            <p:cNvSpPr txBox="1"/>
            <p:nvPr/>
          </p:nvSpPr>
          <p:spPr>
            <a:xfrm>
              <a:off x="2774546" y="3337560"/>
              <a:ext cx="364500"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21</a:t>
              </a:r>
              <a:endParaRPr lang="en-NL" sz="1400" dirty="0"/>
            </a:p>
          </p:txBody>
        </p:sp>
        <p:sp>
          <p:nvSpPr>
            <p:cNvPr id="103" name="TextBox 102">
              <a:extLst>
                <a:ext uri="{FF2B5EF4-FFF2-40B4-BE49-F238E27FC236}">
                  <a16:creationId xmlns:a16="http://schemas.microsoft.com/office/drawing/2014/main" id="{78F6AD89-019A-1BCE-2BEB-D40A26D24119}"/>
                </a:ext>
              </a:extLst>
            </p:cNvPr>
            <p:cNvSpPr txBox="1"/>
            <p:nvPr/>
          </p:nvSpPr>
          <p:spPr>
            <a:xfrm>
              <a:off x="2767360" y="3604906"/>
              <a:ext cx="734962"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6x ‘1’</a:t>
              </a:r>
              <a:endParaRPr lang="en-NL" sz="1400" dirty="0"/>
            </a:p>
          </p:txBody>
        </p:sp>
      </p:grpSp>
      <p:grpSp>
        <p:nvGrpSpPr>
          <p:cNvPr id="117" name="Group 116">
            <a:extLst>
              <a:ext uri="{FF2B5EF4-FFF2-40B4-BE49-F238E27FC236}">
                <a16:creationId xmlns:a16="http://schemas.microsoft.com/office/drawing/2014/main" id="{D045AF89-48E2-E524-6889-C8558DA5077B}"/>
              </a:ext>
            </a:extLst>
          </p:cNvPr>
          <p:cNvGrpSpPr/>
          <p:nvPr/>
        </p:nvGrpSpPr>
        <p:grpSpPr>
          <a:xfrm>
            <a:off x="4155109" y="1158240"/>
            <a:ext cx="821218" cy="2756624"/>
            <a:chOff x="3197652" y="1158240"/>
            <a:chExt cx="821218" cy="2756624"/>
          </a:xfrm>
        </p:grpSpPr>
        <p:sp>
          <p:nvSpPr>
            <p:cNvPr id="63" name="Rectangle 62">
              <a:extLst>
                <a:ext uri="{FF2B5EF4-FFF2-40B4-BE49-F238E27FC236}">
                  <a16:creationId xmlns:a16="http://schemas.microsoft.com/office/drawing/2014/main" id="{9CC2928B-97B9-A694-7891-CF97E799C559}"/>
                </a:ext>
              </a:extLst>
            </p:cNvPr>
            <p:cNvSpPr/>
            <p:nvPr/>
          </p:nvSpPr>
          <p:spPr>
            <a:xfrm>
              <a:off x="3264624" y="1158240"/>
              <a:ext cx="244929" cy="2179320"/>
            </a:xfrm>
            <a:prstGeom prst="rect">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89" name="TextBox 88">
              <a:extLst>
                <a:ext uri="{FF2B5EF4-FFF2-40B4-BE49-F238E27FC236}">
                  <a16:creationId xmlns:a16="http://schemas.microsoft.com/office/drawing/2014/main" id="{8B752037-A162-D850-9353-E474D81B23BF}"/>
                </a:ext>
              </a:extLst>
            </p:cNvPr>
            <p:cNvSpPr txBox="1"/>
            <p:nvPr/>
          </p:nvSpPr>
          <p:spPr>
            <a:xfrm>
              <a:off x="3204838" y="3337560"/>
              <a:ext cx="364500"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35</a:t>
              </a:r>
              <a:endParaRPr lang="en-NL" sz="1400" dirty="0"/>
            </a:p>
          </p:txBody>
        </p:sp>
        <p:sp>
          <p:nvSpPr>
            <p:cNvPr id="105" name="TextBox 104">
              <a:extLst>
                <a:ext uri="{FF2B5EF4-FFF2-40B4-BE49-F238E27FC236}">
                  <a16:creationId xmlns:a16="http://schemas.microsoft.com/office/drawing/2014/main" id="{509343A4-E1C3-B0EE-25A9-98AC53DFE4F3}"/>
                </a:ext>
              </a:extLst>
            </p:cNvPr>
            <p:cNvSpPr txBox="1"/>
            <p:nvPr/>
          </p:nvSpPr>
          <p:spPr>
            <a:xfrm>
              <a:off x="3197652" y="3604906"/>
              <a:ext cx="821218"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5x ‘1’</a:t>
              </a:r>
              <a:endParaRPr lang="en-NL" sz="1400" dirty="0"/>
            </a:p>
          </p:txBody>
        </p:sp>
      </p:grpSp>
      <p:grpSp>
        <p:nvGrpSpPr>
          <p:cNvPr id="118" name="Group 117">
            <a:extLst>
              <a:ext uri="{FF2B5EF4-FFF2-40B4-BE49-F238E27FC236}">
                <a16:creationId xmlns:a16="http://schemas.microsoft.com/office/drawing/2014/main" id="{6E465C7C-020A-BCE4-B1FD-2CC7F889AB98}"/>
              </a:ext>
            </a:extLst>
          </p:cNvPr>
          <p:cNvGrpSpPr/>
          <p:nvPr/>
        </p:nvGrpSpPr>
        <p:grpSpPr>
          <a:xfrm>
            <a:off x="4983513" y="1158240"/>
            <a:ext cx="744216" cy="2756624"/>
            <a:chOff x="3669003" y="1158240"/>
            <a:chExt cx="744216" cy="2756624"/>
          </a:xfrm>
        </p:grpSpPr>
        <p:sp>
          <p:nvSpPr>
            <p:cNvPr id="70" name="Rectangle 69">
              <a:extLst>
                <a:ext uri="{FF2B5EF4-FFF2-40B4-BE49-F238E27FC236}">
                  <a16:creationId xmlns:a16="http://schemas.microsoft.com/office/drawing/2014/main" id="{142820EF-6FC5-CE89-3CC0-9AAA740E1BDB}"/>
                </a:ext>
              </a:extLst>
            </p:cNvPr>
            <p:cNvSpPr/>
            <p:nvPr/>
          </p:nvSpPr>
          <p:spPr>
            <a:xfrm>
              <a:off x="3735975" y="1158240"/>
              <a:ext cx="244929" cy="2179320"/>
            </a:xfrm>
            <a:prstGeom prst="rect">
              <a:avLst/>
            </a:prstGeom>
            <a:solidFill>
              <a:schemeClr val="bg1">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1" name="TextBox 90">
              <a:extLst>
                <a:ext uri="{FF2B5EF4-FFF2-40B4-BE49-F238E27FC236}">
                  <a16:creationId xmlns:a16="http://schemas.microsoft.com/office/drawing/2014/main" id="{ED309B90-E601-D96C-A5DA-2096DAA6141D}"/>
                </a:ext>
              </a:extLst>
            </p:cNvPr>
            <p:cNvSpPr txBox="1"/>
            <p:nvPr/>
          </p:nvSpPr>
          <p:spPr>
            <a:xfrm>
              <a:off x="3676189" y="3337560"/>
              <a:ext cx="364500"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35</a:t>
              </a:r>
              <a:endParaRPr lang="en-NL" sz="1400" dirty="0"/>
            </a:p>
          </p:txBody>
        </p:sp>
        <p:sp>
          <p:nvSpPr>
            <p:cNvPr id="107" name="TextBox 106">
              <a:extLst>
                <a:ext uri="{FF2B5EF4-FFF2-40B4-BE49-F238E27FC236}">
                  <a16:creationId xmlns:a16="http://schemas.microsoft.com/office/drawing/2014/main" id="{2525E7B7-0E9D-088C-6C34-CE2F3FF2981E}"/>
                </a:ext>
              </a:extLst>
            </p:cNvPr>
            <p:cNvSpPr txBox="1"/>
            <p:nvPr/>
          </p:nvSpPr>
          <p:spPr>
            <a:xfrm>
              <a:off x="3669003" y="3604906"/>
              <a:ext cx="744216"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4x ‘1’</a:t>
              </a:r>
              <a:endParaRPr lang="en-NL" sz="1400" dirty="0"/>
            </a:p>
          </p:txBody>
        </p:sp>
      </p:grpSp>
      <p:grpSp>
        <p:nvGrpSpPr>
          <p:cNvPr id="119" name="Group 118">
            <a:extLst>
              <a:ext uri="{FF2B5EF4-FFF2-40B4-BE49-F238E27FC236}">
                <a16:creationId xmlns:a16="http://schemas.microsoft.com/office/drawing/2014/main" id="{7040EC41-A3F4-6405-67CB-703FBC1B39EF}"/>
              </a:ext>
            </a:extLst>
          </p:cNvPr>
          <p:cNvGrpSpPr/>
          <p:nvPr/>
        </p:nvGrpSpPr>
        <p:grpSpPr>
          <a:xfrm>
            <a:off x="5811917" y="1981200"/>
            <a:ext cx="660294" cy="1933664"/>
            <a:chOff x="4134236" y="1981200"/>
            <a:chExt cx="660294" cy="1933664"/>
          </a:xfrm>
        </p:grpSpPr>
        <p:sp>
          <p:nvSpPr>
            <p:cNvPr id="75" name="Rectangle 74">
              <a:extLst>
                <a:ext uri="{FF2B5EF4-FFF2-40B4-BE49-F238E27FC236}">
                  <a16:creationId xmlns:a16="http://schemas.microsoft.com/office/drawing/2014/main" id="{54BBE088-F606-F9B3-DD3E-9983E74F77F7}"/>
                </a:ext>
              </a:extLst>
            </p:cNvPr>
            <p:cNvSpPr/>
            <p:nvPr/>
          </p:nvSpPr>
          <p:spPr>
            <a:xfrm>
              <a:off x="4207326" y="1981200"/>
              <a:ext cx="244929" cy="1356360"/>
            </a:xfrm>
            <a:prstGeom prst="rect">
              <a:avLst/>
            </a:prstGeom>
            <a:solidFill>
              <a:srgbClr val="0088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3" name="TextBox 92">
              <a:extLst>
                <a:ext uri="{FF2B5EF4-FFF2-40B4-BE49-F238E27FC236}">
                  <a16:creationId xmlns:a16="http://schemas.microsoft.com/office/drawing/2014/main" id="{9EC4B9F2-07CE-5E55-AB8A-B597D80C15FC}"/>
                </a:ext>
              </a:extLst>
            </p:cNvPr>
            <p:cNvSpPr txBox="1"/>
            <p:nvPr/>
          </p:nvSpPr>
          <p:spPr>
            <a:xfrm>
              <a:off x="4141422" y="3337560"/>
              <a:ext cx="364500"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21</a:t>
              </a:r>
              <a:endParaRPr lang="en-NL" sz="1400" dirty="0"/>
            </a:p>
          </p:txBody>
        </p:sp>
        <p:sp>
          <p:nvSpPr>
            <p:cNvPr id="109" name="TextBox 108">
              <a:extLst>
                <a:ext uri="{FF2B5EF4-FFF2-40B4-BE49-F238E27FC236}">
                  <a16:creationId xmlns:a16="http://schemas.microsoft.com/office/drawing/2014/main" id="{E6E0ECA2-3CC3-7F24-04E4-DC40BF352C7D}"/>
                </a:ext>
              </a:extLst>
            </p:cNvPr>
            <p:cNvSpPr txBox="1"/>
            <p:nvPr/>
          </p:nvSpPr>
          <p:spPr>
            <a:xfrm>
              <a:off x="4134236" y="3604906"/>
              <a:ext cx="660294"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3x ‘1’</a:t>
              </a:r>
              <a:endParaRPr lang="en-NL" sz="1400" dirty="0"/>
            </a:p>
          </p:txBody>
        </p:sp>
      </p:grpSp>
      <p:grpSp>
        <p:nvGrpSpPr>
          <p:cNvPr id="120" name="Group 119">
            <a:extLst>
              <a:ext uri="{FF2B5EF4-FFF2-40B4-BE49-F238E27FC236}">
                <a16:creationId xmlns:a16="http://schemas.microsoft.com/office/drawing/2014/main" id="{F91E95EE-7E51-70FE-983E-4868A82E9D42}"/>
              </a:ext>
            </a:extLst>
          </p:cNvPr>
          <p:cNvGrpSpPr/>
          <p:nvPr/>
        </p:nvGrpSpPr>
        <p:grpSpPr>
          <a:xfrm>
            <a:off x="6640321" y="2737396"/>
            <a:ext cx="660294" cy="1166038"/>
            <a:chOff x="4650859" y="2737396"/>
            <a:chExt cx="660294" cy="1166038"/>
          </a:xfrm>
        </p:grpSpPr>
        <p:sp>
          <p:nvSpPr>
            <p:cNvPr id="80" name="Rectangle 79">
              <a:extLst>
                <a:ext uri="{FF2B5EF4-FFF2-40B4-BE49-F238E27FC236}">
                  <a16:creationId xmlns:a16="http://schemas.microsoft.com/office/drawing/2014/main" id="{072196F1-BE93-2323-DD01-E8D21BA7B4EE}"/>
                </a:ext>
              </a:extLst>
            </p:cNvPr>
            <p:cNvSpPr/>
            <p:nvPr/>
          </p:nvSpPr>
          <p:spPr>
            <a:xfrm>
              <a:off x="4678677" y="2737396"/>
              <a:ext cx="244929" cy="600164"/>
            </a:xfrm>
            <a:prstGeom prst="rect">
              <a:avLst/>
            </a:prstGeom>
            <a:solidFill>
              <a:srgbClr val="0088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5" name="TextBox 94">
              <a:extLst>
                <a:ext uri="{FF2B5EF4-FFF2-40B4-BE49-F238E27FC236}">
                  <a16:creationId xmlns:a16="http://schemas.microsoft.com/office/drawing/2014/main" id="{49A0C2AC-5915-C60E-E7D7-AB7CFCC58956}"/>
                </a:ext>
              </a:extLst>
            </p:cNvPr>
            <p:cNvSpPr txBox="1"/>
            <p:nvPr/>
          </p:nvSpPr>
          <p:spPr>
            <a:xfrm>
              <a:off x="4658045" y="3326130"/>
              <a:ext cx="273129"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7</a:t>
              </a:r>
              <a:endParaRPr lang="en-NL" sz="1400" dirty="0"/>
            </a:p>
          </p:txBody>
        </p:sp>
        <p:sp>
          <p:nvSpPr>
            <p:cNvPr id="111" name="TextBox 110">
              <a:extLst>
                <a:ext uri="{FF2B5EF4-FFF2-40B4-BE49-F238E27FC236}">
                  <a16:creationId xmlns:a16="http://schemas.microsoft.com/office/drawing/2014/main" id="{D4599F5E-E2BE-7A99-2F15-CA7739F04955}"/>
                </a:ext>
              </a:extLst>
            </p:cNvPr>
            <p:cNvSpPr txBox="1"/>
            <p:nvPr/>
          </p:nvSpPr>
          <p:spPr>
            <a:xfrm>
              <a:off x="4650859" y="3593476"/>
              <a:ext cx="660294"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2x 1’</a:t>
              </a:r>
              <a:endParaRPr lang="en-NL" sz="1400" dirty="0"/>
            </a:p>
          </p:txBody>
        </p:sp>
      </p:grpSp>
      <p:grpSp>
        <p:nvGrpSpPr>
          <p:cNvPr id="121" name="Group 120">
            <a:extLst>
              <a:ext uri="{FF2B5EF4-FFF2-40B4-BE49-F238E27FC236}">
                <a16:creationId xmlns:a16="http://schemas.microsoft.com/office/drawing/2014/main" id="{68AB7A8D-DFA1-474E-099B-F71D97914177}"/>
              </a:ext>
            </a:extLst>
          </p:cNvPr>
          <p:cNvGrpSpPr/>
          <p:nvPr/>
        </p:nvGrpSpPr>
        <p:grpSpPr>
          <a:xfrm>
            <a:off x="7377351" y="3162300"/>
            <a:ext cx="821218" cy="763994"/>
            <a:chOff x="7377351" y="3162300"/>
            <a:chExt cx="821218" cy="763994"/>
          </a:xfrm>
        </p:grpSpPr>
        <p:sp>
          <p:nvSpPr>
            <p:cNvPr id="82" name="Rectangle 81">
              <a:extLst>
                <a:ext uri="{FF2B5EF4-FFF2-40B4-BE49-F238E27FC236}">
                  <a16:creationId xmlns:a16="http://schemas.microsoft.com/office/drawing/2014/main" id="{6FC6F791-016F-F645-CA13-77A68438D4AD}"/>
                </a:ext>
              </a:extLst>
            </p:cNvPr>
            <p:cNvSpPr/>
            <p:nvPr/>
          </p:nvSpPr>
          <p:spPr>
            <a:xfrm>
              <a:off x="7405551" y="3162300"/>
              <a:ext cx="244929" cy="175260"/>
            </a:xfrm>
            <a:prstGeom prst="rect">
              <a:avLst/>
            </a:prstGeom>
            <a:solidFill>
              <a:srgbClr val="0088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7" name="TextBox 96">
              <a:extLst>
                <a:ext uri="{FF2B5EF4-FFF2-40B4-BE49-F238E27FC236}">
                  <a16:creationId xmlns:a16="http://schemas.microsoft.com/office/drawing/2014/main" id="{C14EAB1C-B95C-4F40-20BB-F409F27DEBA3}"/>
                </a:ext>
              </a:extLst>
            </p:cNvPr>
            <p:cNvSpPr txBox="1"/>
            <p:nvPr/>
          </p:nvSpPr>
          <p:spPr>
            <a:xfrm>
              <a:off x="7384537" y="3348990"/>
              <a:ext cx="273129"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1</a:t>
              </a:r>
              <a:endParaRPr lang="en-NL" sz="1400" dirty="0"/>
            </a:p>
          </p:txBody>
        </p:sp>
        <p:sp>
          <p:nvSpPr>
            <p:cNvPr id="113" name="TextBox 112">
              <a:extLst>
                <a:ext uri="{FF2B5EF4-FFF2-40B4-BE49-F238E27FC236}">
                  <a16:creationId xmlns:a16="http://schemas.microsoft.com/office/drawing/2014/main" id="{8C71BCA7-7311-AD50-3AC8-3F0BA9AF4E53}"/>
                </a:ext>
              </a:extLst>
            </p:cNvPr>
            <p:cNvSpPr txBox="1"/>
            <p:nvPr/>
          </p:nvSpPr>
          <p:spPr>
            <a:xfrm>
              <a:off x="7377351" y="3616336"/>
              <a:ext cx="821218"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1 x ‘1’</a:t>
              </a:r>
              <a:endParaRPr lang="en-NL" sz="1400" dirty="0"/>
            </a:p>
          </p:txBody>
        </p:sp>
      </p:grpSp>
      <p:sp>
        <p:nvSpPr>
          <p:cNvPr id="123" name="Rectangle 122">
            <a:extLst>
              <a:ext uri="{FF2B5EF4-FFF2-40B4-BE49-F238E27FC236}">
                <a16:creationId xmlns:a16="http://schemas.microsoft.com/office/drawing/2014/main" id="{C0752C0A-5ADF-45E3-90DD-8EF02F261179}"/>
              </a:ext>
            </a:extLst>
          </p:cNvPr>
          <p:cNvSpPr/>
          <p:nvPr/>
        </p:nvSpPr>
        <p:spPr>
          <a:xfrm>
            <a:off x="8266611" y="3173730"/>
            <a:ext cx="244929" cy="175260"/>
          </a:xfrm>
          <a:prstGeom prst="rect">
            <a:avLst/>
          </a:prstGeom>
          <a:solidFill>
            <a:schemeClr val="bg1"/>
          </a:solidFill>
          <a:ln w="25400" cap="flat" cmpd="sng" algn="ctr">
            <a:solidFill>
              <a:srgbClr val="0B5ED7"/>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25" name="TextBox 124">
            <a:extLst>
              <a:ext uri="{FF2B5EF4-FFF2-40B4-BE49-F238E27FC236}">
                <a16:creationId xmlns:a16="http://schemas.microsoft.com/office/drawing/2014/main" id="{2EEB00D2-D4B4-E26F-CB72-5C5A5E133149}"/>
              </a:ext>
            </a:extLst>
          </p:cNvPr>
          <p:cNvSpPr txBox="1"/>
          <p:nvPr/>
        </p:nvSpPr>
        <p:spPr>
          <a:xfrm>
            <a:off x="8252510" y="3364876"/>
            <a:ext cx="273129"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0</a:t>
            </a:r>
            <a:endParaRPr lang="en-NL" sz="1400" dirty="0"/>
          </a:p>
        </p:txBody>
      </p:sp>
      <p:sp>
        <p:nvSpPr>
          <p:cNvPr id="127" name="TextBox 126">
            <a:extLst>
              <a:ext uri="{FF2B5EF4-FFF2-40B4-BE49-F238E27FC236}">
                <a16:creationId xmlns:a16="http://schemas.microsoft.com/office/drawing/2014/main" id="{7FB3C508-B3C6-D4EC-2583-38B9B75A6AA4}"/>
              </a:ext>
            </a:extLst>
          </p:cNvPr>
          <p:cNvSpPr txBox="1"/>
          <p:nvPr/>
        </p:nvSpPr>
        <p:spPr>
          <a:xfrm>
            <a:off x="8174018" y="3604906"/>
            <a:ext cx="821218"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0 x ‘1’</a:t>
            </a:r>
            <a:endParaRPr lang="en-NL" sz="1400" dirty="0"/>
          </a:p>
        </p:txBody>
      </p:sp>
      <p:sp>
        <p:nvSpPr>
          <p:cNvPr id="129" name="TextBox 128">
            <a:extLst>
              <a:ext uri="{FF2B5EF4-FFF2-40B4-BE49-F238E27FC236}">
                <a16:creationId xmlns:a16="http://schemas.microsoft.com/office/drawing/2014/main" id="{326D4637-881F-21F4-5286-77100ABB930B}"/>
              </a:ext>
            </a:extLst>
          </p:cNvPr>
          <p:cNvSpPr txBox="1"/>
          <p:nvPr/>
        </p:nvSpPr>
        <p:spPr>
          <a:xfrm>
            <a:off x="5652020" y="4044568"/>
            <a:ext cx="2032238"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b="1" dirty="0">
                <a:latin typeface="Bradley Hand ITC" panose="03070402050302030203" pitchFamily="66" charset="0"/>
              </a:rPr>
              <a:t>Red: Alice sends A ‘0’, irrespective of the value at Bob’s index</a:t>
            </a:r>
            <a:endParaRPr lang="en-NL" sz="1400" b="1" dirty="0">
              <a:latin typeface="Bradley Hand ITC" panose="03070402050302030203" pitchFamily="66" charset="0"/>
            </a:endParaRPr>
          </a:p>
        </p:txBody>
      </p:sp>
      <p:sp>
        <p:nvSpPr>
          <p:cNvPr id="131" name="TextBox 130">
            <a:extLst>
              <a:ext uri="{FF2B5EF4-FFF2-40B4-BE49-F238E27FC236}">
                <a16:creationId xmlns:a16="http://schemas.microsoft.com/office/drawing/2014/main" id="{F5C8CF8A-8AA4-A87D-6B64-761574949536}"/>
              </a:ext>
            </a:extLst>
          </p:cNvPr>
          <p:cNvSpPr txBox="1"/>
          <p:nvPr/>
        </p:nvSpPr>
        <p:spPr>
          <a:xfrm>
            <a:off x="1843385" y="4044568"/>
            <a:ext cx="2032239"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b="1" dirty="0">
                <a:latin typeface="Bradley Hand ITC" panose="03070402050302030203" pitchFamily="66" charset="0"/>
              </a:rPr>
              <a:t>Blue: Alice sends A ‘1’, irrespective of the value at Bob’s index</a:t>
            </a:r>
            <a:endParaRPr lang="en-NL" sz="1400" b="1" dirty="0">
              <a:latin typeface="Bradley Hand ITC" panose="03070402050302030203" pitchFamily="66" charset="0"/>
            </a:endParaRPr>
          </a:p>
        </p:txBody>
      </p:sp>
      <p:sp>
        <p:nvSpPr>
          <p:cNvPr id="133" name="Right Brace 132">
            <a:extLst>
              <a:ext uri="{FF2B5EF4-FFF2-40B4-BE49-F238E27FC236}">
                <a16:creationId xmlns:a16="http://schemas.microsoft.com/office/drawing/2014/main" id="{0FA789D3-CBA4-1F84-7C8F-332BE06B4DCB}"/>
              </a:ext>
            </a:extLst>
          </p:cNvPr>
          <p:cNvSpPr/>
          <p:nvPr/>
        </p:nvSpPr>
        <p:spPr>
          <a:xfrm rot="5400000">
            <a:off x="3185312" y="2557591"/>
            <a:ext cx="175116" cy="279884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135" name="Right Brace 134">
            <a:extLst>
              <a:ext uri="{FF2B5EF4-FFF2-40B4-BE49-F238E27FC236}">
                <a16:creationId xmlns:a16="http://schemas.microsoft.com/office/drawing/2014/main" id="{9A11E30C-F78E-1B27-3A9A-9EDF36AAEE25}"/>
              </a:ext>
            </a:extLst>
          </p:cNvPr>
          <p:cNvSpPr/>
          <p:nvPr/>
        </p:nvSpPr>
        <p:spPr>
          <a:xfrm rot="5400000">
            <a:off x="6702364" y="2846153"/>
            <a:ext cx="141133" cy="225569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137" name="TextBox 136">
            <a:extLst>
              <a:ext uri="{FF2B5EF4-FFF2-40B4-BE49-F238E27FC236}">
                <a16:creationId xmlns:a16="http://schemas.microsoft.com/office/drawing/2014/main" id="{6E0E4792-141D-BBFB-EE51-EDA7D878E014}"/>
              </a:ext>
            </a:extLst>
          </p:cNvPr>
          <p:cNvSpPr txBox="1"/>
          <p:nvPr/>
        </p:nvSpPr>
        <p:spPr>
          <a:xfrm>
            <a:off x="2688234" y="5611832"/>
            <a:ext cx="5175677" cy="103323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If Alice would send a 0 for the tied string the win rate would be exactly 50% (as many cases where Alice sends a ‘0’ or a ‘1’). The win is in the 50% of cases Alice sends a ‘1’ for a tied string </a:t>
            </a:r>
          </a:p>
          <a:p>
            <a:pPr marL="0" indent="0" algn="l">
              <a:spcAft>
                <a:spcPts val="600"/>
              </a:spcAft>
              <a:buSzPct val="75000"/>
              <a:buNone/>
            </a:pPr>
            <a:r>
              <a:rPr lang="en-US" sz="1400" dirty="0">
                <a:sym typeface="Wingdings" panose="05000000000000000000" pitchFamily="2" charset="2"/>
              </a:rPr>
              <a:t> Win rate = ½ + ½ </a:t>
            </a:r>
            <a:r>
              <a:rPr lang="en-US" sz="1400" dirty="0" err="1">
                <a:sym typeface="Wingdings" panose="05000000000000000000" pitchFamily="2" charset="2"/>
              </a:rPr>
              <a:t>P</a:t>
            </a:r>
            <a:r>
              <a:rPr lang="en-US" sz="1400" baseline="-25000" dirty="0" err="1">
                <a:sym typeface="Wingdings" panose="05000000000000000000" pitchFamily="2" charset="2"/>
              </a:rPr>
              <a:t>tie</a:t>
            </a:r>
            <a:endParaRPr lang="en-NL" sz="1400" baseline="-25000" dirty="0"/>
          </a:p>
        </p:txBody>
      </p:sp>
      <p:sp>
        <p:nvSpPr>
          <p:cNvPr id="139" name="TextBox 138">
            <a:extLst>
              <a:ext uri="{FF2B5EF4-FFF2-40B4-BE49-F238E27FC236}">
                <a16:creationId xmlns:a16="http://schemas.microsoft.com/office/drawing/2014/main" id="{14D36EE3-C574-A993-3146-C369F4FE370B}"/>
              </a:ext>
            </a:extLst>
          </p:cNvPr>
          <p:cNvSpPr txBox="1"/>
          <p:nvPr/>
        </p:nvSpPr>
        <p:spPr>
          <a:xfrm>
            <a:off x="4166078" y="4741283"/>
            <a:ext cx="2032238" cy="525401"/>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b="1" dirty="0">
                <a:latin typeface="Bradley Hand ITC" panose="03070402050302030203" pitchFamily="66" charset="0"/>
              </a:rPr>
              <a:t>Grey: Alice sends a random ‘0’ or ‘1’.</a:t>
            </a:r>
            <a:endParaRPr lang="en-NL" sz="1400" b="1" dirty="0">
              <a:latin typeface="Bradley Hand ITC" panose="03070402050302030203" pitchFamily="66" charset="0"/>
            </a:endParaRPr>
          </a:p>
        </p:txBody>
      </p:sp>
    </p:spTree>
    <p:extLst>
      <p:ext uri="{BB962C8B-B14F-4D97-AF65-F5344CB8AC3E}">
        <p14:creationId xmlns:p14="http://schemas.microsoft.com/office/powerpoint/2010/main" val="369116863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BDD03E-C5E4-5B3B-E1A6-63B08082597B}"/>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11</a:t>
            </a:fld>
            <a:endParaRPr lang="en-US" dirty="0"/>
          </a:p>
        </p:txBody>
      </p:sp>
      <p:pic>
        <p:nvPicPr>
          <p:cNvPr id="11" name="Picture 10" descr="A blue and white logo&#10;&#10;AI-generated content may be incorrect.">
            <a:extLst>
              <a:ext uri="{FF2B5EF4-FFF2-40B4-BE49-F238E27FC236}">
                <a16:creationId xmlns:a16="http://schemas.microsoft.com/office/drawing/2014/main" id="{978E574F-6690-DCDE-6622-4BF19EBDD112}"/>
              </a:ext>
            </a:extLst>
          </p:cNvPr>
          <p:cNvPicPr>
            <a:picLocks noChangeAspect="1"/>
          </p:cNvPicPr>
          <p:nvPr/>
        </p:nvPicPr>
        <p:blipFill>
          <a:blip r:embed="rId5"/>
          <a:stretch>
            <a:fillRect/>
          </a:stretch>
        </p:blipFill>
        <p:spPr>
          <a:xfrm>
            <a:off x="769620" y="2027449"/>
            <a:ext cx="3597434" cy="3597434"/>
          </a:xfrm>
          <a:prstGeom prst="rect">
            <a:avLst/>
          </a:prstGeom>
        </p:spPr>
      </p:pic>
      <p:sp>
        <p:nvSpPr>
          <p:cNvPr id="13" name="Text Placeholder 6">
            <a:extLst>
              <a:ext uri="{FF2B5EF4-FFF2-40B4-BE49-F238E27FC236}">
                <a16:creationId xmlns:a16="http://schemas.microsoft.com/office/drawing/2014/main" id="{F58AC6B1-E1B8-4377-1968-5ABEBF439D6E}"/>
              </a:ext>
            </a:extLst>
          </p:cNvPr>
          <p:cNvSpPr txBox="1">
            <a:spLocks/>
          </p:cNvSpPr>
          <p:nvPr/>
        </p:nvSpPr>
        <p:spPr>
          <a:xfrm>
            <a:off x="5653663" y="6335590"/>
            <a:ext cx="3136959" cy="256094"/>
          </a:xfrm>
          <a:prstGeom prst="rect">
            <a:avLst/>
          </a:prstGeom>
        </p:spPr>
        <p:txBody>
          <a:bodyPr vert="horz" lIns="0" tIns="0" rIns="0" bIns="0" spcCol="324000" rtlCol="0">
            <a:noAutofit/>
          </a:bodyPr>
          <a:lstStyle>
            <a:lvl1pPr marL="146304" indent="-146304"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1pPr>
            <a:lvl2pPr marL="2952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2pPr>
            <a:lvl3pPr marL="4428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3pPr>
            <a:lvl4pPr marL="5904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4pPr>
            <a:lvl5pPr marL="738000" indent="-147600" algn="l" defTabSz="183600" rtl="0" eaLnBrk="1" latinLnBrk="0" hangingPunct="1">
              <a:lnSpc>
                <a:spcPct val="100000"/>
              </a:lnSpc>
              <a:spcBef>
                <a:spcPts val="0"/>
              </a:spcBef>
              <a:spcAft>
                <a:spcPts val="600"/>
              </a:spcAft>
              <a:buClr>
                <a:srgbClr val="000000"/>
              </a:buClr>
              <a:buSzPct val="75000"/>
              <a:buChar char="•"/>
              <a:defRPr lang="en-IN" sz="1400" kern="1200">
                <a:solidFill>
                  <a:schemeClr val="tx1"/>
                </a:solidFill>
                <a:latin typeface="Calibri" panose="020F0502020204030204" pitchFamily="34" charset="0"/>
                <a:ea typeface="+mn-ea"/>
                <a:cs typeface="+mn-cs"/>
              </a:defRPr>
            </a:lvl5pPr>
            <a:lvl6pPr marL="885600" indent="-147600" algn="l" defTabSz="914354" rtl="0" eaLnBrk="1" latinLnBrk="0" hangingPunct="1">
              <a:lnSpc>
                <a:spcPct val="100000"/>
              </a:lnSpc>
              <a:spcBef>
                <a:spcPts val="0"/>
              </a:spcBef>
              <a:spcAft>
                <a:spcPts val="600"/>
              </a:spcAft>
              <a:buSzPct val="75000"/>
              <a:buChar char="•"/>
              <a:defRPr lang="en-US" sz="1400" kern="1200">
                <a:solidFill>
                  <a:schemeClr val="tx1"/>
                </a:solidFill>
                <a:latin typeface="Calibri" panose="020F0502020204030204" pitchFamily="34" charset="0"/>
                <a:ea typeface="+mn-ea"/>
                <a:cs typeface="+mn-cs"/>
              </a:defRPr>
            </a:lvl6pPr>
            <a:lvl7pPr marL="10332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7pPr>
            <a:lvl8pPr marL="11808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8pPr>
            <a:lvl9pPr marL="13284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9pPr>
          </a:lstStyle>
          <a:p>
            <a:pPr marL="0" indent="0">
              <a:buNone/>
            </a:pPr>
            <a:endParaRPr lang="en-US" dirty="0"/>
          </a:p>
        </p:txBody>
      </p:sp>
      <p:sp>
        <p:nvSpPr>
          <p:cNvPr id="10" name="TextBox 9">
            <a:extLst>
              <a:ext uri="{FF2B5EF4-FFF2-40B4-BE49-F238E27FC236}">
                <a16:creationId xmlns:a16="http://schemas.microsoft.com/office/drawing/2014/main" id="{0DBC65C3-CE68-8925-F835-088271516DCE}"/>
              </a:ext>
            </a:extLst>
          </p:cNvPr>
          <p:cNvSpPr txBox="1"/>
          <p:nvPr/>
        </p:nvSpPr>
        <p:spPr>
          <a:xfrm>
            <a:off x="4655584" y="5040108"/>
            <a:ext cx="4572000" cy="584775"/>
          </a:xfrm>
          <a:prstGeom prst="rect">
            <a:avLst/>
          </a:prstGeom>
          <a:noFill/>
          <a:ln>
            <a:noFill/>
          </a:ln>
        </p:spPr>
        <p:txBody>
          <a:bodyPr wrap="square">
            <a:spAutoFit/>
          </a:bodyPr>
          <a:lstStyle/>
          <a:p>
            <a:r>
              <a:rPr lang="en-US" sz="1600" dirty="0"/>
              <a:t>(or check out the repo at </a:t>
            </a:r>
            <a:r>
              <a:rPr lang="en-NL" sz="1600" dirty="0"/>
              <a:t>https://github.com/robhendrik/QSeaBattle</a:t>
            </a:r>
            <a:r>
              <a:rPr lang="en-US" sz="1600" dirty="0"/>
              <a:t>)</a:t>
            </a:r>
            <a:endParaRPr lang="en-NL" sz="1600" dirty="0"/>
          </a:p>
        </p:txBody>
      </p:sp>
      <p:pic>
        <p:nvPicPr>
          <p:cNvPr id="15" name="Picture 14">
            <a:extLst>
              <a:ext uri="{FF2B5EF4-FFF2-40B4-BE49-F238E27FC236}">
                <a16:creationId xmlns:a16="http://schemas.microsoft.com/office/drawing/2014/main" id="{DB169B00-78EF-898A-FF78-AC3AD383EBD6}"/>
              </a:ext>
            </a:extLst>
          </p:cNvPr>
          <p:cNvPicPr>
            <a:picLocks noChangeAspect="1"/>
          </p:cNvPicPr>
          <p:nvPr/>
        </p:nvPicPr>
        <p:blipFill>
          <a:blip r:embed="rId6"/>
          <a:stretch>
            <a:fillRect/>
          </a:stretch>
        </p:blipFill>
        <p:spPr>
          <a:xfrm>
            <a:off x="5372327" y="2197220"/>
            <a:ext cx="2276268" cy="2251704"/>
          </a:xfrm>
          <a:prstGeom prst="rect">
            <a:avLst/>
          </a:prstGeom>
        </p:spPr>
      </p:pic>
      <p:sp>
        <p:nvSpPr>
          <p:cNvPr id="17" name="TextBox 16">
            <a:extLst>
              <a:ext uri="{FF2B5EF4-FFF2-40B4-BE49-F238E27FC236}">
                <a16:creationId xmlns:a16="http://schemas.microsoft.com/office/drawing/2014/main" id="{3C592AA7-02FF-7760-2D8C-85C4CE684335}"/>
              </a:ext>
            </a:extLst>
          </p:cNvPr>
          <p:cNvSpPr txBox="1"/>
          <p:nvPr/>
        </p:nvSpPr>
        <p:spPr>
          <a:xfrm>
            <a:off x="4655584" y="4552156"/>
            <a:ext cx="4572000" cy="338554"/>
          </a:xfrm>
          <a:prstGeom prst="rect">
            <a:avLst/>
          </a:prstGeom>
          <a:noFill/>
          <a:ln>
            <a:noFill/>
          </a:ln>
        </p:spPr>
        <p:txBody>
          <a:bodyPr wrap="square">
            <a:spAutoFit/>
          </a:bodyPr>
          <a:lstStyle/>
          <a:p>
            <a:r>
              <a:rPr lang="en-NL" sz="1600" dirty="0"/>
              <a:t>https://robhendrik.github.io/QSeaBattle/</a:t>
            </a:r>
          </a:p>
        </p:txBody>
      </p:sp>
    </p:spTree>
    <p:custDataLst>
      <p:custData r:id="rId1"/>
      <p:custData r:id="rId2"/>
    </p:custDataLst>
    <p:extLst>
      <p:ext uri="{BB962C8B-B14F-4D97-AF65-F5344CB8AC3E}">
        <p14:creationId xmlns:p14="http://schemas.microsoft.com/office/powerpoint/2010/main" val="105841888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0B133E-E6CF-F06B-5DB0-AF8880A6585A}"/>
              </a:ext>
            </a:extLst>
          </p:cNvPr>
          <p:cNvSpPr>
            <a:spLocks noGrp="1"/>
          </p:cNvSpPr>
          <p:nvPr>
            <p:ph type="body" sz="quarter" idx="20"/>
          </p:nvPr>
        </p:nvSpPr>
        <p:spPr>
          <a:xfrm>
            <a:off x="500062" y="3634740"/>
            <a:ext cx="8138160" cy="4677582"/>
          </a:xfrm>
        </p:spPr>
        <p:txBody>
          <a:bodyPr/>
          <a:lstStyle/>
          <a:p>
            <a:pPr marL="0" indent="0" algn="ctr">
              <a:buNone/>
            </a:pPr>
            <a:r>
              <a:rPr lang="en-US" dirty="0"/>
              <a:t>ARCHIVE</a:t>
            </a:r>
            <a:endParaRPr lang="en-NL" dirty="0"/>
          </a:p>
        </p:txBody>
      </p:sp>
    </p:spTree>
    <p:extLst>
      <p:ext uri="{BB962C8B-B14F-4D97-AF65-F5344CB8AC3E}">
        <p14:creationId xmlns:p14="http://schemas.microsoft.com/office/powerpoint/2010/main" val="263134738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EC62F-8B85-C293-B96F-E5C173BBC279}"/>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F97B15C0-FE64-4CBF-A6A9-8E5B464B2F7B}"/>
              </a:ext>
            </a:extLst>
          </p:cNvPr>
          <p:cNvGraphicFramePr>
            <a:graphicFrameLocks noGrp="1"/>
          </p:cNvGraphicFramePr>
          <p:nvPr>
            <p:extLst>
              <p:ext uri="{D42A27DB-BD31-4B8C-83A1-F6EECF244321}">
                <p14:modId xmlns:p14="http://schemas.microsoft.com/office/powerpoint/2010/main" val="2174370420"/>
              </p:ext>
            </p:extLst>
          </p:nvPr>
        </p:nvGraphicFramePr>
        <p:xfrm>
          <a:off x="940741" y="3743663"/>
          <a:ext cx="85628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0828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3" name="Table 12">
            <a:extLst>
              <a:ext uri="{FF2B5EF4-FFF2-40B4-BE49-F238E27FC236}">
                <a16:creationId xmlns:a16="http://schemas.microsoft.com/office/drawing/2014/main" id="{E223BF00-6FDC-8B03-B856-FA10F1044C7B}"/>
              </a:ext>
            </a:extLst>
          </p:cNvPr>
          <p:cNvGraphicFramePr>
            <a:graphicFrameLocks noGrp="1"/>
          </p:cNvGraphicFramePr>
          <p:nvPr>
            <p:extLst>
              <p:ext uri="{D42A27DB-BD31-4B8C-83A1-F6EECF244321}">
                <p14:modId xmlns:p14="http://schemas.microsoft.com/office/powerpoint/2010/main" val="461270617"/>
              </p:ext>
            </p:extLst>
          </p:nvPr>
        </p:nvGraphicFramePr>
        <p:xfrm>
          <a:off x="2067340" y="3747397"/>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5" name="Table 14">
            <a:extLst>
              <a:ext uri="{FF2B5EF4-FFF2-40B4-BE49-F238E27FC236}">
                <a16:creationId xmlns:a16="http://schemas.microsoft.com/office/drawing/2014/main" id="{F4183140-B19F-A2EE-E4B8-6DAA98E37D52}"/>
              </a:ext>
            </a:extLst>
          </p:cNvPr>
          <p:cNvGraphicFramePr>
            <a:graphicFrameLocks noGrp="1"/>
          </p:cNvGraphicFramePr>
          <p:nvPr>
            <p:extLst>
              <p:ext uri="{D42A27DB-BD31-4B8C-83A1-F6EECF244321}">
                <p14:modId xmlns:p14="http://schemas.microsoft.com/office/powerpoint/2010/main" val="1598946596"/>
              </p:ext>
            </p:extLst>
          </p:nvPr>
        </p:nvGraphicFramePr>
        <p:xfrm>
          <a:off x="2067340" y="3995061"/>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7" name="Table 16">
            <a:extLst>
              <a:ext uri="{FF2B5EF4-FFF2-40B4-BE49-F238E27FC236}">
                <a16:creationId xmlns:a16="http://schemas.microsoft.com/office/drawing/2014/main" id="{BAA7B00F-335B-819A-1A4D-768320FC008A}"/>
              </a:ext>
            </a:extLst>
          </p:cNvPr>
          <p:cNvGraphicFramePr>
            <a:graphicFrameLocks noGrp="1"/>
          </p:cNvGraphicFramePr>
          <p:nvPr>
            <p:extLst>
              <p:ext uri="{D42A27DB-BD31-4B8C-83A1-F6EECF244321}">
                <p14:modId xmlns:p14="http://schemas.microsoft.com/office/powerpoint/2010/main" val="2454375858"/>
              </p:ext>
            </p:extLst>
          </p:nvPr>
        </p:nvGraphicFramePr>
        <p:xfrm>
          <a:off x="2066162" y="4242725"/>
          <a:ext cx="863999" cy="216000"/>
        </p:xfrm>
        <a:graphic>
          <a:graphicData uri="http://schemas.openxmlformats.org/drawingml/2006/table">
            <a:tbl>
              <a:tblPr firstRow="1" bandRow="1">
                <a:tableStyleId>{5940675A-B579-460E-94D1-54222C63F5DA}</a:tableStyleId>
              </a:tblPr>
              <a:tblGrid>
                <a:gridCol w="212327">
                  <a:extLst>
                    <a:ext uri="{9D8B030D-6E8A-4147-A177-3AD203B41FA5}">
                      <a16:colId xmlns:a16="http://schemas.microsoft.com/office/drawing/2014/main" val="3251467049"/>
                    </a:ext>
                  </a:extLst>
                </a:gridCol>
                <a:gridCol w="217170">
                  <a:extLst>
                    <a:ext uri="{9D8B030D-6E8A-4147-A177-3AD203B41FA5}">
                      <a16:colId xmlns:a16="http://schemas.microsoft.com/office/drawing/2014/main" val="1022413958"/>
                    </a:ext>
                  </a:extLst>
                </a:gridCol>
                <a:gridCol w="228038">
                  <a:extLst>
                    <a:ext uri="{9D8B030D-6E8A-4147-A177-3AD203B41FA5}">
                      <a16:colId xmlns:a16="http://schemas.microsoft.com/office/drawing/2014/main" val="3264569812"/>
                    </a:ext>
                  </a:extLst>
                </a:gridCol>
                <a:gridCol w="206464">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9" name="Table 18">
            <a:extLst>
              <a:ext uri="{FF2B5EF4-FFF2-40B4-BE49-F238E27FC236}">
                <a16:creationId xmlns:a16="http://schemas.microsoft.com/office/drawing/2014/main" id="{DA0362B7-A6E2-2BBE-7BBB-497100E71F10}"/>
              </a:ext>
            </a:extLst>
          </p:cNvPr>
          <p:cNvGraphicFramePr>
            <a:graphicFrameLocks noGrp="1"/>
          </p:cNvGraphicFramePr>
          <p:nvPr>
            <p:extLst>
              <p:ext uri="{D42A27DB-BD31-4B8C-83A1-F6EECF244321}">
                <p14:modId xmlns:p14="http://schemas.microsoft.com/office/powerpoint/2010/main" val="2248835403"/>
              </p:ext>
            </p:extLst>
          </p:nvPr>
        </p:nvGraphicFramePr>
        <p:xfrm>
          <a:off x="2067340" y="4490389"/>
          <a:ext cx="864000" cy="21600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251467049"/>
                    </a:ext>
                  </a:extLst>
                </a:gridCol>
                <a:gridCol w="22372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25" name="Table 24">
            <a:extLst>
              <a:ext uri="{FF2B5EF4-FFF2-40B4-BE49-F238E27FC236}">
                <a16:creationId xmlns:a16="http://schemas.microsoft.com/office/drawing/2014/main" id="{7C97F52C-F0F3-7F1F-399E-A8EC28C6DB7E}"/>
              </a:ext>
            </a:extLst>
          </p:cNvPr>
          <p:cNvGraphicFramePr>
            <a:graphicFrameLocks noGrp="1"/>
          </p:cNvGraphicFramePr>
          <p:nvPr>
            <p:extLst>
              <p:ext uri="{D42A27DB-BD31-4B8C-83A1-F6EECF244321}">
                <p14:modId xmlns:p14="http://schemas.microsoft.com/office/powerpoint/2010/main" val="3527012753"/>
              </p:ext>
            </p:extLst>
          </p:nvPr>
        </p:nvGraphicFramePr>
        <p:xfrm>
          <a:off x="3208200" y="4242725"/>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27" name="Table 26">
            <a:extLst>
              <a:ext uri="{FF2B5EF4-FFF2-40B4-BE49-F238E27FC236}">
                <a16:creationId xmlns:a16="http://schemas.microsoft.com/office/drawing/2014/main" id="{9254E4B3-68DE-A71F-3824-FDC4DE0AE88B}"/>
              </a:ext>
            </a:extLst>
          </p:cNvPr>
          <p:cNvGraphicFramePr>
            <a:graphicFrameLocks noGrp="1"/>
          </p:cNvGraphicFramePr>
          <p:nvPr>
            <p:extLst>
              <p:ext uri="{D42A27DB-BD31-4B8C-83A1-F6EECF244321}">
                <p14:modId xmlns:p14="http://schemas.microsoft.com/office/powerpoint/2010/main" val="1091344311"/>
              </p:ext>
            </p:extLst>
          </p:nvPr>
        </p:nvGraphicFramePr>
        <p:xfrm>
          <a:off x="3208200" y="4490389"/>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29" name="Table 28">
            <a:extLst>
              <a:ext uri="{FF2B5EF4-FFF2-40B4-BE49-F238E27FC236}">
                <a16:creationId xmlns:a16="http://schemas.microsoft.com/office/drawing/2014/main" id="{4358252A-A877-13A5-E264-40936E4A585A}"/>
              </a:ext>
            </a:extLst>
          </p:cNvPr>
          <p:cNvGraphicFramePr>
            <a:graphicFrameLocks noGrp="1"/>
          </p:cNvGraphicFramePr>
          <p:nvPr>
            <p:extLst>
              <p:ext uri="{D42A27DB-BD31-4B8C-83A1-F6EECF244321}">
                <p14:modId xmlns:p14="http://schemas.microsoft.com/office/powerpoint/2010/main" val="1045831262"/>
              </p:ext>
            </p:extLst>
          </p:nvPr>
        </p:nvGraphicFramePr>
        <p:xfrm>
          <a:off x="3208200" y="4738053"/>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31" name="Table 30">
            <a:extLst>
              <a:ext uri="{FF2B5EF4-FFF2-40B4-BE49-F238E27FC236}">
                <a16:creationId xmlns:a16="http://schemas.microsoft.com/office/drawing/2014/main" id="{B9C7E22C-EABC-7231-D1C1-2D5CDAFDEDBC}"/>
              </a:ext>
            </a:extLst>
          </p:cNvPr>
          <p:cNvGraphicFramePr>
            <a:graphicFrameLocks noGrp="1"/>
          </p:cNvGraphicFramePr>
          <p:nvPr>
            <p:extLst>
              <p:ext uri="{D42A27DB-BD31-4B8C-83A1-F6EECF244321}">
                <p14:modId xmlns:p14="http://schemas.microsoft.com/office/powerpoint/2010/main" val="1953067443"/>
              </p:ext>
            </p:extLst>
          </p:nvPr>
        </p:nvGraphicFramePr>
        <p:xfrm>
          <a:off x="3208200" y="4985717"/>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33" name="Table 32">
            <a:extLst>
              <a:ext uri="{FF2B5EF4-FFF2-40B4-BE49-F238E27FC236}">
                <a16:creationId xmlns:a16="http://schemas.microsoft.com/office/drawing/2014/main" id="{8D9B1D0F-4E4A-19AB-BCED-3B35644949FF}"/>
              </a:ext>
            </a:extLst>
          </p:cNvPr>
          <p:cNvGraphicFramePr>
            <a:graphicFrameLocks noGrp="1"/>
          </p:cNvGraphicFramePr>
          <p:nvPr>
            <p:extLst>
              <p:ext uri="{D42A27DB-BD31-4B8C-83A1-F6EECF244321}">
                <p14:modId xmlns:p14="http://schemas.microsoft.com/office/powerpoint/2010/main" val="2879362437"/>
              </p:ext>
            </p:extLst>
          </p:nvPr>
        </p:nvGraphicFramePr>
        <p:xfrm>
          <a:off x="4349060" y="3779061"/>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35" name="Table 34">
            <a:extLst>
              <a:ext uri="{FF2B5EF4-FFF2-40B4-BE49-F238E27FC236}">
                <a16:creationId xmlns:a16="http://schemas.microsoft.com/office/drawing/2014/main" id="{782614D5-1221-52F9-2130-FE0960595C56}"/>
              </a:ext>
            </a:extLst>
          </p:cNvPr>
          <p:cNvGraphicFramePr>
            <a:graphicFrameLocks noGrp="1"/>
          </p:cNvGraphicFramePr>
          <p:nvPr>
            <p:extLst>
              <p:ext uri="{D42A27DB-BD31-4B8C-83A1-F6EECF244321}">
                <p14:modId xmlns:p14="http://schemas.microsoft.com/office/powerpoint/2010/main" val="3746866549"/>
              </p:ext>
            </p:extLst>
          </p:nvPr>
        </p:nvGraphicFramePr>
        <p:xfrm>
          <a:off x="4349060" y="4026725"/>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37" name="Table 36">
            <a:extLst>
              <a:ext uri="{FF2B5EF4-FFF2-40B4-BE49-F238E27FC236}">
                <a16:creationId xmlns:a16="http://schemas.microsoft.com/office/drawing/2014/main" id="{3EADDF41-E8F4-116E-C88A-29A8B553CE74}"/>
              </a:ext>
            </a:extLst>
          </p:cNvPr>
          <p:cNvGraphicFramePr>
            <a:graphicFrameLocks noGrp="1"/>
          </p:cNvGraphicFramePr>
          <p:nvPr>
            <p:extLst>
              <p:ext uri="{D42A27DB-BD31-4B8C-83A1-F6EECF244321}">
                <p14:modId xmlns:p14="http://schemas.microsoft.com/office/powerpoint/2010/main" val="4010189522"/>
              </p:ext>
            </p:extLst>
          </p:nvPr>
        </p:nvGraphicFramePr>
        <p:xfrm>
          <a:off x="4349060" y="4274389"/>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39" name="Table 38">
            <a:extLst>
              <a:ext uri="{FF2B5EF4-FFF2-40B4-BE49-F238E27FC236}">
                <a16:creationId xmlns:a16="http://schemas.microsoft.com/office/drawing/2014/main" id="{5C14E23B-649A-BAD4-3032-F76D019252F5}"/>
              </a:ext>
            </a:extLst>
          </p:cNvPr>
          <p:cNvGraphicFramePr>
            <a:graphicFrameLocks noGrp="1"/>
          </p:cNvGraphicFramePr>
          <p:nvPr>
            <p:extLst>
              <p:ext uri="{D42A27DB-BD31-4B8C-83A1-F6EECF244321}">
                <p14:modId xmlns:p14="http://schemas.microsoft.com/office/powerpoint/2010/main" val="518319306"/>
              </p:ext>
            </p:extLst>
          </p:nvPr>
        </p:nvGraphicFramePr>
        <p:xfrm>
          <a:off x="4349060" y="4522053"/>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41" name="Table 40">
            <a:extLst>
              <a:ext uri="{FF2B5EF4-FFF2-40B4-BE49-F238E27FC236}">
                <a16:creationId xmlns:a16="http://schemas.microsoft.com/office/drawing/2014/main" id="{BCE58C87-77DE-CF47-1EBD-B58566BAB821}"/>
              </a:ext>
            </a:extLst>
          </p:cNvPr>
          <p:cNvGraphicFramePr>
            <a:graphicFrameLocks noGrp="1"/>
          </p:cNvGraphicFramePr>
          <p:nvPr>
            <p:extLst>
              <p:ext uri="{D42A27DB-BD31-4B8C-83A1-F6EECF244321}">
                <p14:modId xmlns:p14="http://schemas.microsoft.com/office/powerpoint/2010/main" val="908183155"/>
              </p:ext>
            </p:extLst>
          </p:nvPr>
        </p:nvGraphicFramePr>
        <p:xfrm>
          <a:off x="5483379" y="3779061"/>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53" name="Table 52">
            <a:extLst>
              <a:ext uri="{FF2B5EF4-FFF2-40B4-BE49-F238E27FC236}">
                <a16:creationId xmlns:a16="http://schemas.microsoft.com/office/drawing/2014/main" id="{5D7ACC0C-A0B6-93A4-C45B-BFBDC60529C9}"/>
              </a:ext>
            </a:extLst>
          </p:cNvPr>
          <p:cNvGraphicFramePr>
            <a:graphicFrameLocks noGrp="1"/>
          </p:cNvGraphicFramePr>
          <p:nvPr>
            <p:extLst>
              <p:ext uri="{D42A27DB-BD31-4B8C-83A1-F6EECF244321}">
                <p14:modId xmlns:p14="http://schemas.microsoft.com/office/powerpoint/2010/main" val="2191473472"/>
              </p:ext>
            </p:extLst>
          </p:nvPr>
        </p:nvGraphicFramePr>
        <p:xfrm>
          <a:off x="1611972" y="1765008"/>
          <a:ext cx="64028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0828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55" name="Table 54">
            <a:extLst>
              <a:ext uri="{FF2B5EF4-FFF2-40B4-BE49-F238E27FC236}">
                <a16:creationId xmlns:a16="http://schemas.microsoft.com/office/drawing/2014/main" id="{701A223B-3E6C-E775-B6BA-2BE7F606B7DB}"/>
              </a:ext>
            </a:extLst>
          </p:cNvPr>
          <p:cNvGraphicFramePr>
            <a:graphicFrameLocks noGrp="1"/>
          </p:cNvGraphicFramePr>
          <p:nvPr>
            <p:extLst>
              <p:ext uri="{D42A27DB-BD31-4B8C-83A1-F6EECF244321}">
                <p14:modId xmlns:p14="http://schemas.microsoft.com/office/powerpoint/2010/main" val="906359105"/>
              </p:ext>
            </p:extLst>
          </p:nvPr>
        </p:nvGraphicFramePr>
        <p:xfrm>
          <a:off x="2735563" y="1758762"/>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57" name="Table 56">
            <a:extLst>
              <a:ext uri="{FF2B5EF4-FFF2-40B4-BE49-F238E27FC236}">
                <a16:creationId xmlns:a16="http://schemas.microsoft.com/office/drawing/2014/main" id="{B3C09471-6E45-E8CD-A120-7CB18FC07443}"/>
              </a:ext>
            </a:extLst>
          </p:cNvPr>
          <p:cNvGraphicFramePr>
            <a:graphicFrameLocks noGrp="1"/>
          </p:cNvGraphicFramePr>
          <p:nvPr>
            <p:extLst>
              <p:ext uri="{D42A27DB-BD31-4B8C-83A1-F6EECF244321}">
                <p14:modId xmlns:p14="http://schemas.microsoft.com/office/powerpoint/2010/main" val="3398899650"/>
              </p:ext>
            </p:extLst>
          </p:nvPr>
        </p:nvGraphicFramePr>
        <p:xfrm>
          <a:off x="2735563" y="2006426"/>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59" name="Table 58">
            <a:extLst>
              <a:ext uri="{FF2B5EF4-FFF2-40B4-BE49-F238E27FC236}">
                <a16:creationId xmlns:a16="http://schemas.microsoft.com/office/drawing/2014/main" id="{1AB166F7-87D8-AA69-9AAD-F21D173EB04B}"/>
              </a:ext>
            </a:extLst>
          </p:cNvPr>
          <p:cNvGraphicFramePr>
            <a:graphicFrameLocks noGrp="1"/>
          </p:cNvGraphicFramePr>
          <p:nvPr>
            <p:extLst>
              <p:ext uri="{D42A27DB-BD31-4B8C-83A1-F6EECF244321}">
                <p14:modId xmlns:p14="http://schemas.microsoft.com/office/powerpoint/2010/main" val="1506688161"/>
              </p:ext>
            </p:extLst>
          </p:nvPr>
        </p:nvGraphicFramePr>
        <p:xfrm>
          <a:off x="2734385" y="2254090"/>
          <a:ext cx="646829" cy="216000"/>
        </p:xfrm>
        <a:graphic>
          <a:graphicData uri="http://schemas.openxmlformats.org/drawingml/2006/table">
            <a:tbl>
              <a:tblPr firstRow="1" bandRow="1">
                <a:tableStyleId>{5940675A-B579-460E-94D1-54222C63F5DA}</a:tableStyleId>
              </a:tblPr>
              <a:tblGrid>
                <a:gridCol w="212327">
                  <a:extLst>
                    <a:ext uri="{9D8B030D-6E8A-4147-A177-3AD203B41FA5}">
                      <a16:colId xmlns:a16="http://schemas.microsoft.com/office/drawing/2014/main" val="3251467049"/>
                    </a:ext>
                  </a:extLst>
                </a:gridCol>
                <a:gridCol w="228038">
                  <a:extLst>
                    <a:ext uri="{9D8B030D-6E8A-4147-A177-3AD203B41FA5}">
                      <a16:colId xmlns:a16="http://schemas.microsoft.com/office/drawing/2014/main" val="3264569812"/>
                    </a:ext>
                  </a:extLst>
                </a:gridCol>
                <a:gridCol w="206464">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75" name="Table 74">
            <a:extLst>
              <a:ext uri="{FF2B5EF4-FFF2-40B4-BE49-F238E27FC236}">
                <a16:creationId xmlns:a16="http://schemas.microsoft.com/office/drawing/2014/main" id="{82897FDD-2500-45A4-02D4-9AA752102C22}"/>
              </a:ext>
            </a:extLst>
          </p:cNvPr>
          <p:cNvGraphicFramePr>
            <a:graphicFrameLocks noGrp="1"/>
          </p:cNvGraphicFramePr>
          <p:nvPr>
            <p:extLst>
              <p:ext uri="{D42A27DB-BD31-4B8C-83A1-F6EECF244321}">
                <p14:modId xmlns:p14="http://schemas.microsoft.com/office/powerpoint/2010/main" val="254916512"/>
              </p:ext>
            </p:extLst>
          </p:nvPr>
        </p:nvGraphicFramePr>
        <p:xfrm>
          <a:off x="3882087" y="1770184"/>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77" name="Table 76">
            <a:extLst>
              <a:ext uri="{FF2B5EF4-FFF2-40B4-BE49-F238E27FC236}">
                <a16:creationId xmlns:a16="http://schemas.microsoft.com/office/drawing/2014/main" id="{BB1340B8-9713-9CF9-E517-356452510808}"/>
              </a:ext>
            </a:extLst>
          </p:cNvPr>
          <p:cNvGraphicFramePr>
            <a:graphicFrameLocks noGrp="1"/>
          </p:cNvGraphicFramePr>
          <p:nvPr>
            <p:extLst>
              <p:ext uri="{D42A27DB-BD31-4B8C-83A1-F6EECF244321}">
                <p14:modId xmlns:p14="http://schemas.microsoft.com/office/powerpoint/2010/main" val="570762521"/>
              </p:ext>
            </p:extLst>
          </p:nvPr>
        </p:nvGraphicFramePr>
        <p:xfrm>
          <a:off x="3882087" y="2017848"/>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79" name="Table 78">
            <a:extLst>
              <a:ext uri="{FF2B5EF4-FFF2-40B4-BE49-F238E27FC236}">
                <a16:creationId xmlns:a16="http://schemas.microsoft.com/office/drawing/2014/main" id="{FEF9B955-8FF8-22E2-16D3-4016421DB1FA}"/>
              </a:ext>
            </a:extLst>
          </p:cNvPr>
          <p:cNvGraphicFramePr>
            <a:graphicFrameLocks noGrp="1"/>
          </p:cNvGraphicFramePr>
          <p:nvPr>
            <p:extLst>
              <p:ext uri="{D42A27DB-BD31-4B8C-83A1-F6EECF244321}">
                <p14:modId xmlns:p14="http://schemas.microsoft.com/office/powerpoint/2010/main" val="2141089212"/>
              </p:ext>
            </p:extLst>
          </p:nvPr>
        </p:nvGraphicFramePr>
        <p:xfrm>
          <a:off x="3882087" y="2265512"/>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83" name="Table 82">
            <a:extLst>
              <a:ext uri="{FF2B5EF4-FFF2-40B4-BE49-F238E27FC236}">
                <a16:creationId xmlns:a16="http://schemas.microsoft.com/office/drawing/2014/main" id="{52FE359A-8651-3517-7F73-8A49DD7D1663}"/>
              </a:ext>
            </a:extLst>
          </p:cNvPr>
          <p:cNvGraphicFramePr>
            <a:graphicFrameLocks noGrp="1"/>
          </p:cNvGraphicFramePr>
          <p:nvPr>
            <p:extLst>
              <p:ext uri="{D42A27DB-BD31-4B8C-83A1-F6EECF244321}">
                <p14:modId xmlns:p14="http://schemas.microsoft.com/office/powerpoint/2010/main" val="1720716721"/>
              </p:ext>
            </p:extLst>
          </p:nvPr>
        </p:nvGraphicFramePr>
        <p:xfrm>
          <a:off x="5028611" y="1758762"/>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85" name="Table 84">
            <a:extLst>
              <a:ext uri="{FF2B5EF4-FFF2-40B4-BE49-F238E27FC236}">
                <a16:creationId xmlns:a16="http://schemas.microsoft.com/office/drawing/2014/main" id="{C550BB85-C5DC-415A-1E4E-CA7C343D3CB9}"/>
              </a:ext>
            </a:extLst>
          </p:cNvPr>
          <p:cNvGraphicFramePr>
            <a:graphicFrameLocks noGrp="1"/>
          </p:cNvGraphicFramePr>
          <p:nvPr>
            <p:extLst>
              <p:ext uri="{D42A27DB-BD31-4B8C-83A1-F6EECF244321}">
                <p14:modId xmlns:p14="http://schemas.microsoft.com/office/powerpoint/2010/main" val="1226866659"/>
              </p:ext>
            </p:extLst>
          </p:nvPr>
        </p:nvGraphicFramePr>
        <p:xfrm>
          <a:off x="3208200" y="3743663"/>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87" name="Table 86">
            <a:extLst>
              <a:ext uri="{FF2B5EF4-FFF2-40B4-BE49-F238E27FC236}">
                <a16:creationId xmlns:a16="http://schemas.microsoft.com/office/drawing/2014/main" id="{FDAA01D0-8F78-C5AD-01EE-CC8E42B8026C}"/>
              </a:ext>
            </a:extLst>
          </p:cNvPr>
          <p:cNvGraphicFramePr>
            <a:graphicFrameLocks noGrp="1"/>
          </p:cNvGraphicFramePr>
          <p:nvPr>
            <p:extLst>
              <p:ext uri="{D42A27DB-BD31-4B8C-83A1-F6EECF244321}">
                <p14:modId xmlns:p14="http://schemas.microsoft.com/office/powerpoint/2010/main" val="1376998115"/>
              </p:ext>
            </p:extLst>
          </p:nvPr>
        </p:nvGraphicFramePr>
        <p:xfrm>
          <a:off x="3208200" y="3991327"/>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sp>
        <p:nvSpPr>
          <p:cNvPr id="88" name="Arrow: Down 87">
            <a:extLst>
              <a:ext uri="{FF2B5EF4-FFF2-40B4-BE49-F238E27FC236}">
                <a16:creationId xmlns:a16="http://schemas.microsoft.com/office/drawing/2014/main" id="{B9937487-476A-B757-DF35-488BF6EB0AE1}"/>
              </a:ext>
            </a:extLst>
          </p:cNvPr>
          <p:cNvSpPr/>
          <p:nvPr/>
        </p:nvSpPr>
        <p:spPr>
          <a:xfrm rot="1852469">
            <a:off x="1495937" y="2664335"/>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0" name="Arrow: Down 89">
            <a:extLst>
              <a:ext uri="{FF2B5EF4-FFF2-40B4-BE49-F238E27FC236}">
                <a16:creationId xmlns:a16="http://schemas.microsoft.com/office/drawing/2014/main" id="{35864E40-218A-EE7E-27E6-435EC7DB590D}"/>
              </a:ext>
            </a:extLst>
          </p:cNvPr>
          <p:cNvSpPr/>
          <p:nvPr/>
        </p:nvSpPr>
        <p:spPr>
          <a:xfrm rot="1852469">
            <a:off x="2614410" y="2658087"/>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2" name="Arrow: Down 91">
            <a:extLst>
              <a:ext uri="{FF2B5EF4-FFF2-40B4-BE49-F238E27FC236}">
                <a16:creationId xmlns:a16="http://schemas.microsoft.com/office/drawing/2014/main" id="{840CEFC9-701E-DFBE-0EDD-BBE167E0B0C9}"/>
              </a:ext>
            </a:extLst>
          </p:cNvPr>
          <p:cNvSpPr/>
          <p:nvPr/>
        </p:nvSpPr>
        <p:spPr>
          <a:xfrm rot="1852469">
            <a:off x="3732882" y="2664334"/>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4" name="Arrow: Down 93">
            <a:extLst>
              <a:ext uri="{FF2B5EF4-FFF2-40B4-BE49-F238E27FC236}">
                <a16:creationId xmlns:a16="http://schemas.microsoft.com/office/drawing/2014/main" id="{47208051-89A9-10AB-E890-58744411B5ED}"/>
              </a:ext>
            </a:extLst>
          </p:cNvPr>
          <p:cNvSpPr/>
          <p:nvPr/>
        </p:nvSpPr>
        <p:spPr>
          <a:xfrm rot="1852469">
            <a:off x="5016773" y="2664335"/>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6" name="Arrow: Down 95">
            <a:extLst>
              <a:ext uri="{FF2B5EF4-FFF2-40B4-BE49-F238E27FC236}">
                <a16:creationId xmlns:a16="http://schemas.microsoft.com/office/drawing/2014/main" id="{E26D9548-A6F4-6DBB-E82A-6E88B70063A9}"/>
              </a:ext>
            </a:extLst>
          </p:cNvPr>
          <p:cNvSpPr/>
          <p:nvPr/>
        </p:nvSpPr>
        <p:spPr>
          <a:xfrm rot="19747531" flipH="1">
            <a:off x="4646077" y="2664334"/>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8" name="Arrow: Down 97">
            <a:extLst>
              <a:ext uri="{FF2B5EF4-FFF2-40B4-BE49-F238E27FC236}">
                <a16:creationId xmlns:a16="http://schemas.microsoft.com/office/drawing/2014/main" id="{12240FCF-D1AB-737D-4976-D174E4073A93}"/>
              </a:ext>
            </a:extLst>
          </p:cNvPr>
          <p:cNvSpPr/>
          <p:nvPr/>
        </p:nvSpPr>
        <p:spPr>
          <a:xfrm rot="19747531" flipH="1">
            <a:off x="3319669" y="2655703"/>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00" name="Arrow: Down 99">
            <a:extLst>
              <a:ext uri="{FF2B5EF4-FFF2-40B4-BE49-F238E27FC236}">
                <a16:creationId xmlns:a16="http://schemas.microsoft.com/office/drawing/2014/main" id="{63069A55-F8D7-11D9-9D61-C789F51E9EC3}"/>
              </a:ext>
            </a:extLst>
          </p:cNvPr>
          <p:cNvSpPr/>
          <p:nvPr/>
        </p:nvSpPr>
        <p:spPr>
          <a:xfrm rot="19747531" flipH="1">
            <a:off x="2200821" y="2664333"/>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01" name="TextBox 100">
            <a:extLst>
              <a:ext uri="{FF2B5EF4-FFF2-40B4-BE49-F238E27FC236}">
                <a16:creationId xmlns:a16="http://schemas.microsoft.com/office/drawing/2014/main" id="{0BBD4AF3-EB4D-683B-FA57-52A9D0E64F9C}"/>
              </a:ext>
            </a:extLst>
          </p:cNvPr>
          <p:cNvSpPr txBox="1"/>
          <p:nvPr/>
        </p:nvSpPr>
        <p:spPr>
          <a:xfrm>
            <a:off x="1764607" y="1306589"/>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1/8</a:t>
            </a:r>
            <a:endParaRPr lang="en-NL" sz="1000" dirty="0"/>
          </a:p>
        </p:txBody>
      </p:sp>
      <p:sp>
        <p:nvSpPr>
          <p:cNvPr id="103" name="TextBox 102">
            <a:extLst>
              <a:ext uri="{FF2B5EF4-FFF2-40B4-BE49-F238E27FC236}">
                <a16:creationId xmlns:a16="http://schemas.microsoft.com/office/drawing/2014/main" id="{E7E080AB-0543-0010-AD19-EF191CF8C3A3}"/>
              </a:ext>
            </a:extLst>
          </p:cNvPr>
          <p:cNvSpPr txBox="1"/>
          <p:nvPr/>
        </p:nvSpPr>
        <p:spPr>
          <a:xfrm>
            <a:off x="2900125" y="1306589"/>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3/8</a:t>
            </a:r>
            <a:endParaRPr lang="en-NL" sz="1000" dirty="0"/>
          </a:p>
        </p:txBody>
      </p:sp>
      <p:sp>
        <p:nvSpPr>
          <p:cNvPr id="105" name="TextBox 104">
            <a:extLst>
              <a:ext uri="{FF2B5EF4-FFF2-40B4-BE49-F238E27FC236}">
                <a16:creationId xmlns:a16="http://schemas.microsoft.com/office/drawing/2014/main" id="{9E55A1F3-AF95-6372-1A5F-368303FF53EA}"/>
              </a:ext>
            </a:extLst>
          </p:cNvPr>
          <p:cNvSpPr txBox="1"/>
          <p:nvPr/>
        </p:nvSpPr>
        <p:spPr>
          <a:xfrm>
            <a:off x="4035643" y="1306589"/>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3/8</a:t>
            </a:r>
            <a:endParaRPr lang="en-NL" sz="1000" dirty="0"/>
          </a:p>
        </p:txBody>
      </p:sp>
      <p:sp>
        <p:nvSpPr>
          <p:cNvPr id="107" name="TextBox 106">
            <a:extLst>
              <a:ext uri="{FF2B5EF4-FFF2-40B4-BE49-F238E27FC236}">
                <a16:creationId xmlns:a16="http://schemas.microsoft.com/office/drawing/2014/main" id="{A93CF4C8-36AF-755A-A73F-6B0D6C7884A6}"/>
              </a:ext>
            </a:extLst>
          </p:cNvPr>
          <p:cNvSpPr txBox="1"/>
          <p:nvPr/>
        </p:nvSpPr>
        <p:spPr>
          <a:xfrm>
            <a:off x="5171161" y="1306589"/>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3/8</a:t>
            </a:r>
            <a:endParaRPr lang="en-NL" sz="1000" dirty="0"/>
          </a:p>
        </p:txBody>
      </p:sp>
      <p:sp>
        <p:nvSpPr>
          <p:cNvPr id="108" name="TextBox 107">
            <a:extLst>
              <a:ext uri="{FF2B5EF4-FFF2-40B4-BE49-F238E27FC236}">
                <a16:creationId xmlns:a16="http://schemas.microsoft.com/office/drawing/2014/main" id="{34EE35C8-0511-895A-B581-58FFA69437DB}"/>
              </a:ext>
            </a:extLst>
          </p:cNvPr>
          <p:cNvSpPr txBox="1"/>
          <p:nvPr/>
        </p:nvSpPr>
        <p:spPr>
          <a:xfrm>
            <a:off x="6761480" y="3273373"/>
            <a:ext cx="1869207"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Alice’s bits (16 options)</a:t>
            </a:r>
            <a:endParaRPr lang="en-NL" sz="1400" dirty="0"/>
          </a:p>
        </p:txBody>
      </p:sp>
      <p:sp>
        <p:nvSpPr>
          <p:cNvPr id="110" name="TextBox 109">
            <a:extLst>
              <a:ext uri="{FF2B5EF4-FFF2-40B4-BE49-F238E27FC236}">
                <a16:creationId xmlns:a16="http://schemas.microsoft.com/office/drawing/2014/main" id="{383E7E74-5FBD-4A2A-F115-FEDA95F8E638}"/>
              </a:ext>
            </a:extLst>
          </p:cNvPr>
          <p:cNvSpPr txBox="1"/>
          <p:nvPr/>
        </p:nvSpPr>
        <p:spPr>
          <a:xfrm>
            <a:off x="6761480" y="1720466"/>
            <a:ext cx="2148841"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All bits other than the one Bob has to guess (8 options).</a:t>
            </a:r>
            <a:endParaRPr lang="en-NL" sz="1400" dirty="0"/>
          </a:p>
        </p:txBody>
      </p:sp>
      <p:sp>
        <p:nvSpPr>
          <p:cNvPr id="112" name="TextBox 111">
            <a:extLst>
              <a:ext uri="{FF2B5EF4-FFF2-40B4-BE49-F238E27FC236}">
                <a16:creationId xmlns:a16="http://schemas.microsoft.com/office/drawing/2014/main" id="{BD5F643F-B2AF-FF95-B384-F513CEC96606}"/>
              </a:ext>
            </a:extLst>
          </p:cNvPr>
          <p:cNvSpPr txBox="1"/>
          <p:nvPr/>
        </p:nvSpPr>
        <p:spPr>
          <a:xfrm>
            <a:off x="6761480" y="2712363"/>
            <a:ext cx="2148841" cy="30995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The bit Bob has to guess</a:t>
            </a:r>
            <a:endParaRPr lang="en-NL" sz="1400" dirty="0"/>
          </a:p>
        </p:txBody>
      </p:sp>
      <p:sp>
        <p:nvSpPr>
          <p:cNvPr id="114" name="Right Brace 113">
            <a:extLst>
              <a:ext uri="{FF2B5EF4-FFF2-40B4-BE49-F238E27FC236}">
                <a16:creationId xmlns:a16="http://schemas.microsoft.com/office/drawing/2014/main" id="{37EC80C8-07BE-114B-5C4D-B0F8E598DE6F}"/>
              </a:ext>
            </a:extLst>
          </p:cNvPr>
          <p:cNvSpPr/>
          <p:nvPr/>
        </p:nvSpPr>
        <p:spPr>
          <a:xfrm rot="5400000">
            <a:off x="1882565" y="4410681"/>
            <a:ext cx="94684" cy="197833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116" name="Right Brace 115">
            <a:extLst>
              <a:ext uri="{FF2B5EF4-FFF2-40B4-BE49-F238E27FC236}">
                <a16:creationId xmlns:a16="http://schemas.microsoft.com/office/drawing/2014/main" id="{6A1FD0E8-C6D6-9109-B0B7-E95811158C5A}"/>
              </a:ext>
            </a:extLst>
          </p:cNvPr>
          <p:cNvSpPr/>
          <p:nvPr/>
        </p:nvSpPr>
        <p:spPr>
          <a:xfrm rot="5400000">
            <a:off x="5290885" y="4410682"/>
            <a:ext cx="94684" cy="197833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118" name="TextBox 117">
            <a:extLst>
              <a:ext uri="{FF2B5EF4-FFF2-40B4-BE49-F238E27FC236}">
                <a16:creationId xmlns:a16="http://schemas.microsoft.com/office/drawing/2014/main" id="{C7551B9C-59FE-7ADE-5137-3EC754910443}"/>
              </a:ext>
            </a:extLst>
          </p:cNvPr>
          <p:cNvSpPr txBox="1"/>
          <p:nvPr/>
        </p:nvSpPr>
        <p:spPr>
          <a:xfrm>
            <a:off x="474841" y="5450130"/>
            <a:ext cx="2148841" cy="525401"/>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Alice communicates ‘1’ if the majority is ‘1’</a:t>
            </a:r>
            <a:endParaRPr lang="en-NL" sz="1400" dirty="0"/>
          </a:p>
        </p:txBody>
      </p:sp>
      <p:sp>
        <p:nvSpPr>
          <p:cNvPr id="120" name="TextBox 119">
            <a:extLst>
              <a:ext uri="{FF2B5EF4-FFF2-40B4-BE49-F238E27FC236}">
                <a16:creationId xmlns:a16="http://schemas.microsoft.com/office/drawing/2014/main" id="{1E0ACADC-0DF0-FD7B-8186-5AE7C8426F68}"/>
              </a:ext>
            </a:extLst>
          </p:cNvPr>
          <p:cNvSpPr txBox="1"/>
          <p:nvPr/>
        </p:nvSpPr>
        <p:spPr>
          <a:xfrm>
            <a:off x="4840958" y="5447190"/>
            <a:ext cx="2148841" cy="525401"/>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Alice communicates ‘0’ if the majority is ‘0’</a:t>
            </a:r>
            <a:endParaRPr lang="en-NL" sz="1400" dirty="0"/>
          </a:p>
        </p:txBody>
      </p:sp>
      <p:sp>
        <p:nvSpPr>
          <p:cNvPr id="122" name="Arrow: Down 121">
            <a:extLst>
              <a:ext uri="{FF2B5EF4-FFF2-40B4-BE49-F238E27FC236}">
                <a16:creationId xmlns:a16="http://schemas.microsoft.com/office/drawing/2014/main" id="{671852BD-F5AD-1049-E753-68B702CEC106}"/>
              </a:ext>
            </a:extLst>
          </p:cNvPr>
          <p:cNvSpPr/>
          <p:nvPr/>
        </p:nvSpPr>
        <p:spPr>
          <a:xfrm rot="19747531" flipH="1">
            <a:off x="5456378" y="2664333"/>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24" name="TextBox 123">
            <a:extLst>
              <a:ext uri="{FF2B5EF4-FFF2-40B4-BE49-F238E27FC236}">
                <a16:creationId xmlns:a16="http://schemas.microsoft.com/office/drawing/2014/main" id="{16DB2B4D-13A2-B5CC-4DB5-2099D1CBC8BD}"/>
              </a:ext>
            </a:extLst>
          </p:cNvPr>
          <p:cNvSpPr txBox="1"/>
          <p:nvPr/>
        </p:nvSpPr>
        <p:spPr>
          <a:xfrm>
            <a:off x="1165446" y="3203352"/>
            <a:ext cx="428620" cy="4284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1/16</a:t>
            </a:r>
            <a:endParaRPr lang="en-NL" sz="1000" dirty="0"/>
          </a:p>
        </p:txBody>
      </p:sp>
      <p:sp>
        <p:nvSpPr>
          <p:cNvPr id="126" name="TextBox 125">
            <a:extLst>
              <a:ext uri="{FF2B5EF4-FFF2-40B4-BE49-F238E27FC236}">
                <a16:creationId xmlns:a16="http://schemas.microsoft.com/office/drawing/2014/main" id="{BB11F34A-371B-5279-265E-244673D58687}"/>
              </a:ext>
            </a:extLst>
          </p:cNvPr>
          <p:cNvSpPr txBox="1"/>
          <p:nvPr/>
        </p:nvSpPr>
        <p:spPr>
          <a:xfrm>
            <a:off x="2300964" y="3203352"/>
            <a:ext cx="428620" cy="4284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4/16</a:t>
            </a:r>
            <a:endParaRPr lang="en-NL" sz="1000" dirty="0"/>
          </a:p>
        </p:txBody>
      </p:sp>
      <p:sp>
        <p:nvSpPr>
          <p:cNvPr id="128" name="TextBox 127">
            <a:extLst>
              <a:ext uri="{FF2B5EF4-FFF2-40B4-BE49-F238E27FC236}">
                <a16:creationId xmlns:a16="http://schemas.microsoft.com/office/drawing/2014/main" id="{4D1169A8-6AF6-5DEA-7BEA-B300A9D97587}"/>
              </a:ext>
            </a:extLst>
          </p:cNvPr>
          <p:cNvSpPr txBox="1"/>
          <p:nvPr/>
        </p:nvSpPr>
        <p:spPr>
          <a:xfrm>
            <a:off x="3436482" y="3203352"/>
            <a:ext cx="428620" cy="4284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6/16</a:t>
            </a:r>
            <a:endParaRPr lang="en-NL" sz="1000" dirty="0"/>
          </a:p>
        </p:txBody>
      </p:sp>
      <p:sp>
        <p:nvSpPr>
          <p:cNvPr id="130" name="TextBox 129">
            <a:extLst>
              <a:ext uri="{FF2B5EF4-FFF2-40B4-BE49-F238E27FC236}">
                <a16:creationId xmlns:a16="http://schemas.microsoft.com/office/drawing/2014/main" id="{4A517449-2C36-EB5B-976E-2CEEBDA168AC}"/>
              </a:ext>
            </a:extLst>
          </p:cNvPr>
          <p:cNvSpPr txBox="1"/>
          <p:nvPr/>
        </p:nvSpPr>
        <p:spPr>
          <a:xfrm>
            <a:off x="4572000" y="3203352"/>
            <a:ext cx="428620" cy="4284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4/16</a:t>
            </a:r>
            <a:endParaRPr lang="en-NL" sz="1000" dirty="0"/>
          </a:p>
        </p:txBody>
      </p:sp>
      <p:sp>
        <p:nvSpPr>
          <p:cNvPr id="132" name="TextBox 131">
            <a:extLst>
              <a:ext uri="{FF2B5EF4-FFF2-40B4-BE49-F238E27FC236}">
                <a16:creationId xmlns:a16="http://schemas.microsoft.com/office/drawing/2014/main" id="{BB03E2CA-608F-54D5-283C-E2DB549BBDA4}"/>
              </a:ext>
            </a:extLst>
          </p:cNvPr>
          <p:cNvSpPr txBox="1"/>
          <p:nvPr/>
        </p:nvSpPr>
        <p:spPr>
          <a:xfrm>
            <a:off x="5666740" y="3203352"/>
            <a:ext cx="428620" cy="4284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1/16</a:t>
            </a:r>
            <a:endParaRPr lang="en-NL" sz="1000" dirty="0"/>
          </a:p>
        </p:txBody>
      </p:sp>
      <p:sp>
        <p:nvSpPr>
          <p:cNvPr id="138" name="Right Brace 137">
            <a:extLst>
              <a:ext uri="{FF2B5EF4-FFF2-40B4-BE49-F238E27FC236}">
                <a16:creationId xmlns:a16="http://schemas.microsoft.com/office/drawing/2014/main" id="{BC174674-7C88-6F26-2B6F-B93A68A5E4A7}"/>
              </a:ext>
            </a:extLst>
          </p:cNvPr>
          <p:cNvSpPr/>
          <p:nvPr/>
        </p:nvSpPr>
        <p:spPr>
          <a:xfrm rot="5400000">
            <a:off x="3590916" y="4921285"/>
            <a:ext cx="119752" cy="982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140" name="TextBox 139">
            <a:extLst>
              <a:ext uri="{FF2B5EF4-FFF2-40B4-BE49-F238E27FC236}">
                <a16:creationId xmlns:a16="http://schemas.microsoft.com/office/drawing/2014/main" id="{4BC26600-1BE3-538A-010F-117E2EF2586D}"/>
              </a:ext>
            </a:extLst>
          </p:cNvPr>
          <p:cNvSpPr txBox="1"/>
          <p:nvPr/>
        </p:nvSpPr>
        <p:spPr>
          <a:xfrm>
            <a:off x="2729584" y="5707686"/>
            <a:ext cx="2148841" cy="525401"/>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When string is ‘tied’ Alice sends a random ‘1’ of ‘0’</a:t>
            </a:r>
            <a:endParaRPr lang="en-NL" sz="1400" dirty="0"/>
          </a:p>
        </p:txBody>
      </p:sp>
    </p:spTree>
    <p:extLst>
      <p:ext uri="{BB962C8B-B14F-4D97-AF65-F5344CB8AC3E}">
        <p14:creationId xmlns:p14="http://schemas.microsoft.com/office/powerpoint/2010/main" val="146760537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DE601-ECA7-F857-F66C-BC15F6950634}"/>
            </a:ext>
          </a:extLst>
        </p:cNvPr>
        <p:cNvGrpSpPr/>
        <p:nvPr/>
      </p:nvGrpSpPr>
      <p:grpSpPr>
        <a:xfrm>
          <a:off x="0" y="0"/>
          <a:ext cx="0" cy="0"/>
          <a:chOff x="0" y="0"/>
          <a:chExt cx="0" cy="0"/>
        </a:xfrm>
      </p:grpSpPr>
      <p:graphicFrame>
        <p:nvGraphicFramePr>
          <p:cNvPr id="49" name="Table 48">
            <a:extLst>
              <a:ext uri="{FF2B5EF4-FFF2-40B4-BE49-F238E27FC236}">
                <a16:creationId xmlns:a16="http://schemas.microsoft.com/office/drawing/2014/main" id="{F7D979BF-137D-981F-D873-91D09BFBD891}"/>
              </a:ext>
            </a:extLst>
          </p:cNvPr>
          <p:cNvGraphicFramePr>
            <a:graphicFrameLocks noGrp="1"/>
          </p:cNvGraphicFramePr>
          <p:nvPr>
            <p:extLst>
              <p:ext uri="{D42A27DB-BD31-4B8C-83A1-F6EECF244321}">
                <p14:modId xmlns:p14="http://schemas.microsoft.com/office/powerpoint/2010/main" val="1451846480"/>
              </p:ext>
            </p:extLst>
          </p:nvPr>
        </p:nvGraphicFramePr>
        <p:xfrm>
          <a:off x="1235217"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63" name="Arrow: Down 62">
            <a:extLst>
              <a:ext uri="{FF2B5EF4-FFF2-40B4-BE49-F238E27FC236}">
                <a16:creationId xmlns:a16="http://schemas.microsoft.com/office/drawing/2014/main" id="{765CCE5E-AAA8-91E2-96F6-4B3AC162B3D8}"/>
              </a:ext>
            </a:extLst>
          </p:cNvPr>
          <p:cNvSpPr/>
          <p:nvPr/>
        </p:nvSpPr>
        <p:spPr>
          <a:xfrm>
            <a:off x="1106074" y="2646628"/>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64" name="Arrow: Down 63">
            <a:extLst>
              <a:ext uri="{FF2B5EF4-FFF2-40B4-BE49-F238E27FC236}">
                <a16:creationId xmlns:a16="http://schemas.microsoft.com/office/drawing/2014/main" id="{61A084A1-187B-4FF6-82DA-3B648119D8DA}"/>
              </a:ext>
            </a:extLst>
          </p:cNvPr>
          <p:cNvSpPr/>
          <p:nvPr/>
        </p:nvSpPr>
        <p:spPr>
          <a:xfrm>
            <a:off x="1967445" y="2646628"/>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7" name="TextBox 96">
            <a:extLst>
              <a:ext uri="{FF2B5EF4-FFF2-40B4-BE49-F238E27FC236}">
                <a16:creationId xmlns:a16="http://schemas.microsoft.com/office/drawing/2014/main" id="{CCF19E75-6C10-0B44-72F0-B880D2C230D5}"/>
              </a:ext>
            </a:extLst>
          </p:cNvPr>
          <p:cNvSpPr txBox="1"/>
          <p:nvPr/>
        </p:nvSpPr>
        <p:spPr>
          <a:xfrm>
            <a:off x="1209582" y="3493115"/>
            <a:ext cx="2449430" cy="602345"/>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64 out of 128 cases:</a:t>
            </a:r>
          </a:p>
          <a:p>
            <a:pPr marL="0" indent="0" algn="l">
              <a:spcAft>
                <a:spcPts val="600"/>
              </a:spcAft>
              <a:buSzPct val="75000"/>
              <a:buNone/>
            </a:pPr>
            <a:r>
              <a:rPr lang="en-US" sz="1400" dirty="0"/>
              <a:t>Alice sends a ‘1’, 100% win rate</a:t>
            </a:r>
            <a:endParaRPr lang="en-NL" sz="1400" dirty="0"/>
          </a:p>
        </p:txBody>
      </p:sp>
      <p:sp>
        <p:nvSpPr>
          <p:cNvPr id="109" name="TextBox 108">
            <a:extLst>
              <a:ext uri="{FF2B5EF4-FFF2-40B4-BE49-F238E27FC236}">
                <a16:creationId xmlns:a16="http://schemas.microsoft.com/office/drawing/2014/main" id="{40B3DBF2-92CE-511A-066D-AD3F9F325556}"/>
              </a:ext>
            </a:extLst>
          </p:cNvPr>
          <p:cNvSpPr txBox="1"/>
          <p:nvPr/>
        </p:nvSpPr>
        <p:spPr>
          <a:xfrm>
            <a:off x="762001" y="457200"/>
            <a:ext cx="7443216" cy="89473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For n = 8, if Bob has to guess ‘1’ on the first index. How likely is Alice to send a ‘1’ </a:t>
            </a:r>
          </a:p>
          <a:p>
            <a:pPr marL="0" indent="0" algn="l">
              <a:spcAft>
                <a:spcPts val="600"/>
              </a:spcAft>
              <a:buSzPct val="75000"/>
              <a:buNone/>
            </a:pPr>
            <a:endParaRPr lang="en-US" sz="1400" dirty="0"/>
          </a:p>
          <a:p>
            <a:pPr marL="0" indent="0" algn="l">
              <a:spcAft>
                <a:spcPts val="600"/>
              </a:spcAft>
              <a:buSzPct val="75000"/>
              <a:buNone/>
            </a:pPr>
            <a:r>
              <a:rPr lang="en-US" sz="1400" dirty="0"/>
              <a:t>Evaluate the other 7 bits on their Hamming weight.</a:t>
            </a:r>
            <a:endParaRPr lang="en-NL" sz="1400" dirty="0"/>
          </a:p>
        </p:txBody>
      </p:sp>
      <p:sp>
        <p:nvSpPr>
          <p:cNvPr id="111" name="TextBox 110">
            <a:extLst>
              <a:ext uri="{FF2B5EF4-FFF2-40B4-BE49-F238E27FC236}">
                <a16:creationId xmlns:a16="http://schemas.microsoft.com/office/drawing/2014/main" id="{F60096B0-06D3-0A53-9A4F-D108419254D9}"/>
              </a:ext>
            </a:extLst>
          </p:cNvPr>
          <p:cNvSpPr txBox="1"/>
          <p:nvPr/>
        </p:nvSpPr>
        <p:spPr>
          <a:xfrm>
            <a:off x="891436"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7x</a:t>
            </a:r>
            <a:endParaRPr lang="en-NL" sz="1400" dirty="0"/>
          </a:p>
        </p:txBody>
      </p:sp>
      <p:grpSp>
        <p:nvGrpSpPr>
          <p:cNvPr id="133" name="Group 132">
            <a:extLst>
              <a:ext uri="{FF2B5EF4-FFF2-40B4-BE49-F238E27FC236}">
                <a16:creationId xmlns:a16="http://schemas.microsoft.com/office/drawing/2014/main" id="{90D5D946-BB94-44C4-D25C-0DFFFC5EB525}"/>
              </a:ext>
            </a:extLst>
          </p:cNvPr>
          <p:cNvGrpSpPr/>
          <p:nvPr/>
        </p:nvGrpSpPr>
        <p:grpSpPr>
          <a:xfrm>
            <a:off x="974936" y="1744799"/>
            <a:ext cx="6502272" cy="248402"/>
            <a:chOff x="1353613" y="2526678"/>
            <a:chExt cx="6502272" cy="248402"/>
          </a:xfrm>
        </p:grpSpPr>
        <p:sp>
          <p:nvSpPr>
            <p:cNvPr id="67" name="TextBox 66">
              <a:extLst>
                <a:ext uri="{FF2B5EF4-FFF2-40B4-BE49-F238E27FC236}">
                  <a16:creationId xmlns:a16="http://schemas.microsoft.com/office/drawing/2014/main" id="{4A24B938-67CC-1E6E-BC78-39C314B6A35F}"/>
                </a:ext>
              </a:extLst>
            </p:cNvPr>
            <p:cNvSpPr txBox="1"/>
            <p:nvPr/>
          </p:nvSpPr>
          <p:spPr>
            <a:xfrm>
              <a:off x="1353613"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1/128</a:t>
              </a:r>
              <a:endParaRPr lang="en-NL" sz="1000" dirty="0"/>
            </a:p>
          </p:txBody>
        </p:sp>
        <p:sp>
          <p:nvSpPr>
            <p:cNvPr id="68" name="TextBox 67">
              <a:extLst>
                <a:ext uri="{FF2B5EF4-FFF2-40B4-BE49-F238E27FC236}">
                  <a16:creationId xmlns:a16="http://schemas.microsoft.com/office/drawing/2014/main" id="{442A2AA3-1FBD-52DE-CC9E-A0BE6401CB50}"/>
                </a:ext>
              </a:extLst>
            </p:cNvPr>
            <p:cNvSpPr txBox="1"/>
            <p:nvPr/>
          </p:nvSpPr>
          <p:spPr>
            <a:xfrm>
              <a:off x="2174332"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7/128</a:t>
              </a:r>
              <a:endParaRPr lang="en-NL" sz="1000" dirty="0"/>
            </a:p>
          </p:txBody>
        </p:sp>
        <p:sp>
          <p:nvSpPr>
            <p:cNvPr id="69" name="TextBox 68">
              <a:extLst>
                <a:ext uri="{FF2B5EF4-FFF2-40B4-BE49-F238E27FC236}">
                  <a16:creationId xmlns:a16="http://schemas.microsoft.com/office/drawing/2014/main" id="{5E193CCA-C2D8-0A7E-72D4-7E6CF2D27E8B}"/>
                </a:ext>
              </a:extLst>
            </p:cNvPr>
            <p:cNvSpPr txBox="1"/>
            <p:nvPr/>
          </p:nvSpPr>
          <p:spPr>
            <a:xfrm>
              <a:off x="2995051"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21/128</a:t>
              </a:r>
              <a:endParaRPr lang="en-NL" sz="1000" dirty="0"/>
            </a:p>
          </p:txBody>
        </p:sp>
        <p:sp>
          <p:nvSpPr>
            <p:cNvPr id="70" name="TextBox 69">
              <a:extLst>
                <a:ext uri="{FF2B5EF4-FFF2-40B4-BE49-F238E27FC236}">
                  <a16:creationId xmlns:a16="http://schemas.microsoft.com/office/drawing/2014/main" id="{8ADFD3B6-191F-917C-F9F6-D931ABA1B92B}"/>
                </a:ext>
              </a:extLst>
            </p:cNvPr>
            <p:cNvSpPr txBox="1"/>
            <p:nvPr/>
          </p:nvSpPr>
          <p:spPr>
            <a:xfrm>
              <a:off x="3881493"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35/128</a:t>
              </a:r>
              <a:endParaRPr lang="en-NL" sz="1000" dirty="0"/>
            </a:p>
          </p:txBody>
        </p:sp>
        <p:sp>
          <p:nvSpPr>
            <p:cNvPr id="115" name="TextBox 114">
              <a:extLst>
                <a:ext uri="{FF2B5EF4-FFF2-40B4-BE49-F238E27FC236}">
                  <a16:creationId xmlns:a16="http://schemas.microsoft.com/office/drawing/2014/main" id="{D6C3CD3A-7799-847E-EB2D-5860A2B08EE7}"/>
                </a:ext>
              </a:extLst>
            </p:cNvPr>
            <p:cNvSpPr txBox="1"/>
            <p:nvPr/>
          </p:nvSpPr>
          <p:spPr>
            <a:xfrm>
              <a:off x="4767935"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35/128</a:t>
              </a:r>
              <a:endParaRPr lang="en-NL" sz="1000" dirty="0"/>
            </a:p>
          </p:txBody>
        </p:sp>
        <p:sp>
          <p:nvSpPr>
            <p:cNvPr id="123" name="TextBox 122">
              <a:extLst>
                <a:ext uri="{FF2B5EF4-FFF2-40B4-BE49-F238E27FC236}">
                  <a16:creationId xmlns:a16="http://schemas.microsoft.com/office/drawing/2014/main" id="{4EF5B6E4-B7B4-3ED1-9F40-007FE7566D29}"/>
                </a:ext>
              </a:extLst>
            </p:cNvPr>
            <p:cNvSpPr txBox="1"/>
            <p:nvPr/>
          </p:nvSpPr>
          <p:spPr>
            <a:xfrm>
              <a:off x="5654377" y="2526678"/>
              <a:ext cx="560067"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21/128</a:t>
              </a:r>
              <a:endParaRPr lang="en-NL" sz="1000" dirty="0"/>
            </a:p>
          </p:txBody>
        </p:sp>
        <p:sp>
          <p:nvSpPr>
            <p:cNvPr id="127" name="TextBox 126">
              <a:extLst>
                <a:ext uri="{FF2B5EF4-FFF2-40B4-BE49-F238E27FC236}">
                  <a16:creationId xmlns:a16="http://schemas.microsoft.com/office/drawing/2014/main" id="{F349F765-D6E1-E3D9-2EF6-05CD70CE29A5}"/>
                </a:ext>
              </a:extLst>
            </p:cNvPr>
            <p:cNvSpPr txBox="1"/>
            <p:nvPr/>
          </p:nvSpPr>
          <p:spPr>
            <a:xfrm>
              <a:off x="6540819"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7/128</a:t>
              </a:r>
              <a:endParaRPr lang="en-NL" sz="1000" dirty="0"/>
            </a:p>
          </p:txBody>
        </p:sp>
        <p:sp>
          <p:nvSpPr>
            <p:cNvPr id="131" name="TextBox 130">
              <a:extLst>
                <a:ext uri="{FF2B5EF4-FFF2-40B4-BE49-F238E27FC236}">
                  <a16:creationId xmlns:a16="http://schemas.microsoft.com/office/drawing/2014/main" id="{8DCEAEA5-A606-7F9E-A07D-83816E39C919}"/>
                </a:ext>
              </a:extLst>
            </p:cNvPr>
            <p:cNvSpPr txBox="1"/>
            <p:nvPr/>
          </p:nvSpPr>
          <p:spPr>
            <a:xfrm>
              <a:off x="7361541" y="2526678"/>
              <a:ext cx="494344" cy="248402"/>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1/128</a:t>
              </a:r>
              <a:endParaRPr lang="en-NL" sz="1000" dirty="0"/>
            </a:p>
          </p:txBody>
        </p:sp>
      </p:grpSp>
      <p:graphicFrame>
        <p:nvGraphicFramePr>
          <p:cNvPr id="135" name="Table 134">
            <a:extLst>
              <a:ext uri="{FF2B5EF4-FFF2-40B4-BE49-F238E27FC236}">
                <a16:creationId xmlns:a16="http://schemas.microsoft.com/office/drawing/2014/main" id="{F6CC6221-10FA-AAA5-917A-5F5F6CD30877}"/>
              </a:ext>
            </a:extLst>
          </p:cNvPr>
          <p:cNvGraphicFramePr>
            <a:graphicFrameLocks noGrp="1"/>
          </p:cNvGraphicFramePr>
          <p:nvPr>
            <p:extLst>
              <p:ext uri="{D42A27DB-BD31-4B8C-83A1-F6EECF244321}">
                <p14:modId xmlns:p14="http://schemas.microsoft.com/office/powerpoint/2010/main" val="2080628609"/>
              </p:ext>
            </p:extLst>
          </p:nvPr>
        </p:nvGraphicFramePr>
        <p:xfrm>
          <a:off x="2068133"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37" name="TextBox 136">
            <a:extLst>
              <a:ext uri="{FF2B5EF4-FFF2-40B4-BE49-F238E27FC236}">
                <a16:creationId xmlns:a16="http://schemas.microsoft.com/office/drawing/2014/main" id="{8EDB4218-8B67-BBD7-D98B-1EBD13F0ABB7}"/>
              </a:ext>
            </a:extLst>
          </p:cNvPr>
          <p:cNvSpPr txBox="1"/>
          <p:nvPr/>
        </p:nvSpPr>
        <p:spPr>
          <a:xfrm>
            <a:off x="1724352"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6x</a:t>
            </a:r>
            <a:endParaRPr lang="en-NL" sz="1400" dirty="0"/>
          </a:p>
        </p:txBody>
      </p:sp>
      <p:graphicFrame>
        <p:nvGraphicFramePr>
          <p:cNvPr id="139" name="Table 138">
            <a:extLst>
              <a:ext uri="{FF2B5EF4-FFF2-40B4-BE49-F238E27FC236}">
                <a16:creationId xmlns:a16="http://schemas.microsoft.com/office/drawing/2014/main" id="{8DD4E9D0-2A8C-D7C7-F4B2-E2F3ABD23835}"/>
              </a:ext>
            </a:extLst>
          </p:cNvPr>
          <p:cNvGraphicFramePr>
            <a:graphicFrameLocks noGrp="1"/>
          </p:cNvGraphicFramePr>
          <p:nvPr>
            <p:extLst>
              <p:ext uri="{D42A27DB-BD31-4B8C-83A1-F6EECF244321}">
                <p14:modId xmlns:p14="http://schemas.microsoft.com/office/powerpoint/2010/main" val="2796806527"/>
              </p:ext>
            </p:extLst>
          </p:nvPr>
        </p:nvGraphicFramePr>
        <p:xfrm>
          <a:off x="2922313"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41" name="TextBox 140">
            <a:extLst>
              <a:ext uri="{FF2B5EF4-FFF2-40B4-BE49-F238E27FC236}">
                <a16:creationId xmlns:a16="http://schemas.microsoft.com/office/drawing/2014/main" id="{8610A038-89B9-5683-017A-41E72C4AEA7B}"/>
              </a:ext>
            </a:extLst>
          </p:cNvPr>
          <p:cNvSpPr txBox="1"/>
          <p:nvPr/>
        </p:nvSpPr>
        <p:spPr>
          <a:xfrm>
            <a:off x="2578532"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5x</a:t>
            </a:r>
            <a:endParaRPr lang="en-NL" sz="1400" dirty="0"/>
          </a:p>
        </p:txBody>
      </p:sp>
      <p:graphicFrame>
        <p:nvGraphicFramePr>
          <p:cNvPr id="143" name="Table 142">
            <a:extLst>
              <a:ext uri="{FF2B5EF4-FFF2-40B4-BE49-F238E27FC236}">
                <a16:creationId xmlns:a16="http://schemas.microsoft.com/office/drawing/2014/main" id="{698CA782-5AB8-A8EC-5E76-A433DE64B7D5}"/>
              </a:ext>
            </a:extLst>
          </p:cNvPr>
          <p:cNvGraphicFramePr>
            <a:graphicFrameLocks noGrp="1"/>
          </p:cNvGraphicFramePr>
          <p:nvPr>
            <p:extLst>
              <p:ext uri="{D42A27DB-BD31-4B8C-83A1-F6EECF244321}">
                <p14:modId xmlns:p14="http://schemas.microsoft.com/office/powerpoint/2010/main" val="2233305519"/>
              </p:ext>
            </p:extLst>
          </p:nvPr>
        </p:nvGraphicFramePr>
        <p:xfrm>
          <a:off x="3800473"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45" name="TextBox 144">
            <a:extLst>
              <a:ext uri="{FF2B5EF4-FFF2-40B4-BE49-F238E27FC236}">
                <a16:creationId xmlns:a16="http://schemas.microsoft.com/office/drawing/2014/main" id="{86340FF5-384E-3F23-9BBE-D52766BB72A7}"/>
              </a:ext>
            </a:extLst>
          </p:cNvPr>
          <p:cNvSpPr txBox="1"/>
          <p:nvPr/>
        </p:nvSpPr>
        <p:spPr>
          <a:xfrm>
            <a:off x="3456692"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4x</a:t>
            </a:r>
            <a:endParaRPr lang="en-NL" sz="1400" dirty="0"/>
          </a:p>
        </p:txBody>
      </p:sp>
      <p:graphicFrame>
        <p:nvGraphicFramePr>
          <p:cNvPr id="151" name="Table 150">
            <a:extLst>
              <a:ext uri="{FF2B5EF4-FFF2-40B4-BE49-F238E27FC236}">
                <a16:creationId xmlns:a16="http://schemas.microsoft.com/office/drawing/2014/main" id="{AB1C93A6-933E-6550-922B-33BA3045D51D}"/>
              </a:ext>
            </a:extLst>
          </p:cNvPr>
          <p:cNvGraphicFramePr>
            <a:graphicFrameLocks noGrp="1"/>
          </p:cNvGraphicFramePr>
          <p:nvPr>
            <p:extLst>
              <p:ext uri="{D42A27DB-BD31-4B8C-83A1-F6EECF244321}">
                <p14:modId xmlns:p14="http://schemas.microsoft.com/office/powerpoint/2010/main" val="3563696262"/>
              </p:ext>
            </p:extLst>
          </p:nvPr>
        </p:nvGraphicFramePr>
        <p:xfrm>
          <a:off x="4704035"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53" name="TextBox 152">
            <a:extLst>
              <a:ext uri="{FF2B5EF4-FFF2-40B4-BE49-F238E27FC236}">
                <a16:creationId xmlns:a16="http://schemas.microsoft.com/office/drawing/2014/main" id="{E29D443B-3E29-75AD-184E-3D7146A1AB66}"/>
              </a:ext>
            </a:extLst>
          </p:cNvPr>
          <p:cNvSpPr txBox="1"/>
          <p:nvPr/>
        </p:nvSpPr>
        <p:spPr>
          <a:xfrm>
            <a:off x="4360254"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3x</a:t>
            </a:r>
            <a:endParaRPr lang="en-NL" sz="1400" dirty="0"/>
          </a:p>
        </p:txBody>
      </p:sp>
      <p:graphicFrame>
        <p:nvGraphicFramePr>
          <p:cNvPr id="155" name="Table 154">
            <a:extLst>
              <a:ext uri="{FF2B5EF4-FFF2-40B4-BE49-F238E27FC236}">
                <a16:creationId xmlns:a16="http://schemas.microsoft.com/office/drawing/2014/main" id="{4CD4D52F-60CE-51AA-822A-14210AAB9ADD}"/>
              </a:ext>
            </a:extLst>
          </p:cNvPr>
          <p:cNvGraphicFramePr>
            <a:graphicFrameLocks noGrp="1"/>
          </p:cNvGraphicFramePr>
          <p:nvPr>
            <p:extLst>
              <p:ext uri="{D42A27DB-BD31-4B8C-83A1-F6EECF244321}">
                <p14:modId xmlns:p14="http://schemas.microsoft.com/office/powerpoint/2010/main" val="1260216585"/>
              </p:ext>
            </p:extLst>
          </p:nvPr>
        </p:nvGraphicFramePr>
        <p:xfrm>
          <a:off x="5607597"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57" name="TextBox 156">
            <a:extLst>
              <a:ext uri="{FF2B5EF4-FFF2-40B4-BE49-F238E27FC236}">
                <a16:creationId xmlns:a16="http://schemas.microsoft.com/office/drawing/2014/main" id="{5B89CC5F-6A7F-0284-FDBA-5543A8A6D581}"/>
              </a:ext>
            </a:extLst>
          </p:cNvPr>
          <p:cNvSpPr txBox="1"/>
          <p:nvPr/>
        </p:nvSpPr>
        <p:spPr>
          <a:xfrm>
            <a:off x="5263816"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2x</a:t>
            </a:r>
            <a:endParaRPr lang="en-NL" sz="1400" dirty="0"/>
          </a:p>
        </p:txBody>
      </p:sp>
      <p:graphicFrame>
        <p:nvGraphicFramePr>
          <p:cNvPr id="159" name="Table 158">
            <a:extLst>
              <a:ext uri="{FF2B5EF4-FFF2-40B4-BE49-F238E27FC236}">
                <a16:creationId xmlns:a16="http://schemas.microsoft.com/office/drawing/2014/main" id="{5F4A9C32-FD1A-D357-273F-482152A9D3AA}"/>
              </a:ext>
            </a:extLst>
          </p:cNvPr>
          <p:cNvGraphicFramePr>
            <a:graphicFrameLocks noGrp="1"/>
          </p:cNvGraphicFramePr>
          <p:nvPr>
            <p:extLst>
              <p:ext uri="{D42A27DB-BD31-4B8C-83A1-F6EECF244321}">
                <p14:modId xmlns:p14="http://schemas.microsoft.com/office/powerpoint/2010/main" val="1397897389"/>
              </p:ext>
            </p:extLst>
          </p:nvPr>
        </p:nvGraphicFramePr>
        <p:xfrm>
          <a:off x="6466941"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61" name="TextBox 160">
            <a:extLst>
              <a:ext uri="{FF2B5EF4-FFF2-40B4-BE49-F238E27FC236}">
                <a16:creationId xmlns:a16="http://schemas.microsoft.com/office/drawing/2014/main" id="{03F66265-7000-5716-3383-3879E7E8197F}"/>
              </a:ext>
            </a:extLst>
          </p:cNvPr>
          <p:cNvSpPr txBox="1"/>
          <p:nvPr/>
        </p:nvSpPr>
        <p:spPr>
          <a:xfrm>
            <a:off x="6123160"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1x</a:t>
            </a:r>
            <a:endParaRPr lang="en-NL" sz="1400" dirty="0"/>
          </a:p>
        </p:txBody>
      </p:sp>
      <p:graphicFrame>
        <p:nvGraphicFramePr>
          <p:cNvPr id="163" name="Table 162">
            <a:extLst>
              <a:ext uri="{FF2B5EF4-FFF2-40B4-BE49-F238E27FC236}">
                <a16:creationId xmlns:a16="http://schemas.microsoft.com/office/drawing/2014/main" id="{15423745-5347-E7CF-0D5B-F6DF76F5DE4F}"/>
              </a:ext>
            </a:extLst>
          </p:cNvPr>
          <p:cNvGraphicFramePr>
            <a:graphicFrameLocks noGrp="1"/>
          </p:cNvGraphicFramePr>
          <p:nvPr>
            <p:extLst>
              <p:ext uri="{D42A27DB-BD31-4B8C-83A1-F6EECF244321}">
                <p14:modId xmlns:p14="http://schemas.microsoft.com/office/powerpoint/2010/main" val="1090179184"/>
              </p:ext>
            </p:extLst>
          </p:nvPr>
        </p:nvGraphicFramePr>
        <p:xfrm>
          <a:off x="7243810" y="2111022"/>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sp>
        <p:nvSpPr>
          <p:cNvPr id="165" name="TextBox 164">
            <a:extLst>
              <a:ext uri="{FF2B5EF4-FFF2-40B4-BE49-F238E27FC236}">
                <a16:creationId xmlns:a16="http://schemas.microsoft.com/office/drawing/2014/main" id="{5ABF978A-2310-B890-C876-2B4D61907CBE}"/>
              </a:ext>
            </a:extLst>
          </p:cNvPr>
          <p:cNvSpPr txBox="1"/>
          <p:nvPr/>
        </p:nvSpPr>
        <p:spPr>
          <a:xfrm>
            <a:off x="6900029" y="2069219"/>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0x</a:t>
            </a:r>
            <a:endParaRPr lang="en-NL" sz="1400" dirty="0"/>
          </a:p>
        </p:txBody>
      </p:sp>
      <p:graphicFrame>
        <p:nvGraphicFramePr>
          <p:cNvPr id="167" name="Table 166">
            <a:extLst>
              <a:ext uri="{FF2B5EF4-FFF2-40B4-BE49-F238E27FC236}">
                <a16:creationId xmlns:a16="http://schemas.microsoft.com/office/drawing/2014/main" id="{1DE7B554-AB36-B5BC-6165-5B00C2497B9A}"/>
              </a:ext>
            </a:extLst>
          </p:cNvPr>
          <p:cNvGraphicFramePr>
            <a:graphicFrameLocks noGrp="1"/>
          </p:cNvGraphicFramePr>
          <p:nvPr>
            <p:extLst>
              <p:ext uri="{D42A27DB-BD31-4B8C-83A1-F6EECF244321}">
                <p14:modId xmlns:p14="http://schemas.microsoft.com/office/powerpoint/2010/main" val="888167594"/>
              </p:ext>
            </p:extLst>
          </p:nvPr>
        </p:nvGraphicFramePr>
        <p:xfrm>
          <a:off x="1235217"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69" name="TextBox 168">
            <a:extLst>
              <a:ext uri="{FF2B5EF4-FFF2-40B4-BE49-F238E27FC236}">
                <a16:creationId xmlns:a16="http://schemas.microsoft.com/office/drawing/2014/main" id="{7F046E53-E329-F9DC-B9EA-8BEB3EAE0507}"/>
              </a:ext>
            </a:extLst>
          </p:cNvPr>
          <p:cNvSpPr txBox="1"/>
          <p:nvPr/>
        </p:nvSpPr>
        <p:spPr>
          <a:xfrm>
            <a:off x="891436"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0x</a:t>
            </a:r>
            <a:endParaRPr lang="en-NL" sz="1400" dirty="0"/>
          </a:p>
        </p:txBody>
      </p:sp>
      <p:graphicFrame>
        <p:nvGraphicFramePr>
          <p:cNvPr id="171" name="Table 170">
            <a:extLst>
              <a:ext uri="{FF2B5EF4-FFF2-40B4-BE49-F238E27FC236}">
                <a16:creationId xmlns:a16="http://schemas.microsoft.com/office/drawing/2014/main" id="{9C211D97-34E9-92C1-D463-E48DE5A1B195}"/>
              </a:ext>
            </a:extLst>
          </p:cNvPr>
          <p:cNvGraphicFramePr>
            <a:graphicFrameLocks noGrp="1"/>
          </p:cNvGraphicFramePr>
          <p:nvPr>
            <p:extLst>
              <p:ext uri="{D42A27DB-BD31-4B8C-83A1-F6EECF244321}">
                <p14:modId xmlns:p14="http://schemas.microsoft.com/office/powerpoint/2010/main" val="4159889708"/>
              </p:ext>
            </p:extLst>
          </p:nvPr>
        </p:nvGraphicFramePr>
        <p:xfrm>
          <a:off x="2068133"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73" name="TextBox 172">
            <a:extLst>
              <a:ext uri="{FF2B5EF4-FFF2-40B4-BE49-F238E27FC236}">
                <a16:creationId xmlns:a16="http://schemas.microsoft.com/office/drawing/2014/main" id="{DDA11073-64D4-7C21-BC50-8F4D8F721FF0}"/>
              </a:ext>
            </a:extLst>
          </p:cNvPr>
          <p:cNvSpPr txBox="1"/>
          <p:nvPr/>
        </p:nvSpPr>
        <p:spPr>
          <a:xfrm>
            <a:off x="1724352"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1x</a:t>
            </a:r>
            <a:endParaRPr lang="en-NL" sz="1400" dirty="0"/>
          </a:p>
        </p:txBody>
      </p:sp>
      <p:graphicFrame>
        <p:nvGraphicFramePr>
          <p:cNvPr id="175" name="Table 174">
            <a:extLst>
              <a:ext uri="{FF2B5EF4-FFF2-40B4-BE49-F238E27FC236}">
                <a16:creationId xmlns:a16="http://schemas.microsoft.com/office/drawing/2014/main" id="{71308D9B-5F44-F12B-548D-4593BA144FA1}"/>
              </a:ext>
            </a:extLst>
          </p:cNvPr>
          <p:cNvGraphicFramePr>
            <a:graphicFrameLocks noGrp="1"/>
          </p:cNvGraphicFramePr>
          <p:nvPr>
            <p:extLst>
              <p:ext uri="{D42A27DB-BD31-4B8C-83A1-F6EECF244321}">
                <p14:modId xmlns:p14="http://schemas.microsoft.com/office/powerpoint/2010/main" val="3476358497"/>
              </p:ext>
            </p:extLst>
          </p:nvPr>
        </p:nvGraphicFramePr>
        <p:xfrm>
          <a:off x="2922313"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77" name="TextBox 176">
            <a:extLst>
              <a:ext uri="{FF2B5EF4-FFF2-40B4-BE49-F238E27FC236}">
                <a16:creationId xmlns:a16="http://schemas.microsoft.com/office/drawing/2014/main" id="{99466627-4AC8-A7C5-13C9-03E7938D330A}"/>
              </a:ext>
            </a:extLst>
          </p:cNvPr>
          <p:cNvSpPr txBox="1"/>
          <p:nvPr/>
        </p:nvSpPr>
        <p:spPr>
          <a:xfrm>
            <a:off x="2578532"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2x</a:t>
            </a:r>
            <a:endParaRPr lang="en-NL" sz="1400" dirty="0"/>
          </a:p>
        </p:txBody>
      </p:sp>
      <p:graphicFrame>
        <p:nvGraphicFramePr>
          <p:cNvPr id="179" name="Table 178">
            <a:extLst>
              <a:ext uri="{FF2B5EF4-FFF2-40B4-BE49-F238E27FC236}">
                <a16:creationId xmlns:a16="http://schemas.microsoft.com/office/drawing/2014/main" id="{83FC97F1-F589-AFDD-BE85-2281CCC7D077}"/>
              </a:ext>
            </a:extLst>
          </p:cNvPr>
          <p:cNvGraphicFramePr>
            <a:graphicFrameLocks noGrp="1"/>
          </p:cNvGraphicFramePr>
          <p:nvPr>
            <p:extLst>
              <p:ext uri="{D42A27DB-BD31-4B8C-83A1-F6EECF244321}">
                <p14:modId xmlns:p14="http://schemas.microsoft.com/office/powerpoint/2010/main" val="2222284523"/>
              </p:ext>
            </p:extLst>
          </p:nvPr>
        </p:nvGraphicFramePr>
        <p:xfrm>
          <a:off x="3800473"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81" name="TextBox 180">
            <a:extLst>
              <a:ext uri="{FF2B5EF4-FFF2-40B4-BE49-F238E27FC236}">
                <a16:creationId xmlns:a16="http://schemas.microsoft.com/office/drawing/2014/main" id="{B8EC39AE-BA0D-F0D0-3D03-9FF8855FF549}"/>
              </a:ext>
            </a:extLst>
          </p:cNvPr>
          <p:cNvSpPr txBox="1"/>
          <p:nvPr/>
        </p:nvSpPr>
        <p:spPr>
          <a:xfrm>
            <a:off x="3456692"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3x</a:t>
            </a:r>
            <a:endParaRPr lang="en-NL" sz="1400" dirty="0"/>
          </a:p>
        </p:txBody>
      </p:sp>
      <p:graphicFrame>
        <p:nvGraphicFramePr>
          <p:cNvPr id="183" name="Table 182">
            <a:extLst>
              <a:ext uri="{FF2B5EF4-FFF2-40B4-BE49-F238E27FC236}">
                <a16:creationId xmlns:a16="http://schemas.microsoft.com/office/drawing/2014/main" id="{D8B08F1A-AFB9-A4F0-0B27-88BB2FD6465B}"/>
              </a:ext>
            </a:extLst>
          </p:cNvPr>
          <p:cNvGraphicFramePr>
            <a:graphicFrameLocks noGrp="1"/>
          </p:cNvGraphicFramePr>
          <p:nvPr>
            <p:extLst>
              <p:ext uri="{D42A27DB-BD31-4B8C-83A1-F6EECF244321}">
                <p14:modId xmlns:p14="http://schemas.microsoft.com/office/powerpoint/2010/main" val="860528099"/>
              </p:ext>
            </p:extLst>
          </p:nvPr>
        </p:nvGraphicFramePr>
        <p:xfrm>
          <a:off x="4704035"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85" name="TextBox 184">
            <a:extLst>
              <a:ext uri="{FF2B5EF4-FFF2-40B4-BE49-F238E27FC236}">
                <a16:creationId xmlns:a16="http://schemas.microsoft.com/office/drawing/2014/main" id="{788E8634-A63C-5D99-2682-1E9BCBA7EB64}"/>
              </a:ext>
            </a:extLst>
          </p:cNvPr>
          <p:cNvSpPr txBox="1"/>
          <p:nvPr/>
        </p:nvSpPr>
        <p:spPr>
          <a:xfrm>
            <a:off x="4360254"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4x</a:t>
            </a:r>
            <a:endParaRPr lang="en-NL" sz="1400" dirty="0"/>
          </a:p>
        </p:txBody>
      </p:sp>
      <p:graphicFrame>
        <p:nvGraphicFramePr>
          <p:cNvPr id="187" name="Table 186">
            <a:extLst>
              <a:ext uri="{FF2B5EF4-FFF2-40B4-BE49-F238E27FC236}">
                <a16:creationId xmlns:a16="http://schemas.microsoft.com/office/drawing/2014/main" id="{CF3E2342-1F24-667D-62E4-28667B9028C8}"/>
              </a:ext>
            </a:extLst>
          </p:cNvPr>
          <p:cNvGraphicFramePr>
            <a:graphicFrameLocks noGrp="1"/>
          </p:cNvGraphicFramePr>
          <p:nvPr>
            <p:extLst>
              <p:ext uri="{D42A27DB-BD31-4B8C-83A1-F6EECF244321}">
                <p14:modId xmlns:p14="http://schemas.microsoft.com/office/powerpoint/2010/main" val="2718363939"/>
              </p:ext>
            </p:extLst>
          </p:nvPr>
        </p:nvGraphicFramePr>
        <p:xfrm>
          <a:off x="5607597"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89" name="TextBox 188">
            <a:extLst>
              <a:ext uri="{FF2B5EF4-FFF2-40B4-BE49-F238E27FC236}">
                <a16:creationId xmlns:a16="http://schemas.microsoft.com/office/drawing/2014/main" id="{D9DBA51D-52E4-473F-DE20-495BFDF04C59}"/>
              </a:ext>
            </a:extLst>
          </p:cNvPr>
          <p:cNvSpPr txBox="1"/>
          <p:nvPr/>
        </p:nvSpPr>
        <p:spPr>
          <a:xfrm>
            <a:off x="5263816"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5x</a:t>
            </a:r>
            <a:endParaRPr lang="en-NL" sz="1400" dirty="0"/>
          </a:p>
        </p:txBody>
      </p:sp>
      <p:graphicFrame>
        <p:nvGraphicFramePr>
          <p:cNvPr id="191" name="Table 190">
            <a:extLst>
              <a:ext uri="{FF2B5EF4-FFF2-40B4-BE49-F238E27FC236}">
                <a16:creationId xmlns:a16="http://schemas.microsoft.com/office/drawing/2014/main" id="{639D44B9-A477-53B1-1AF8-3C571B87A638}"/>
              </a:ext>
            </a:extLst>
          </p:cNvPr>
          <p:cNvGraphicFramePr>
            <a:graphicFrameLocks noGrp="1"/>
          </p:cNvGraphicFramePr>
          <p:nvPr>
            <p:extLst>
              <p:ext uri="{D42A27DB-BD31-4B8C-83A1-F6EECF244321}">
                <p14:modId xmlns:p14="http://schemas.microsoft.com/office/powerpoint/2010/main" val="3497547973"/>
              </p:ext>
            </p:extLst>
          </p:nvPr>
        </p:nvGraphicFramePr>
        <p:xfrm>
          <a:off x="6466941"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93" name="TextBox 192">
            <a:extLst>
              <a:ext uri="{FF2B5EF4-FFF2-40B4-BE49-F238E27FC236}">
                <a16:creationId xmlns:a16="http://schemas.microsoft.com/office/drawing/2014/main" id="{449A4B3D-D30C-19E5-C57F-C0F6240D197B}"/>
              </a:ext>
            </a:extLst>
          </p:cNvPr>
          <p:cNvSpPr txBox="1"/>
          <p:nvPr/>
        </p:nvSpPr>
        <p:spPr>
          <a:xfrm>
            <a:off x="6123160"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6x</a:t>
            </a:r>
            <a:endParaRPr lang="en-NL" sz="1400" dirty="0"/>
          </a:p>
        </p:txBody>
      </p:sp>
      <p:graphicFrame>
        <p:nvGraphicFramePr>
          <p:cNvPr id="195" name="Table 194">
            <a:extLst>
              <a:ext uri="{FF2B5EF4-FFF2-40B4-BE49-F238E27FC236}">
                <a16:creationId xmlns:a16="http://schemas.microsoft.com/office/drawing/2014/main" id="{E5795703-09B8-BE3B-BD5F-73B87F07E27A}"/>
              </a:ext>
            </a:extLst>
          </p:cNvPr>
          <p:cNvGraphicFramePr>
            <a:graphicFrameLocks noGrp="1"/>
          </p:cNvGraphicFramePr>
          <p:nvPr>
            <p:extLst>
              <p:ext uri="{D42A27DB-BD31-4B8C-83A1-F6EECF244321}">
                <p14:modId xmlns:p14="http://schemas.microsoft.com/office/powerpoint/2010/main" val="3662208757"/>
              </p:ext>
            </p:extLst>
          </p:nvPr>
        </p:nvGraphicFramePr>
        <p:xfrm>
          <a:off x="7243810" y="2366156"/>
          <a:ext cx="216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197" name="TextBox 196">
            <a:extLst>
              <a:ext uri="{FF2B5EF4-FFF2-40B4-BE49-F238E27FC236}">
                <a16:creationId xmlns:a16="http://schemas.microsoft.com/office/drawing/2014/main" id="{3CC16BA0-C0D4-8F97-3A53-B842F5CE17BA}"/>
              </a:ext>
            </a:extLst>
          </p:cNvPr>
          <p:cNvSpPr txBox="1"/>
          <p:nvPr/>
        </p:nvSpPr>
        <p:spPr>
          <a:xfrm>
            <a:off x="6900029" y="2324353"/>
            <a:ext cx="351676"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7x</a:t>
            </a:r>
            <a:endParaRPr lang="en-NL" sz="1400" dirty="0"/>
          </a:p>
        </p:txBody>
      </p:sp>
      <p:sp>
        <p:nvSpPr>
          <p:cNvPr id="199" name="Arrow: Down 198">
            <a:extLst>
              <a:ext uri="{FF2B5EF4-FFF2-40B4-BE49-F238E27FC236}">
                <a16:creationId xmlns:a16="http://schemas.microsoft.com/office/drawing/2014/main" id="{2101FE42-93AC-8391-D5B0-DBB1DA3F3B7D}"/>
              </a:ext>
            </a:extLst>
          </p:cNvPr>
          <p:cNvSpPr/>
          <p:nvPr/>
        </p:nvSpPr>
        <p:spPr>
          <a:xfrm>
            <a:off x="2828816" y="2646628"/>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1" name="Arrow: Down 200">
            <a:extLst>
              <a:ext uri="{FF2B5EF4-FFF2-40B4-BE49-F238E27FC236}">
                <a16:creationId xmlns:a16="http://schemas.microsoft.com/office/drawing/2014/main" id="{F9198274-88F3-7FE7-9108-88A80E9C8248}"/>
              </a:ext>
            </a:extLst>
          </p:cNvPr>
          <p:cNvSpPr/>
          <p:nvPr/>
        </p:nvSpPr>
        <p:spPr>
          <a:xfrm>
            <a:off x="3690187" y="2646628"/>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3" name="Arrow: Down 202">
            <a:extLst>
              <a:ext uri="{FF2B5EF4-FFF2-40B4-BE49-F238E27FC236}">
                <a16:creationId xmlns:a16="http://schemas.microsoft.com/office/drawing/2014/main" id="{34DE9496-7025-4135-285E-1E137C085CF1}"/>
              </a:ext>
            </a:extLst>
          </p:cNvPr>
          <p:cNvSpPr/>
          <p:nvPr/>
        </p:nvSpPr>
        <p:spPr>
          <a:xfrm>
            <a:off x="4551558" y="2646628"/>
            <a:ext cx="232068" cy="468515"/>
          </a:xfrm>
          <a:prstGeom prst="downArrow">
            <a:avLst/>
          </a:prstGeom>
          <a:solidFill>
            <a:schemeClr val="bg1">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5" name="Arrow: Down 204">
            <a:extLst>
              <a:ext uri="{FF2B5EF4-FFF2-40B4-BE49-F238E27FC236}">
                <a16:creationId xmlns:a16="http://schemas.microsoft.com/office/drawing/2014/main" id="{AD927A34-123C-4F41-804D-C281F413065E}"/>
              </a:ext>
            </a:extLst>
          </p:cNvPr>
          <p:cNvSpPr/>
          <p:nvPr/>
        </p:nvSpPr>
        <p:spPr>
          <a:xfrm>
            <a:off x="5412929" y="2646628"/>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7" name="Arrow: Down 206">
            <a:extLst>
              <a:ext uri="{FF2B5EF4-FFF2-40B4-BE49-F238E27FC236}">
                <a16:creationId xmlns:a16="http://schemas.microsoft.com/office/drawing/2014/main" id="{4B428D35-DB1D-E534-ECAE-B83C7ADD3CD4}"/>
              </a:ext>
            </a:extLst>
          </p:cNvPr>
          <p:cNvSpPr/>
          <p:nvPr/>
        </p:nvSpPr>
        <p:spPr>
          <a:xfrm>
            <a:off x="6274300" y="2646628"/>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9" name="Arrow: Down 208">
            <a:extLst>
              <a:ext uri="{FF2B5EF4-FFF2-40B4-BE49-F238E27FC236}">
                <a16:creationId xmlns:a16="http://schemas.microsoft.com/office/drawing/2014/main" id="{ED181EBB-A3B8-2B43-F7B9-60C07D11353D}"/>
              </a:ext>
            </a:extLst>
          </p:cNvPr>
          <p:cNvSpPr/>
          <p:nvPr/>
        </p:nvSpPr>
        <p:spPr>
          <a:xfrm>
            <a:off x="7135671" y="2646628"/>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11" name="Right Brace 210">
            <a:extLst>
              <a:ext uri="{FF2B5EF4-FFF2-40B4-BE49-F238E27FC236}">
                <a16:creationId xmlns:a16="http://schemas.microsoft.com/office/drawing/2014/main" id="{272FE7B6-FF7F-61B9-A5F3-F72709943B03}"/>
              </a:ext>
            </a:extLst>
          </p:cNvPr>
          <p:cNvSpPr/>
          <p:nvPr/>
        </p:nvSpPr>
        <p:spPr>
          <a:xfrm rot="5400000">
            <a:off x="2444681" y="1833092"/>
            <a:ext cx="143582" cy="300000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13" name="Right Brace 212">
            <a:extLst>
              <a:ext uri="{FF2B5EF4-FFF2-40B4-BE49-F238E27FC236}">
                <a16:creationId xmlns:a16="http://schemas.microsoft.com/office/drawing/2014/main" id="{2A6534A6-F718-EC50-07E8-49CB120C2BD5}"/>
              </a:ext>
            </a:extLst>
          </p:cNvPr>
          <p:cNvSpPr/>
          <p:nvPr/>
        </p:nvSpPr>
        <p:spPr>
          <a:xfrm rot="5400000">
            <a:off x="6342073" y="2203281"/>
            <a:ext cx="149116" cy="2305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17" name="Right Brace 216">
            <a:extLst>
              <a:ext uri="{FF2B5EF4-FFF2-40B4-BE49-F238E27FC236}">
                <a16:creationId xmlns:a16="http://schemas.microsoft.com/office/drawing/2014/main" id="{1877CE32-1EF1-45DE-E444-7AA2B712632D}"/>
              </a:ext>
            </a:extLst>
          </p:cNvPr>
          <p:cNvSpPr/>
          <p:nvPr/>
        </p:nvSpPr>
        <p:spPr>
          <a:xfrm rot="5400000">
            <a:off x="4497443" y="3600872"/>
            <a:ext cx="149114" cy="101652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221" name="TextBox 220">
            <a:extLst>
              <a:ext uri="{FF2B5EF4-FFF2-40B4-BE49-F238E27FC236}">
                <a16:creationId xmlns:a16="http://schemas.microsoft.com/office/drawing/2014/main" id="{2F523E39-E007-76E6-60CE-C36C4AA7CD90}"/>
              </a:ext>
            </a:extLst>
          </p:cNvPr>
          <p:cNvSpPr txBox="1"/>
          <p:nvPr/>
        </p:nvSpPr>
        <p:spPr>
          <a:xfrm>
            <a:off x="3486550" y="4350090"/>
            <a:ext cx="2369408" cy="894733"/>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35 out of 128 cases:</a:t>
            </a:r>
          </a:p>
          <a:p>
            <a:pPr marL="0" indent="0" algn="l">
              <a:spcAft>
                <a:spcPts val="600"/>
              </a:spcAft>
              <a:buSzPct val="75000"/>
              <a:buNone/>
            </a:pPr>
            <a:r>
              <a:rPr lang="en-US" sz="1400" dirty="0"/>
              <a:t>Alice sends randomly ‘1’ or ‘0’</a:t>
            </a:r>
          </a:p>
          <a:p>
            <a:pPr marL="0" indent="0" algn="l">
              <a:spcAft>
                <a:spcPts val="600"/>
              </a:spcAft>
              <a:buSzPct val="75000"/>
              <a:buNone/>
            </a:pPr>
            <a:r>
              <a:rPr lang="en-US" sz="1400" dirty="0"/>
              <a:t>50% win rate</a:t>
            </a:r>
            <a:endParaRPr lang="en-NL" sz="1400" dirty="0"/>
          </a:p>
        </p:txBody>
      </p:sp>
      <p:sp>
        <p:nvSpPr>
          <p:cNvPr id="223" name="TextBox 222">
            <a:extLst>
              <a:ext uri="{FF2B5EF4-FFF2-40B4-BE49-F238E27FC236}">
                <a16:creationId xmlns:a16="http://schemas.microsoft.com/office/drawing/2014/main" id="{0801510E-9847-1ACD-D3E6-B80B44D28A7C}"/>
              </a:ext>
            </a:extLst>
          </p:cNvPr>
          <p:cNvSpPr txBox="1"/>
          <p:nvPr/>
        </p:nvSpPr>
        <p:spPr>
          <a:xfrm>
            <a:off x="5484990" y="3486262"/>
            <a:ext cx="2266688" cy="602345"/>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29 out of 128 cases:</a:t>
            </a:r>
          </a:p>
          <a:p>
            <a:pPr marL="0" indent="0" algn="l">
              <a:spcAft>
                <a:spcPts val="600"/>
              </a:spcAft>
              <a:buSzPct val="75000"/>
              <a:buNone/>
            </a:pPr>
            <a:r>
              <a:rPr lang="en-US" sz="1400" dirty="0"/>
              <a:t>Alice sends a ‘0’, 0% win rate</a:t>
            </a:r>
            <a:endParaRPr lang="en-NL" sz="1400" dirty="0"/>
          </a:p>
        </p:txBody>
      </p:sp>
      <p:sp>
        <p:nvSpPr>
          <p:cNvPr id="225" name="TextBox 224">
            <a:extLst>
              <a:ext uri="{FF2B5EF4-FFF2-40B4-BE49-F238E27FC236}">
                <a16:creationId xmlns:a16="http://schemas.microsoft.com/office/drawing/2014/main" id="{7C88BD0E-C95E-5408-19DD-346561BA2168}"/>
              </a:ext>
            </a:extLst>
          </p:cNvPr>
          <p:cNvSpPr txBox="1"/>
          <p:nvPr/>
        </p:nvSpPr>
        <p:spPr>
          <a:xfrm>
            <a:off x="983635" y="5669722"/>
            <a:ext cx="2692830" cy="602345"/>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Win rate = 64/128 + 1/2 x 35/128  </a:t>
            </a:r>
          </a:p>
          <a:p>
            <a:pPr marL="0" indent="0" algn="l">
              <a:spcAft>
                <a:spcPts val="600"/>
              </a:spcAft>
              <a:buSzPct val="75000"/>
              <a:buNone/>
            </a:pPr>
            <a:r>
              <a:rPr lang="en-US" sz="1400" dirty="0"/>
              <a:t>Win rate = 	½ + ½ </a:t>
            </a:r>
            <a:r>
              <a:rPr lang="en-US" sz="1400" dirty="0" err="1"/>
              <a:t>Ptie</a:t>
            </a:r>
            <a:endParaRPr lang="en-NL" sz="1400" dirty="0"/>
          </a:p>
        </p:txBody>
      </p:sp>
    </p:spTree>
    <p:extLst>
      <p:ext uri="{BB962C8B-B14F-4D97-AF65-F5344CB8AC3E}">
        <p14:creationId xmlns:p14="http://schemas.microsoft.com/office/powerpoint/2010/main" val="293398757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2B2E2-D56D-8B38-8994-4255B8D7F093}"/>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C3CD7C19-5D6A-23A7-C96C-D9999E9C185E}"/>
              </a:ext>
            </a:extLst>
          </p:cNvPr>
          <p:cNvGraphicFramePr>
            <a:graphicFrameLocks noGrp="1"/>
          </p:cNvGraphicFramePr>
          <p:nvPr>
            <p:extLst>
              <p:ext uri="{D42A27DB-BD31-4B8C-83A1-F6EECF244321}">
                <p14:modId xmlns:p14="http://schemas.microsoft.com/office/powerpoint/2010/main" val="2084668640"/>
              </p:ext>
            </p:extLst>
          </p:nvPr>
        </p:nvGraphicFramePr>
        <p:xfrm>
          <a:off x="975800" y="5103066"/>
          <a:ext cx="85628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0828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3" name="Table 12">
            <a:extLst>
              <a:ext uri="{FF2B5EF4-FFF2-40B4-BE49-F238E27FC236}">
                <a16:creationId xmlns:a16="http://schemas.microsoft.com/office/drawing/2014/main" id="{19E0556A-21CF-AC4A-6358-8185015D05C6}"/>
              </a:ext>
            </a:extLst>
          </p:cNvPr>
          <p:cNvGraphicFramePr>
            <a:graphicFrameLocks noGrp="1"/>
          </p:cNvGraphicFramePr>
          <p:nvPr>
            <p:extLst>
              <p:ext uri="{D42A27DB-BD31-4B8C-83A1-F6EECF244321}">
                <p14:modId xmlns:p14="http://schemas.microsoft.com/office/powerpoint/2010/main" val="4143678684"/>
              </p:ext>
            </p:extLst>
          </p:nvPr>
        </p:nvGraphicFramePr>
        <p:xfrm>
          <a:off x="2102399" y="5106800"/>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5" name="Table 14">
            <a:extLst>
              <a:ext uri="{FF2B5EF4-FFF2-40B4-BE49-F238E27FC236}">
                <a16:creationId xmlns:a16="http://schemas.microsoft.com/office/drawing/2014/main" id="{0245CC57-D6DD-2F5D-66DC-31F41841A64E}"/>
              </a:ext>
            </a:extLst>
          </p:cNvPr>
          <p:cNvGraphicFramePr>
            <a:graphicFrameLocks noGrp="1"/>
          </p:cNvGraphicFramePr>
          <p:nvPr>
            <p:extLst>
              <p:ext uri="{D42A27DB-BD31-4B8C-83A1-F6EECF244321}">
                <p14:modId xmlns:p14="http://schemas.microsoft.com/office/powerpoint/2010/main" val="2006670318"/>
              </p:ext>
            </p:extLst>
          </p:nvPr>
        </p:nvGraphicFramePr>
        <p:xfrm>
          <a:off x="2102399" y="5354464"/>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7" name="Table 16">
            <a:extLst>
              <a:ext uri="{FF2B5EF4-FFF2-40B4-BE49-F238E27FC236}">
                <a16:creationId xmlns:a16="http://schemas.microsoft.com/office/drawing/2014/main" id="{66AC13BD-1015-1BC9-97C5-1904EB76E309}"/>
              </a:ext>
            </a:extLst>
          </p:cNvPr>
          <p:cNvGraphicFramePr>
            <a:graphicFrameLocks noGrp="1"/>
          </p:cNvGraphicFramePr>
          <p:nvPr>
            <p:extLst>
              <p:ext uri="{D42A27DB-BD31-4B8C-83A1-F6EECF244321}">
                <p14:modId xmlns:p14="http://schemas.microsoft.com/office/powerpoint/2010/main" val="3200434602"/>
              </p:ext>
            </p:extLst>
          </p:nvPr>
        </p:nvGraphicFramePr>
        <p:xfrm>
          <a:off x="2101221" y="5602128"/>
          <a:ext cx="863999" cy="216000"/>
        </p:xfrm>
        <a:graphic>
          <a:graphicData uri="http://schemas.openxmlformats.org/drawingml/2006/table">
            <a:tbl>
              <a:tblPr firstRow="1" bandRow="1">
                <a:tableStyleId>{5940675A-B579-460E-94D1-54222C63F5DA}</a:tableStyleId>
              </a:tblPr>
              <a:tblGrid>
                <a:gridCol w="212327">
                  <a:extLst>
                    <a:ext uri="{9D8B030D-6E8A-4147-A177-3AD203B41FA5}">
                      <a16:colId xmlns:a16="http://schemas.microsoft.com/office/drawing/2014/main" val="3251467049"/>
                    </a:ext>
                  </a:extLst>
                </a:gridCol>
                <a:gridCol w="217170">
                  <a:extLst>
                    <a:ext uri="{9D8B030D-6E8A-4147-A177-3AD203B41FA5}">
                      <a16:colId xmlns:a16="http://schemas.microsoft.com/office/drawing/2014/main" val="1022413958"/>
                    </a:ext>
                  </a:extLst>
                </a:gridCol>
                <a:gridCol w="228038">
                  <a:extLst>
                    <a:ext uri="{9D8B030D-6E8A-4147-A177-3AD203B41FA5}">
                      <a16:colId xmlns:a16="http://schemas.microsoft.com/office/drawing/2014/main" val="3264569812"/>
                    </a:ext>
                  </a:extLst>
                </a:gridCol>
                <a:gridCol w="206464">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9" name="Table 18">
            <a:extLst>
              <a:ext uri="{FF2B5EF4-FFF2-40B4-BE49-F238E27FC236}">
                <a16:creationId xmlns:a16="http://schemas.microsoft.com/office/drawing/2014/main" id="{0610F130-2AB8-FF03-30E0-F1B789AC71B2}"/>
              </a:ext>
            </a:extLst>
          </p:cNvPr>
          <p:cNvGraphicFramePr>
            <a:graphicFrameLocks noGrp="1"/>
          </p:cNvGraphicFramePr>
          <p:nvPr>
            <p:extLst>
              <p:ext uri="{D42A27DB-BD31-4B8C-83A1-F6EECF244321}">
                <p14:modId xmlns:p14="http://schemas.microsoft.com/office/powerpoint/2010/main" val="1052203096"/>
              </p:ext>
            </p:extLst>
          </p:nvPr>
        </p:nvGraphicFramePr>
        <p:xfrm>
          <a:off x="2102399" y="5849792"/>
          <a:ext cx="864000" cy="21600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251467049"/>
                    </a:ext>
                  </a:extLst>
                </a:gridCol>
                <a:gridCol w="22372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973167946"/>
                  </a:ext>
                </a:extLst>
              </a:tr>
            </a:tbl>
          </a:graphicData>
        </a:graphic>
      </p:graphicFrame>
      <p:graphicFrame>
        <p:nvGraphicFramePr>
          <p:cNvPr id="25" name="Table 24">
            <a:extLst>
              <a:ext uri="{FF2B5EF4-FFF2-40B4-BE49-F238E27FC236}">
                <a16:creationId xmlns:a16="http://schemas.microsoft.com/office/drawing/2014/main" id="{1403DF23-F9A6-D065-655A-00E8FD319A58}"/>
              </a:ext>
            </a:extLst>
          </p:cNvPr>
          <p:cNvGraphicFramePr>
            <a:graphicFrameLocks noGrp="1"/>
          </p:cNvGraphicFramePr>
          <p:nvPr>
            <p:extLst>
              <p:ext uri="{D42A27DB-BD31-4B8C-83A1-F6EECF244321}">
                <p14:modId xmlns:p14="http://schemas.microsoft.com/office/powerpoint/2010/main" val="441261142"/>
              </p:ext>
            </p:extLst>
          </p:nvPr>
        </p:nvGraphicFramePr>
        <p:xfrm>
          <a:off x="3243259" y="5602128"/>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27" name="Table 26">
            <a:extLst>
              <a:ext uri="{FF2B5EF4-FFF2-40B4-BE49-F238E27FC236}">
                <a16:creationId xmlns:a16="http://schemas.microsoft.com/office/drawing/2014/main" id="{3CEACB3D-03AE-B844-7097-879467740B17}"/>
              </a:ext>
            </a:extLst>
          </p:cNvPr>
          <p:cNvGraphicFramePr>
            <a:graphicFrameLocks noGrp="1"/>
          </p:cNvGraphicFramePr>
          <p:nvPr>
            <p:extLst>
              <p:ext uri="{D42A27DB-BD31-4B8C-83A1-F6EECF244321}">
                <p14:modId xmlns:p14="http://schemas.microsoft.com/office/powerpoint/2010/main" val="4028181627"/>
              </p:ext>
            </p:extLst>
          </p:nvPr>
        </p:nvGraphicFramePr>
        <p:xfrm>
          <a:off x="3243259" y="5849792"/>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lumMod val="75000"/>
                            </a:schemeClr>
                          </a:solidFill>
                        </a:rPr>
                        <a:t>0</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1</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1</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0</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73167946"/>
                  </a:ext>
                </a:extLst>
              </a:tr>
            </a:tbl>
          </a:graphicData>
        </a:graphic>
      </p:graphicFrame>
      <p:graphicFrame>
        <p:nvGraphicFramePr>
          <p:cNvPr id="29" name="Table 28">
            <a:extLst>
              <a:ext uri="{FF2B5EF4-FFF2-40B4-BE49-F238E27FC236}">
                <a16:creationId xmlns:a16="http://schemas.microsoft.com/office/drawing/2014/main" id="{63D3AD08-A6B1-F02D-0189-28CE08DCB056}"/>
              </a:ext>
            </a:extLst>
          </p:cNvPr>
          <p:cNvGraphicFramePr>
            <a:graphicFrameLocks noGrp="1"/>
          </p:cNvGraphicFramePr>
          <p:nvPr>
            <p:extLst>
              <p:ext uri="{D42A27DB-BD31-4B8C-83A1-F6EECF244321}">
                <p14:modId xmlns:p14="http://schemas.microsoft.com/office/powerpoint/2010/main" val="4241906113"/>
              </p:ext>
            </p:extLst>
          </p:nvPr>
        </p:nvGraphicFramePr>
        <p:xfrm>
          <a:off x="3243259" y="6097456"/>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lumMod val="75000"/>
                            </a:schemeClr>
                          </a:solidFill>
                        </a:rPr>
                        <a:t>0</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1</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0</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1</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73167946"/>
                  </a:ext>
                </a:extLst>
              </a:tr>
            </a:tbl>
          </a:graphicData>
        </a:graphic>
      </p:graphicFrame>
      <p:graphicFrame>
        <p:nvGraphicFramePr>
          <p:cNvPr id="31" name="Table 30">
            <a:extLst>
              <a:ext uri="{FF2B5EF4-FFF2-40B4-BE49-F238E27FC236}">
                <a16:creationId xmlns:a16="http://schemas.microsoft.com/office/drawing/2014/main" id="{BFAC0D21-16F6-0319-ADD1-E57738F6C017}"/>
              </a:ext>
            </a:extLst>
          </p:cNvPr>
          <p:cNvGraphicFramePr>
            <a:graphicFrameLocks noGrp="1"/>
          </p:cNvGraphicFramePr>
          <p:nvPr>
            <p:extLst>
              <p:ext uri="{D42A27DB-BD31-4B8C-83A1-F6EECF244321}">
                <p14:modId xmlns:p14="http://schemas.microsoft.com/office/powerpoint/2010/main" val="1435619952"/>
              </p:ext>
            </p:extLst>
          </p:nvPr>
        </p:nvGraphicFramePr>
        <p:xfrm>
          <a:off x="3243259" y="6345120"/>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lumMod val="75000"/>
                            </a:schemeClr>
                          </a:solidFill>
                        </a:rPr>
                        <a:t>0</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0</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1</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GB" sz="800" dirty="0">
                          <a:solidFill>
                            <a:schemeClr val="bg1">
                              <a:lumMod val="75000"/>
                            </a:schemeClr>
                          </a:solidFill>
                        </a:rPr>
                        <a:t>1</a:t>
                      </a:r>
                      <a:endParaRPr lang="en-NL" sz="800" dirty="0">
                        <a:solidFill>
                          <a:schemeClr val="bg1">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73167946"/>
                  </a:ext>
                </a:extLst>
              </a:tr>
            </a:tbl>
          </a:graphicData>
        </a:graphic>
      </p:graphicFrame>
      <p:graphicFrame>
        <p:nvGraphicFramePr>
          <p:cNvPr id="33" name="Table 32">
            <a:extLst>
              <a:ext uri="{FF2B5EF4-FFF2-40B4-BE49-F238E27FC236}">
                <a16:creationId xmlns:a16="http://schemas.microsoft.com/office/drawing/2014/main" id="{352629C3-611B-BD71-F4B9-79B76F451021}"/>
              </a:ext>
            </a:extLst>
          </p:cNvPr>
          <p:cNvGraphicFramePr>
            <a:graphicFrameLocks noGrp="1"/>
          </p:cNvGraphicFramePr>
          <p:nvPr>
            <p:extLst>
              <p:ext uri="{D42A27DB-BD31-4B8C-83A1-F6EECF244321}">
                <p14:modId xmlns:p14="http://schemas.microsoft.com/office/powerpoint/2010/main" val="22532532"/>
              </p:ext>
            </p:extLst>
          </p:nvPr>
        </p:nvGraphicFramePr>
        <p:xfrm>
          <a:off x="4384119" y="5138464"/>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35" name="Table 34">
            <a:extLst>
              <a:ext uri="{FF2B5EF4-FFF2-40B4-BE49-F238E27FC236}">
                <a16:creationId xmlns:a16="http://schemas.microsoft.com/office/drawing/2014/main" id="{2975AE52-9C16-55CE-A6FE-DA50E2B841E8}"/>
              </a:ext>
            </a:extLst>
          </p:cNvPr>
          <p:cNvGraphicFramePr>
            <a:graphicFrameLocks noGrp="1"/>
          </p:cNvGraphicFramePr>
          <p:nvPr>
            <p:extLst>
              <p:ext uri="{D42A27DB-BD31-4B8C-83A1-F6EECF244321}">
                <p14:modId xmlns:p14="http://schemas.microsoft.com/office/powerpoint/2010/main" val="2198356730"/>
              </p:ext>
            </p:extLst>
          </p:nvPr>
        </p:nvGraphicFramePr>
        <p:xfrm>
          <a:off x="4384119" y="5386128"/>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08280">
                  <a:extLst>
                    <a:ext uri="{9D8B030D-6E8A-4147-A177-3AD203B41FA5}">
                      <a16:colId xmlns:a16="http://schemas.microsoft.com/office/drawing/2014/main" val="3264569812"/>
                    </a:ext>
                  </a:extLst>
                </a:gridCol>
                <a:gridCol w="22372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extLst>
                  <a:ext uri="{0D108BD9-81ED-4DB2-BD59-A6C34878D82A}">
                    <a16:rowId xmlns:a16="http://schemas.microsoft.com/office/drawing/2014/main" val="973167946"/>
                  </a:ext>
                </a:extLst>
              </a:tr>
            </a:tbl>
          </a:graphicData>
        </a:graphic>
      </p:graphicFrame>
      <p:graphicFrame>
        <p:nvGraphicFramePr>
          <p:cNvPr id="37" name="Table 36">
            <a:extLst>
              <a:ext uri="{FF2B5EF4-FFF2-40B4-BE49-F238E27FC236}">
                <a16:creationId xmlns:a16="http://schemas.microsoft.com/office/drawing/2014/main" id="{7BF71F59-B133-4704-3DD8-5BF515EE3882}"/>
              </a:ext>
            </a:extLst>
          </p:cNvPr>
          <p:cNvGraphicFramePr>
            <a:graphicFrameLocks noGrp="1"/>
          </p:cNvGraphicFramePr>
          <p:nvPr>
            <p:extLst>
              <p:ext uri="{D42A27DB-BD31-4B8C-83A1-F6EECF244321}">
                <p14:modId xmlns:p14="http://schemas.microsoft.com/office/powerpoint/2010/main" val="114493083"/>
              </p:ext>
            </p:extLst>
          </p:nvPr>
        </p:nvGraphicFramePr>
        <p:xfrm>
          <a:off x="4384119" y="5633792"/>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extLst>
                  <a:ext uri="{0D108BD9-81ED-4DB2-BD59-A6C34878D82A}">
                    <a16:rowId xmlns:a16="http://schemas.microsoft.com/office/drawing/2014/main" val="973167946"/>
                  </a:ext>
                </a:extLst>
              </a:tr>
            </a:tbl>
          </a:graphicData>
        </a:graphic>
      </p:graphicFrame>
      <p:graphicFrame>
        <p:nvGraphicFramePr>
          <p:cNvPr id="39" name="Table 38">
            <a:extLst>
              <a:ext uri="{FF2B5EF4-FFF2-40B4-BE49-F238E27FC236}">
                <a16:creationId xmlns:a16="http://schemas.microsoft.com/office/drawing/2014/main" id="{27418EA3-6C3D-C810-6AE3-0628D8ABB686}"/>
              </a:ext>
            </a:extLst>
          </p:cNvPr>
          <p:cNvGraphicFramePr>
            <a:graphicFrameLocks noGrp="1"/>
          </p:cNvGraphicFramePr>
          <p:nvPr>
            <p:extLst>
              <p:ext uri="{D42A27DB-BD31-4B8C-83A1-F6EECF244321}">
                <p14:modId xmlns:p14="http://schemas.microsoft.com/office/powerpoint/2010/main" val="2748698925"/>
              </p:ext>
            </p:extLst>
          </p:nvPr>
        </p:nvGraphicFramePr>
        <p:xfrm>
          <a:off x="4384119" y="5881456"/>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extLst>
                  <a:ext uri="{0D108BD9-81ED-4DB2-BD59-A6C34878D82A}">
                    <a16:rowId xmlns:a16="http://schemas.microsoft.com/office/drawing/2014/main" val="973167946"/>
                  </a:ext>
                </a:extLst>
              </a:tr>
            </a:tbl>
          </a:graphicData>
        </a:graphic>
      </p:graphicFrame>
      <p:graphicFrame>
        <p:nvGraphicFramePr>
          <p:cNvPr id="41" name="Table 40">
            <a:extLst>
              <a:ext uri="{FF2B5EF4-FFF2-40B4-BE49-F238E27FC236}">
                <a16:creationId xmlns:a16="http://schemas.microsoft.com/office/drawing/2014/main" id="{28578F8C-2F42-CAC7-8C80-9737D26CCEDE}"/>
              </a:ext>
            </a:extLst>
          </p:cNvPr>
          <p:cNvGraphicFramePr>
            <a:graphicFrameLocks noGrp="1"/>
          </p:cNvGraphicFramePr>
          <p:nvPr>
            <p:extLst>
              <p:ext uri="{D42A27DB-BD31-4B8C-83A1-F6EECF244321}">
                <p14:modId xmlns:p14="http://schemas.microsoft.com/office/powerpoint/2010/main" val="616124270"/>
              </p:ext>
            </p:extLst>
          </p:nvPr>
        </p:nvGraphicFramePr>
        <p:xfrm>
          <a:off x="5518438" y="5138464"/>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8080"/>
                    </a:solidFill>
                  </a:tcPr>
                </a:tc>
                <a:extLst>
                  <a:ext uri="{0D108BD9-81ED-4DB2-BD59-A6C34878D82A}">
                    <a16:rowId xmlns:a16="http://schemas.microsoft.com/office/drawing/2014/main" val="973167946"/>
                  </a:ext>
                </a:extLst>
              </a:tr>
            </a:tbl>
          </a:graphicData>
        </a:graphic>
      </p:graphicFrame>
      <p:graphicFrame>
        <p:nvGraphicFramePr>
          <p:cNvPr id="53" name="Table 52">
            <a:extLst>
              <a:ext uri="{FF2B5EF4-FFF2-40B4-BE49-F238E27FC236}">
                <a16:creationId xmlns:a16="http://schemas.microsoft.com/office/drawing/2014/main" id="{1D261424-DC8A-1F25-496E-BA8CA26D24BB}"/>
              </a:ext>
            </a:extLst>
          </p:cNvPr>
          <p:cNvGraphicFramePr>
            <a:graphicFrameLocks noGrp="1"/>
          </p:cNvGraphicFramePr>
          <p:nvPr>
            <p:extLst>
              <p:ext uri="{D42A27DB-BD31-4B8C-83A1-F6EECF244321}">
                <p14:modId xmlns:p14="http://schemas.microsoft.com/office/powerpoint/2010/main" val="465297048"/>
              </p:ext>
            </p:extLst>
          </p:nvPr>
        </p:nvGraphicFramePr>
        <p:xfrm>
          <a:off x="1631957" y="2959267"/>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55" name="Table 54">
            <a:extLst>
              <a:ext uri="{FF2B5EF4-FFF2-40B4-BE49-F238E27FC236}">
                <a16:creationId xmlns:a16="http://schemas.microsoft.com/office/drawing/2014/main" id="{EB7CA549-9D96-058E-59EC-05FA75982A00}"/>
              </a:ext>
            </a:extLst>
          </p:cNvPr>
          <p:cNvGraphicFramePr>
            <a:graphicFrameLocks noGrp="1"/>
          </p:cNvGraphicFramePr>
          <p:nvPr>
            <p:extLst>
              <p:ext uri="{D42A27DB-BD31-4B8C-83A1-F6EECF244321}">
                <p14:modId xmlns:p14="http://schemas.microsoft.com/office/powerpoint/2010/main" val="3743009329"/>
              </p:ext>
            </p:extLst>
          </p:nvPr>
        </p:nvGraphicFramePr>
        <p:xfrm>
          <a:off x="2755548" y="2953021"/>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57" name="Table 56">
            <a:extLst>
              <a:ext uri="{FF2B5EF4-FFF2-40B4-BE49-F238E27FC236}">
                <a16:creationId xmlns:a16="http://schemas.microsoft.com/office/drawing/2014/main" id="{B9E643C1-556B-8666-8AC3-7EB3F448FAEC}"/>
              </a:ext>
            </a:extLst>
          </p:cNvPr>
          <p:cNvGraphicFramePr>
            <a:graphicFrameLocks noGrp="1"/>
          </p:cNvGraphicFramePr>
          <p:nvPr>
            <p:extLst>
              <p:ext uri="{D42A27DB-BD31-4B8C-83A1-F6EECF244321}">
                <p14:modId xmlns:p14="http://schemas.microsoft.com/office/powerpoint/2010/main" val="797136204"/>
              </p:ext>
            </p:extLst>
          </p:nvPr>
        </p:nvGraphicFramePr>
        <p:xfrm>
          <a:off x="2755548" y="3200685"/>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59" name="Table 58">
            <a:extLst>
              <a:ext uri="{FF2B5EF4-FFF2-40B4-BE49-F238E27FC236}">
                <a16:creationId xmlns:a16="http://schemas.microsoft.com/office/drawing/2014/main" id="{F237131C-E694-C5D3-6BDF-704E5C2A9D54}"/>
              </a:ext>
            </a:extLst>
          </p:cNvPr>
          <p:cNvGraphicFramePr>
            <a:graphicFrameLocks noGrp="1"/>
          </p:cNvGraphicFramePr>
          <p:nvPr>
            <p:extLst>
              <p:ext uri="{D42A27DB-BD31-4B8C-83A1-F6EECF244321}">
                <p14:modId xmlns:p14="http://schemas.microsoft.com/office/powerpoint/2010/main" val="2458002877"/>
              </p:ext>
            </p:extLst>
          </p:nvPr>
        </p:nvGraphicFramePr>
        <p:xfrm>
          <a:off x="2754370" y="3448349"/>
          <a:ext cx="646829" cy="216000"/>
        </p:xfrm>
        <a:graphic>
          <a:graphicData uri="http://schemas.openxmlformats.org/drawingml/2006/table">
            <a:tbl>
              <a:tblPr firstRow="1" bandRow="1">
                <a:tableStyleId>{5940675A-B579-460E-94D1-54222C63F5DA}</a:tableStyleId>
              </a:tblPr>
              <a:tblGrid>
                <a:gridCol w="212327">
                  <a:extLst>
                    <a:ext uri="{9D8B030D-6E8A-4147-A177-3AD203B41FA5}">
                      <a16:colId xmlns:a16="http://schemas.microsoft.com/office/drawing/2014/main" val="3251467049"/>
                    </a:ext>
                  </a:extLst>
                </a:gridCol>
                <a:gridCol w="228038">
                  <a:extLst>
                    <a:ext uri="{9D8B030D-6E8A-4147-A177-3AD203B41FA5}">
                      <a16:colId xmlns:a16="http://schemas.microsoft.com/office/drawing/2014/main" val="3264569812"/>
                    </a:ext>
                  </a:extLst>
                </a:gridCol>
                <a:gridCol w="206464">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800" dirty="0">
                          <a:solidFill>
                            <a:schemeClr val="bg1"/>
                          </a:solidFill>
                        </a:rPr>
                        <a:t>1</a:t>
                      </a:r>
                      <a:endParaRPr lang="en-NL" sz="8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75" name="Table 74">
            <a:extLst>
              <a:ext uri="{FF2B5EF4-FFF2-40B4-BE49-F238E27FC236}">
                <a16:creationId xmlns:a16="http://schemas.microsoft.com/office/drawing/2014/main" id="{43DFF987-CABA-3EDE-C6AC-0230C2DEFCBE}"/>
              </a:ext>
            </a:extLst>
          </p:cNvPr>
          <p:cNvGraphicFramePr>
            <a:graphicFrameLocks noGrp="1"/>
          </p:cNvGraphicFramePr>
          <p:nvPr>
            <p:extLst>
              <p:ext uri="{D42A27DB-BD31-4B8C-83A1-F6EECF244321}">
                <p14:modId xmlns:p14="http://schemas.microsoft.com/office/powerpoint/2010/main" val="3679114465"/>
              </p:ext>
            </p:extLst>
          </p:nvPr>
        </p:nvGraphicFramePr>
        <p:xfrm>
          <a:off x="3902072" y="2964443"/>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77" name="Table 76">
            <a:extLst>
              <a:ext uri="{FF2B5EF4-FFF2-40B4-BE49-F238E27FC236}">
                <a16:creationId xmlns:a16="http://schemas.microsoft.com/office/drawing/2014/main" id="{7391C2A6-6199-B568-2A89-191A608A35EC}"/>
              </a:ext>
            </a:extLst>
          </p:cNvPr>
          <p:cNvGraphicFramePr>
            <a:graphicFrameLocks noGrp="1"/>
          </p:cNvGraphicFramePr>
          <p:nvPr>
            <p:extLst>
              <p:ext uri="{D42A27DB-BD31-4B8C-83A1-F6EECF244321}">
                <p14:modId xmlns:p14="http://schemas.microsoft.com/office/powerpoint/2010/main" val="1542915371"/>
              </p:ext>
            </p:extLst>
          </p:nvPr>
        </p:nvGraphicFramePr>
        <p:xfrm>
          <a:off x="3902072" y="3212107"/>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79" name="Table 78">
            <a:extLst>
              <a:ext uri="{FF2B5EF4-FFF2-40B4-BE49-F238E27FC236}">
                <a16:creationId xmlns:a16="http://schemas.microsoft.com/office/drawing/2014/main" id="{62210869-6502-A9F6-3D0A-4C67094830AE}"/>
              </a:ext>
            </a:extLst>
          </p:cNvPr>
          <p:cNvGraphicFramePr>
            <a:graphicFrameLocks noGrp="1"/>
          </p:cNvGraphicFramePr>
          <p:nvPr>
            <p:extLst>
              <p:ext uri="{D42A27DB-BD31-4B8C-83A1-F6EECF244321}">
                <p14:modId xmlns:p14="http://schemas.microsoft.com/office/powerpoint/2010/main" val="202822882"/>
              </p:ext>
            </p:extLst>
          </p:nvPr>
        </p:nvGraphicFramePr>
        <p:xfrm>
          <a:off x="3902072" y="3459771"/>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1</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83" name="Table 82">
            <a:extLst>
              <a:ext uri="{FF2B5EF4-FFF2-40B4-BE49-F238E27FC236}">
                <a16:creationId xmlns:a16="http://schemas.microsoft.com/office/drawing/2014/main" id="{9DED8EC5-5EB8-B34D-29A7-BE20A13F94A3}"/>
              </a:ext>
            </a:extLst>
          </p:cNvPr>
          <p:cNvGraphicFramePr>
            <a:graphicFrameLocks noGrp="1"/>
          </p:cNvGraphicFramePr>
          <p:nvPr>
            <p:extLst>
              <p:ext uri="{D42A27DB-BD31-4B8C-83A1-F6EECF244321}">
                <p14:modId xmlns:p14="http://schemas.microsoft.com/office/powerpoint/2010/main" val="960696349"/>
              </p:ext>
            </p:extLst>
          </p:nvPr>
        </p:nvGraphicFramePr>
        <p:xfrm>
          <a:off x="5048596" y="2953021"/>
          <a:ext cx="648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tblGrid>
              <a:tr h="216000">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800" dirty="0">
                          <a:solidFill>
                            <a:schemeClr val="bg1"/>
                          </a:solidFill>
                        </a:rPr>
                        <a:t>0</a:t>
                      </a:r>
                      <a:endParaRPr lang="en-NL" sz="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85" name="Table 84">
            <a:extLst>
              <a:ext uri="{FF2B5EF4-FFF2-40B4-BE49-F238E27FC236}">
                <a16:creationId xmlns:a16="http://schemas.microsoft.com/office/drawing/2014/main" id="{4782B560-D7F7-BBAC-5C6D-607F67A3B20E}"/>
              </a:ext>
            </a:extLst>
          </p:cNvPr>
          <p:cNvGraphicFramePr>
            <a:graphicFrameLocks noGrp="1"/>
          </p:cNvGraphicFramePr>
          <p:nvPr>
            <p:extLst>
              <p:ext uri="{D42A27DB-BD31-4B8C-83A1-F6EECF244321}">
                <p14:modId xmlns:p14="http://schemas.microsoft.com/office/powerpoint/2010/main" val="2997963229"/>
              </p:ext>
            </p:extLst>
          </p:nvPr>
        </p:nvGraphicFramePr>
        <p:xfrm>
          <a:off x="3243259" y="5103066"/>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87" name="Table 86">
            <a:extLst>
              <a:ext uri="{FF2B5EF4-FFF2-40B4-BE49-F238E27FC236}">
                <a16:creationId xmlns:a16="http://schemas.microsoft.com/office/drawing/2014/main" id="{0B568BB9-6D53-C5F4-F889-758F194C79C1}"/>
              </a:ext>
            </a:extLst>
          </p:cNvPr>
          <p:cNvGraphicFramePr>
            <a:graphicFrameLocks noGrp="1"/>
          </p:cNvGraphicFramePr>
          <p:nvPr>
            <p:extLst>
              <p:ext uri="{D42A27DB-BD31-4B8C-83A1-F6EECF244321}">
                <p14:modId xmlns:p14="http://schemas.microsoft.com/office/powerpoint/2010/main" val="535341705"/>
              </p:ext>
            </p:extLst>
          </p:nvPr>
        </p:nvGraphicFramePr>
        <p:xfrm>
          <a:off x="3243259" y="5350730"/>
          <a:ext cx="864000" cy="21600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1</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800" dirty="0"/>
                        <a:t>0</a:t>
                      </a:r>
                      <a:endParaRPr lang="en-NL" sz="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sp>
        <p:nvSpPr>
          <p:cNvPr id="88" name="Arrow: Down 87">
            <a:extLst>
              <a:ext uri="{FF2B5EF4-FFF2-40B4-BE49-F238E27FC236}">
                <a16:creationId xmlns:a16="http://schemas.microsoft.com/office/drawing/2014/main" id="{70455B3E-DF7A-8F0D-F660-270D6B5E885A}"/>
              </a:ext>
            </a:extLst>
          </p:cNvPr>
          <p:cNvSpPr/>
          <p:nvPr/>
        </p:nvSpPr>
        <p:spPr>
          <a:xfrm rot="1852469">
            <a:off x="1515922" y="3858594"/>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0" name="Arrow: Down 89">
            <a:extLst>
              <a:ext uri="{FF2B5EF4-FFF2-40B4-BE49-F238E27FC236}">
                <a16:creationId xmlns:a16="http://schemas.microsoft.com/office/drawing/2014/main" id="{4CEB7AC2-8E8C-3246-095F-4F368F9EEFE5}"/>
              </a:ext>
            </a:extLst>
          </p:cNvPr>
          <p:cNvSpPr/>
          <p:nvPr/>
        </p:nvSpPr>
        <p:spPr>
          <a:xfrm rot="1852469">
            <a:off x="2634395" y="3852346"/>
            <a:ext cx="232068" cy="468515"/>
          </a:xfrm>
          <a:prstGeom prst="downArrow">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2" name="Arrow: Down 91">
            <a:extLst>
              <a:ext uri="{FF2B5EF4-FFF2-40B4-BE49-F238E27FC236}">
                <a16:creationId xmlns:a16="http://schemas.microsoft.com/office/drawing/2014/main" id="{BFC19807-F769-11B5-AB96-3971D798A7FF}"/>
              </a:ext>
            </a:extLst>
          </p:cNvPr>
          <p:cNvSpPr/>
          <p:nvPr/>
        </p:nvSpPr>
        <p:spPr>
          <a:xfrm rot="1852469">
            <a:off x="3752867" y="3858593"/>
            <a:ext cx="232068" cy="468515"/>
          </a:xfrm>
          <a:prstGeom prst="downArrow">
            <a:avLst/>
          </a:prstGeom>
          <a:solidFill>
            <a:schemeClr val="bg1">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4" name="Arrow: Down 93">
            <a:extLst>
              <a:ext uri="{FF2B5EF4-FFF2-40B4-BE49-F238E27FC236}">
                <a16:creationId xmlns:a16="http://schemas.microsoft.com/office/drawing/2014/main" id="{81BFB324-5815-1464-4E40-DB389189A03E}"/>
              </a:ext>
            </a:extLst>
          </p:cNvPr>
          <p:cNvSpPr/>
          <p:nvPr/>
        </p:nvSpPr>
        <p:spPr>
          <a:xfrm rot="1852469">
            <a:off x="5036758" y="3858594"/>
            <a:ext cx="232068" cy="468515"/>
          </a:xfrm>
          <a:prstGeom prst="downArrow">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01" name="TextBox 100">
            <a:extLst>
              <a:ext uri="{FF2B5EF4-FFF2-40B4-BE49-F238E27FC236}">
                <a16:creationId xmlns:a16="http://schemas.microsoft.com/office/drawing/2014/main" id="{038C2141-9D52-E98E-BD76-514510553DE9}"/>
              </a:ext>
            </a:extLst>
          </p:cNvPr>
          <p:cNvSpPr txBox="1"/>
          <p:nvPr/>
        </p:nvSpPr>
        <p:spPr>
          <a:xfrm>
            <a:off x="1784592" y="2500848"/>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1/8</a:t>
            </a:r>
            <a:endParaRPr lang="en-NL" sz="1000" dirty="0"/>
          </a:p>
        </p:txBody>
      </p:sp>
      <p:sp>
        <p:nvSpPr>
          <p:cNvPr id="103" name="TextBox 102">
            <a:extLst>
              <a:ext uri="{FF2B5EF4-FFF2-40B4-BE49-F238E27FC236}">
                <a16:creationId xmlns:a16="http://schemas.microsoft.com/office/drawing/2014/main" id="{185DC29E-90F1-E1E3-B6C6-B7D125CB6D8F}"/>
              </a:ext>
            </a:extLst>
          </p:cNvPr>
          <p:cNvSpPr txBox="1"/>
          <p:nvPr/>
        </p:nvSpPr>
        <p:spPr>
          <a:xfrm>
            <a:off x="2920110" y="2500848"/>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3/8</a:t>
            </a:r>
            <a:endParaRPr lang="en-NL" sz="1000" dirty="0"/>
          </a:p>
        </p:txBody>
      </p:sp>
      <p:sp>
        <p:nvSpPr>
          <p:cNvPr id="105" name="TextBox 104">
            <a:extLst>
              <a:ext uri="{FF2B5EF4-FFF2-40B4-BE49-F238E27FC236}">
                <a16:creationId xmlns:a16="http://schemas.microsoft.com/office/drawing/2014/main" id="{C10AFB66-59C0-ABA0-DE4D-12D4430BEA5D}"/>
              </a:ext>
            </a:extLst>
          </p:cNvPr>
          <p:cNvSpPr txBox="1"/>
          <p:nvPr/>
        </p:nvSpPr>
        <p:spPr>
          <a:xfrm>
            <a:off x="4055628" y="2500848"/>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3/8</a:t>
            </a:r>
            <a:endParaRPr lang="en-NL" sz="1000" dirty="0"/>
          </a:p>
        </p:txBody>
      </p:sp>
      <p:sp>
        <p:nvSpPr>
          <p:cNvPr id="107" name="TextBox 106">
            <a:extLst>
              <a:ext uri="{FF2B5EF4-FFF2-40B4-BE49-F238E27FC236}">
                <a16:creationId xmlns:a16="http://schemas.microsoft.com/office/drawing/2014/main" id="{681BA8A4-3FA9-78FE-FAAA-C7C272F55E15}"/>
              </a:ext>
            </a:extLst>
          </p:cNvPr>
          <p:cNvSpPr txBox="1"/>
          <p:nvPr/>
        </p:nvSpPr>
        <p:spPr>
          <a:xfrm>
            <a:off x="5191146" y="2500848"/>
            <a:ext cx="362898" cy="363600"/>
          </a:xfrm>
          <a:prstGeom prst="rect">
            <a:avLst/>
          </a:prstGeom>
          <a:noFill/>
          <a:ln>
            <a:solidFill>
              <a:schemeClr val="tx1"/>
            </a:solidFill>
          </a:ln>
        </p:spPr>
        <p:txBody>
          <a:bodyPr wrap="none" lIns="90000" tIns="46800" rIns="90000" bIns="46800" rtlCol="0" anchor="ctr">
            <a:spAutoFit/>
          </a:bodyPr>
          <a:lstStyle/>
          <a:p>
            <a:pPr marL="0" indent="0" algn="l">
              <a:spcAft>
                <a:spcPts val="600"/>
              </a:spcAft>
              <a:buSzPct val="75000"/>
              <a:buNone/>
            </a:pPr>
            <a:r>
              <a:rPr lang="en-US" sz="1000" dirty="0"/>
              <a:t>3/8</a:t>
            </a:r>
            <a:endParaRPr lang="en-NL" sz="1000" dirty="0"/>
          </a:p>
        </p:txBody>
      </p:sp>
      <p:sp>
        <p:nvSpPr>
          <p:cNvPr id="108" name="TextBox 107">
            <a:extLst>
              <a:ext uri="{FF2B5EF4-FFF2-40B4-BE49-F238E27FC236}">
                <a16:creationId xmlns:a16="http://schemas.microsoft.com/office/drawing/2014/main" id="{63DCD2E1-3FFC-45DD-EA6C-C00581EFC0CC}"/>
              </a:ext>
            </a:extLst>
          </p:cNvPr>
          <p:cNvSpPr txBox="1"/>
          <p:nvPr/>
        </p:nvSpPr>
        <p:spPr>
          <a:xfrm>
            <a:off x="6862378" y="5015705"/>
            <a:ext cx="1987014"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Alice’s bits (8 options given that Bob has to guess ‘1’ to win.)</a:t>
            </a:r>
            <a:endParaRPr lang="en-NL" sz="1400" dirty="0"/>
          </a:p>
        </p:txBody>
      </p:sp>
      <p:sp>
        <p:nvSpPr>
          <p:cNvPr id="110" name="TextBox 109">
            <a:extLst>
              <a:ext uri="{FF2B5EF4-FFF2-40B4-BE49-F238E27FC236}">
                <a16:creationId xmlns:a16="http://schemas.microsoft.com/office/drawing/2014/main" id="{2A1116A2-E24D-B542-B052-7B70C5E97C60}"/>
              </a:ext>
            </a:extLst>
          </p:cNvPr>
          <p:cNvSpPr txBox="1"/>
          <p:nvPr/>
        </p:nvSpPr>
        <p:spPr>
          <a:xfrm>
            <a:off x="6862378" y="2883769"/>
            <a:ext cx="2148841" cy="740845"/>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All bits other than the one Bob has to guess (8 options).</a:t>
            </a:r>
            <a:endParaRPr lang="en-NL" sz="1400" dirty="0"/>
          </a:p>
        </p:txBody>
      </p:sp>
      <p:sp>
        <p:nvSpPr>
          <p:cNvPr id="2" name="TextBox 1">
            <a:extLst>
              <a:ext uri="{FF2B5EF4-FFF2-40B4-BE49-F238E27FC236}">
                <a16:creationId xmlns:a16="http://schemas.microsoft.com/office/drawing/2014/main" id="{1BB0A8BE-0776-FAA5-D602-662FD5ADFDF7}"/>
              </a:ext>
            </a:extLst>
          </p:cNvPr>
          <p:cNvSpPr txBox="1"/>
          <p:nvPr/>
        </p:nvSpPr>
        <p:spPr>
          <a:xfrm>
            <a:off x="762001" y="457200"/>
            <a:ext cx="7443216" cy="1756508"/>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400" dirty="0"/>
              <a:t>Instead of asking how likely is Bob to guess right, we can ask the question: Given that Bob has to guess  ‘1’ in the first index, how likely is Alice to send this value?</a:t>
            </a:r>
          </a:p>
          <a:p>
            <a:pPr marL="0" indent="0" algn="l">
              <a:spcAft>
                <a:spcPts val="600"/>
              </a:spcAft>
              <a:buSzPct val="75000"/>
              <a:buNone/>
            </a:pPr>
            <a:endParaRPr lang="en-US" sz="1400" dirty="0"/>
          </a:p>
          <a:p>
            <a:pPr marL="0" indent="0" algn="l">
              <a:spcAft>
                <a:spcPts val="600"/>
              </a:spcAft>
              <a:buSzPct val="75000"/>
              <a:buNone/>
            </a:pPr>
            <a:r>
              <a:rPr lang="en-US" sz="1400" dirty="0"/>
              <a:t>There are 8 possible strings determined by the values of the other bits. If these 3 other bits have a majority of 1’s Alice will send a 1 and they will win with 100% certainty. If the there is no ‘1’ in the other three bits Alice will send a ‘0’ and have 0% change of winning. Only if the there is just one ‘1’ in the other three bits Alice will send a random bit and the win rate is 50%.</a:t>
            </a:r>
            <a:endParaRPr lang="en-NL" sz="1400" dirty="0"/>
          </a:p>
        </p:txBody>
      </p:sp>
      <p:sp>
        <p:nvSpPr>
          <p:cNvPr id="3" name="Arrow: Down 2">
            <a:extLst>
              <a:ext uri="{FF2B5EF4-FFF2-40B4-BE49-F238E27FC236}">
                <a16:creationId xmlns:a16="http://schemas.microsoft.com/office/drawing/2014/main" id="{DC721C6E-31D8-25A3-4621-58799DA147C4}"/>
              </a:ext>
            </a:extLst>
          </p:cNvPr>
          <p:cNvSpPr/>
          <p:nvPr/>
        </p:nvSpPr>
        <p:spPr>
          <a:xfrm>
            <a:off x="975799" y="4832977"/>
            <a:ext cx="105740" cy="213475"/>
          </a:xfrm>
          <a:prstGeom prst="downArrow">
            <a:avLst/>
          </a:prstGeom>
          <a:solidFill>
            <a:schemeClr val="bg1">
              <a:lumMod val="50000"/>
            </a:schemeClr>
          </a:solidFill>
          <a:ln w="2540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 name="Arrow: Down 4">
            <a:extLst>
              <a:ext uri="{FF2B5EF4-FFF2-40B4-BE49-F238E27FC236}">
                <a16:creationId xmlns:a16="http://schemas.microsoft.com/office/drawing/2014/main" id="{19E75E15-C7C8-FB54-BA3A-6210FA5914B2}"/>
              </a:ext>
            </a:extLst>
          </p:cNvPr>
          <p:cNvSpPr/>
          <p:nvPr/>
        </p:nvSpPr>
        <p:spPr>
          <a:xfrm>
            <a:off x="2111459" y="4832977"/>
            <a:ext cx="105740" cy="213475"/>
          </a:xfrm>
          <a:prstGeom prst="downArrow">
            <a:avLst/>
          </a:prstGeom>
          <a:solidFill>
            <a:schemeClr val="bg1">
              <a:lumMod val="50000"/>
            </a:schemeClr>
          </a:solidFill>
          <a:ln w="2540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7" name="Arrow: Down 6">
            <a:extLst>
              <a:ext uri="{FF2B5EF4-FFF2-40B4-BE49-F238E27FC236}">
                <a16:creationId xmlns:a16="http://schemas.microsoft.com/office/drawing/2014/main" id="{8A3BAB49-9B57-1523-6339-E06302514569}"/>
              </a:ext>
            </a:extLst>
          </p:cNvPr>
          <p:cNvSpPr/>
          <p:nvPr/>
        </p:nvSpPr>
        <p:spPr>
          <a:xfrm>
            <a:off x="3247119" y="4832977"/>
            <a:ext cx="105740" cy="213475"/>
          </a:xfrm>
          <a:prstGeom prst="downArrow">
            <a:avLst/>
          </a:prstGeom>
          <a:solidFill>
            <a:schemeClr val="bg1">
              <a:lumMod val="50000"/>
            </a:schemeClr>
          </a:solidFill>
          <a:ln w="2540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 name="Arrow: Down 8">
            <a:extLst>
              <a:ext uri="{FF2B5EF4-FFF2-40B4-BE49-F238E27FC236}">
                <a16:creationId xmlns:a16="http://schemas.microsoft.com/office/drawing/2014/main" id="{06299207-2ED7-A770-6E65-12DD241CB5A3}"/>
              </a:ext>
            </a:extLst>
          </p:cNvPr>
          <p:cNvSpPr/>
          <p:nvPr/>
        </p:nvSpPr>
        <p:spPr>
          <a:xfrm>
            <a:off x="4382779" y="4832977"/>
            <a:ext cx="105740" cy="213475"/>
          </a:xfrm>
          <a:prstGeom prst="downArrow">
            <a:avLst/>
          </a:prstGeom>
          <a:solidFill>
            <a:schemeClr val="bg1">
              <a:lumMod val="50000"/>
            </a:schemeClr>
          </a:solidFill>
          <a:ln w="2540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2" name="Arrow: Down 11">
            <a:extLst>
              <a:ext uri="{FF2B5EF4-FFF2-40B4-BE49-F238E27FC236}">
                <a16:creationId xmlns:a16="http://schemas.microsoft.com/office/drawing/2014/main" id="{69FA2AF2-2D56-E779-AD9E-005130CB7088}"/>
              </a:ext>
            </a:extLst>
          </p:cNvPr>
          <p:cNvSpPr/>
          <p:nvPr/>
        </p:nvSpPr>
        <p:spPr>
          <a:xfrm>
            <a:off x="5518438" y="4832977"/>
            <a:ext cx="105740" cy="213475"/>
          </a:xfrm>
          <a:prstGeom prst="downArrow">
            <a:avLst/>
          </a:prstGeom>
          <a:solidFill>
            <a:schemeClr val="bg1">
              <a:lumMod val="50000"/>
            </a:schemeClr>
          </a:solidFill>
          <a:ln w="2540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cxnSp>
        <p:nvCxnSpPr>
          <p:cNvPr id="16" name="Straight Connector 15">
            <a:extLst>
              <a:ext uri="{FF2B5EF4-FFF2-40B4-BE49-F238E27FC236}">
                <a16:creationId xmlns:a16="http://schemas.microsoft.com/office/drawing/2014/main" id="{B5498B88-079F-6D7E-9B89-CB4727FB7DF5}"/>
              </a:ext>
            </a:extLst>
          </p:cNvPr>
          <p:cNvCxnSpPr/>
          <p:nvPr/>
        </p:nvCxnSpPr>
        <p:spPr>
          <a:xfrm flipV="1">
            <a:off x="1986120" y="5849792"/>
            <a:ext cx="1125687" cy="247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6411E84-A290-DFA7-7DE4-CE3FD5F948D2}"/>
              </a:ext>
            </a:extLst>
          </p:cNvPr>
          <p:cNvCxnSpPr>
            <a:cxnSpLocks/>
          </p:cNvCxnSpPr>
          <p:nvPr/>
        </p:nvCxnSpPr>
        <p:spPr>
          <a:xfrm flipV="1">
            <a:off x="3127415" y="5840638"/>
            <a:ext cx="1125687" cy="247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7B78EF-54CD-D12B-662A-B577BBF28C71}"/>
              </a:ext>
            </a:extLst>
          </p:cNvPr>
          <p:cNvCxnSpPr>
            <a:cxnSpLocks/>
          </p:cNvCxnSpPr>
          <p:nvPr/>
        </p:nvCxnSpPr>
        <p:spPr>
          <a:xfrm flipV="1">
            <a:off x="3127415" y="6074620"/>
            <a:ext cx="1125687" cy="247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7A9A47E-9050-D356-56F2-9AD316581725}"/>
              </a:ext>
            </a:extLst>
          </p:cNvPr>
          <p:cNvCxnSpPr>
            <a:cxnSpLocks/>
          </p:cNvCxnSpPr>
          <p:nvPr/>
        </p:nvCxnSpPr>
        <p:spPr>
          <a:xfrm flipV="1">
            <a:off x="3127415" y="6308602"/>
            <a:ext cx="1125687" cy="247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194833-2C36-BFB0-075C-0E19431F349A}"/>
              </a:ext>
            </a:extLst>
          </p:cNvPr>
          <p:cNvCxnSpPr>
            <a:cxnSpLocks/>
          </p:cNvCxnSpPr>
          <p:nvPr/>
        </p:nvCxnSpPr>
        <p:spPr>
          <a:xfrm flipV="1">
            <a:off x="4247599" y="5351756"/>
            <a:ext cx="1125687" cy="247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64DAB7C-7222-12AD-794C-65CF30ADF600}"/>
              </a:ext>
            </a:extLst>
          </p:cNvPr>
          <p:cNvCxnSpPr>
            <a:cxnSpLocks/>
          </p:cNvCxnSpPr>
          <p:nvPr/>
        </p:nvCxnSpPr>
        <p:spPr>
          <a:xfrm flipV="1">
            <a:off x="4247599" y="5600774"/>
            <a:ext cx="1125687" cy="247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6EA1294-A0B7-B638-E806-A5BB4CB525FC}"/>
              </a:ext>
            </a:extLst>
          </p:cNvPr>
          <p:cNvCxnSpPr>
            <a:cxnSpLocks/>
          </p:cNvCxnSpPr>
          <p:nvPr/>
        </p:nvCxnSpPr>
        <p:spPr>
          <a:xfrm flipV="1">
            <a:off x="4247599" y="5849792"/>
            <a:ext cx="1125687" cy="247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ED09A68-0C3D-F0D4-3CED-5DE87B316A34}"/>
              </a:ext>
            </a:extLst>
          </p:cNvPr>
          <p:cNvCxnSpPr/>
          <p:nvPr/>
        </p:nvCxnSpPr>
        <p:spPr>
          <a:xfrm flipV="1">
            <a:off x="5444069" y="5116794"/>
            <a:ext cx="1125687" cy="247664"/>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C60FDFB-B791-F3CC-5351-4F5364784DE4}"/>
              </a:ext>
            </a:extLst>
          </p:cNvPr>
          <p:cNvSpPr txBox="1"/>
          <p:nvPr/>
        </p:nvSpPr>
        <p:spPr>
          <a:xfrm>
            <a:off x="929908" y="4297974"/>
            <a:ext cx="1990202"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Alice sends ‘1’, 100% win</a:t>
            </a:r>
            <a:endParaRPr lang="en-NL" sz="1400" dirty="0"/>
          </a:p>
        </p:txBody>
      </p:sp>
      <p:sp>
        <p:nvSpPr>
          <p:cNvPr id="36" name="TextBox 35">
            <a:extLst>
              <a:ext uri="{FF2B5EF4-FFF2-40B4-BE49-F238E27FC236}">
                <a16:creationId xmlns:a16="http://schemas.microsoft.com/office/drawing/2014/main" id="{42D6747F-9A9F-BF7C-BA1F-D399FA58841E}"/>
              </a:ext>
            </a:extLst>
          </p:cNvPr>
          <p:cNvSpPr txBox="1"/>
          <p:nvPr/>
        </p:nvSpPr>
        <p:spPr>
          <a:xfrm>
            <a:off x="3068432" y="4299276"/>
            <a:ext cx="1357914" cy="525401"/>
          </a:xfrm>
          <a:prstGeom prst="rect">
            <a:avLst/>
          </a:prstGeom>
          <a:noFill/>
          <a:ln>
            <a:noFill/>
          </a:ln>
        </p:spPr>
        <p:txBody>
          <a:bodyPr wrap="none" lIns="90000" tIns="46800" rIns="90000" bIns="46800" rtlCol="0">
            <a:spAutoFit/>
          </a:bodyPr>
          <a:lstStyle/>
          <a:p>
            <a:pPr marL="0" indent="0" algn="l">
              <a:buSzPct val="75000"/>
              <a:buNone/>
            </a:pPr>
            <a:r>
              <a:rPr lang="en-US" sz="1400" dirty="0"/>
              <a:t>A sends random</a:t>
            </a:r>
          </a:p>
          <a:p>
            <a:pPr marL="0" indent="0" algn="l">
              <a:buSzPct val="75000"/>
              <a:buNone/>
            </a:pPr>
            <a:r>
              <a:rPr lang="en-US" sz="1400" dirty="0"/>
              <a:t>50% win</a:t>
            </a:r>
            <a:endParaRPr lang="en-NL" sz="1400" dirty="0"/>
          </a:p>
        </p:txBody>
      </p:sp>
      <p:sp>
        <p:nvSpPr>
          <p:cNvPr id="43" name="TextBox 42">
            <a:extLst>
              <a:ext uri="{FF2B5EF4-FFF2-40B4-BE49-F238E27FC236}">
                <a16:creationId xmlns:a16="http://schemas.microsoft.com/office/drawing/2014/main" id="{1FEBB0DC-168A-9F1E-1E94-4DD20CDD4DDD}"/>
              </a:ext>
            </a:extLst>
          </p:cNvPr>
          <p:cNvSpPr txBox="1"/>
          <p:nvPr/>
        </p:nvSpPr>
        <p:spPr>
          <a:xfrm>
            <a:off x="4488065" y="4290491"/>
            <a:ext cx="1807459"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Alice sends ‘0’, 0% win</a:t>
            </a:r>
            <a:endParaRPr lang="en-NL" sz="1400" dirty="0"/>
          </a:p>
        </p:txBody>
      </p:sp>
      <p:sp>
        <p:nvSpPr>
          <p:cNvPr id="44" name="TextBox 43">
            <a:extLst>
              <a:ext uri="{FF2B5EF4-FFF2-40B4-BE49-F238E27FC236}">
                <a16:creationId xmlns:a16="http://schemas.microsoft.com/office/drawing/2014/main" id="{15FC0376-C7FF-4DD0-8395-220812BCD1DD}"/>
              </a:ext>
            </a:extLst>
          </p:cNvPr>
          <p:cNvSpPr txBox="1"/>
          <p:nvPr/>
        </p:nvSpPr>
        <p:spPr>
          <a:xfrm>
            <a:off x="1753654" y="7401226"/>
            <a:ext cx="3790887" cy="602345"/>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Win rate = 1 x 1/8  +  1 x 3/8  + 1/2 x 3/8  = 11/16 </a:t>
            </a:r>
          </a:p>
          <a:p>
            <a:pPr marL="0" indent="0" algn="l">
              <a:spcAft>
                <a:spcPts val="600"/>
              </a:spcAft>
              <a:buSzPct val="75000"/>
              <a:buNone/>
            </a:pPr>
            <a:r>
              <a:rPr lang="en-US" sz="1400" dirty="0"/>
              <a:t>Win rate = 	½ + ½ </a:t>
            </a:r>
            <a:r>
              <a:rPr lang="en-US" sz="1400" dirty="0" err="1"/>
              <a:t>Ptie</a:t>
            </a:r>
            <a:endParaRPr lang="en-NL" sz="1400" dirty="0"/>
          </a:p>
        </p:txBody>
      </p:sp>
      <p:sp>
        <p:nvSpPr>
          <p:cNvPr id="46" name="TextBox 45">
            <a:extLst>
              <a:ext uri="{FF2B5EF4-FFF2-40B4-BE49-F238E27FC236}">
                <a16:creationId xmlns:a16="http://schemas.microsoft.com/office/drawing/2014/main" id="{CEA00027-286A-E9E8-E5E9-31C87F361F2C}"/>
              </a:ext>
            </a:extLst>
          </p:cNvPr>
          <p:cNvSpPr txBox="1"/>
          <p:nvPr/>
        </p:nvSpPr>
        <p:spPr>
          <a:xfrm>
            <a:off x="3155467" y="6612433"/>
            <a:ext cx="1402669"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err="1"/>
              <a:t>Ptie</a:t>
            </a:r>
            <a:r>
              <a:rPr lang="en-US" sz="1400" dirty="0"/>
              <a:t> = 6/16 = 3/8</a:t>
            </a:r>
            <a:endParaRPr lang="en-NL" sz="1400" dirty="0"/>
          </a:p>
        </p:txBody>
      </p:sp>
    </p:spTree>
    <p:extLst>
      <p:ext uri="{BB962C8B-B14F-4D97-AF65-F5344CB8AC3E}">
        <p14:creationId xmlns:p14="http://schemas.microsoft.com/office/powerpoint/2010/main" val="403700997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heme/theme1.xml><?xml version="1.0" encoding="utf-8"?>
<a:theme xmlns:a="http://schemas.openxmlformats.org/drawingml/2006/main" name="Slide Master Only: November 2024">
  <a:themeElements>
    <a:clrScheme name="Philips">
      <a:dk1>
        <a:srgbClr val="000000"/>
      </a:dk1>
      <a:lt1>
        <a:srgbClr val="FFFFFF"/>
      </a:lt1>
      <a:dk2>
        <a:srgbClr val="0B5ED7"/>
      </a:dk2>
      <a:lt2>
        <a:srgbClr val="BDF0FF"/>
      </a:lt2>
      <a:accent1>
        <a:srgbClr val="00126E"/>
      </a:accent1>
      <a:accent2>
        <a:srgbClr val="02DA20"/>
      </a:accent2>
      <a:accent3>
        <a:srgbClr val="F85569"/>
      </a:accent3>
      <a:accent4>
        <a:srgbClr val="FFCF50"/>
      </a:accent4>
      <a:accent5>
        <a:srgbClr val="FA8DDC"/>
      </a:accent5>
      <a:accent6>
        <a:srgbClr val="D780FF"/>
      </a:accent6>
      <a:hlink>
        <a:srgbClr val="0B5ED7"/>
      </a:hlink>
      <a:folHlink>
        <a:srgbClr val="0B5ED7"/>
      </a:folHlink>
    </a:clrScheme>
    <a:fontScheme name="Philips (2024)">
      <a:majorFont>
        <a:latin typeface="Calibri Light"/>
        <a:ea typeface="Yu Gothic"/>
        <a:cs typeface=""/>
      </a:majorFont>
      <a:minorFont>
        <a:latin typeface="Calibri"/>
        <a:ea typeface="Yu Gothic"/>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w="25400" cap="flat" cmpd="sng" algn="ctr">
          <a:noFill/>
          <a:prstDash val="solid"/>
        </a:ln>
        <a:effectLst/>
      </a:spPr>
      <a:bodyPr lIns="90000" tIns="46800" rIns="90000" bIns="46800" rtlCol="0" anchor="ctr"/>
      <a:lstStyle>
        <a:defPPr algn="ctr">
          <a:spcAft>
            <a:spcPts val="600"/>
          </a:spcAft>
          <a:defRPr sz="14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ln>
          <a:noFill/>
        </a:ln>
      </a:spPr>
      <a:bodyPr wrap="none" lIns="90000" tIns="46800" rIns="90000" bIns="46800" rtlCol="0">
        <a:spAutoFit/>
      </a:bodyPr>
      <a:lstStyle>
        <a:defPPr marL="0" indent="0" algn="l">
          <a:spcAft>
            <a:spcPts val="600"/>
          </a:spcAft>
          <a:buSzPct val="75000"/>
          <a:buNone/>
          <a:defRPr sz="1400" dirty="0" smtClean="0"/>
        </a:defPPr>
      </a:lstStyle>
    </a:txDef>
  </a:objectDefaults>
  <a:extraClrSchemeLst/>
  <a:custClrLst>
    <a:custClr name="Light Blue">
      <a:srgbClr val="BDF0FF"/>
    </a:custClr>
    <a:custClr name="Light Aqua">
      <a:srgbClr val="9CF6FB"/>
    </a:custClr>
    <a:custClr name="Light Green">
      <a:srgbClr val="ADFFB5"/>
    </a:custClr>
    <a:custClr name="Light Gold">
      <a:srgbClr val="FCFCC2"/>
    </a:custClr>
    <a:custClr name="Light Coral">
      <a:srgbClr val="FFDEDB"/>
    </a:custClr>
    <a:custClr name="Light Pink">
      <a:srgbClr val="FFE5F9"/>
    </a:custClr>
    <a:custClr name="Light Purple">
      <a:srgbClr val="F1DEFC"/>
    </a:custClr>
    <a:custClr name="White">
      <a:srgbClr val="FFFFFF"/>
    </a:custClr>
    <a:custClr name="White">
      <a:srgbClr val="FFFFFF"/>
    </a:custClr>
    <a:custClr name="White">
      <a:srgbClr val="FFFFFF"/>
    </a:custClr>
    <a:custClr name="Philips Blue">
      <a:srgbClr val="0B5ED7"/>
    </a:custClr>
    <a:custClr name="Aqua">
      <a:srgbClr val="02ABB1"/>
    </a:custClr>
    <a:custClr name="Green">
      <a:srgbClr val="02DA21"/>
    </a:custClr>
    <a:custClr name="Gold">
      <a:srgbClr val="FFCF50"/>
    </a:custClr>
    <a:custClr name="Coral">
      <a:srgbClr val="F85569"/>
    </a:custClr>
    <a:custClr name="Pink">
      <a:srgbClr val="FA8DDC"/>
    </a:custClr>
    <a:custClr name="Purple">
      <a:srgbClr val="D780FF"/>
    </a:custClr>
    <a:custClr name="White">
      <a:srgbClr val="FFFFFF"/>
    </a:custClr>
    <a:custClr name="White">
      <a:srgbClr val="FFFFFF"/>
    </a:custClr>
    <a:custClr name="White">
      <a:srgbClr val="FFFFFF"/>
    </a:custClr>
    <a:custClr name="Dark Blue">
      <a:srgbClr val="00126E"/>
    </a:custClr>
    <a:custClr name="Dark Aqua">
      <a:srgbClr val="00666F"/>
    </a:custClr>
    <a:custClr name="Dark Green">
      <a:srgbClr val="008800"/>
    </a:custClr>
    <a:custClr name="Dark Gold">
      <a:srgbClr val="FCA708"/>
    </a:custClr>
    <a:custClr name="Dark Coral">
      <a:srgbClr val="D43F44"/>
    </a:custClr>
    <a:custClr name="Dark Pink">
      <a:srgbClr val="DB0383"/>
    </a:custClr>
    <a:custClr name="Dark Purple">
      <a:srgbClr val="A80DF2"/>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ACTIVE edits_JULY 15 VisID template" id="{6786F5D1-4757-F140-90A2-1887A2078D1A}" vid="{E537A740-66BA-B049-9B06-A6174F937CA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A48BB3-A2F8-5147-98FB-30E02B1C7AEF}">
  <we:reference id="54c7af0c-5b65-49a9-ab86-f2a8a4690127" version="2.0.0.3"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TemplafyTemplateConfiguration><![CDATA[{"elementsMetadata":[],"transformationConfigurations":[],"templateName":"Philips Master Template (updated margins)","templateDescription":"","enableDocumentContentUpdater":false,"version":"2.0"}]]></TemplafyTemplate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780cc8cc-a0d7-4713-9c3e-0b7190a1e53e" xsi:nil="true"/>
  </documentManagement>
</p:properties>
</file>

<file path=customXml/item4.xml><?xml version="1.0" encoding="utf-8"?>
<TemplafyFormConfiguration><![CDATA[{"formFields":[],"formDataEntries":[]}]]></TemplafyForm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04E5E6F7C3CA4847850B174CA744C6FC" ma:contentTypeVersion="17" ma:contentTypeDescription="Create a new document." ma:contentTypeScope="" ma:versionID="f1e3455a0ac3c577c195025b585446d5">
  <xsd:schema xmlns:xsd="http://www.w3.org/2001/XMLSchema" xmlns:xs="http://www.w3.org/2001/XMLSchema" xmlns:p="http://schemas.microsoft.com/office/2006/metadata/properties" xmlns:ns3="780cc8cc-a0d7-4713-9c3e-0b7190a1e53e" xmlns:ns4="b9d67808-3eaf-4731-8ef7-8469ba91599f" targetNamespace="http://schemas.microsoft.com/office/2006/metadata/properties" ma:root="true" ma:fieldsID="ad042caab29af02fa0f22b0678b53be0" ns3:_="" ns4:_="">
    <xsd:import namespace="780cc8cc-a0d7-4713-9c3e-0b7190a1e53e"/>
    <xsd:import namespace="b9d67808-3eaf-4731-8ef7-8469ba91599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KeyPoints" minOccurs="0"/>
                <xsd:element ref="ns3:MediaServiceKeyPoints" minOccurs="0"/>
                <xsd:element ref="ns3:_activity" minOccurs="0"/>
                <xsd:element ref="ns3:MediaServiceObjectDetectorVersions" minOccurs="0"/>
                <xsd:element ref="ns3:MediaServiceSearchPropertie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0cc8cc-a0d7-4713-9c3e-0b7190a1e5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9d67808-3eaf-4731-8ef7-8469ba91599f"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TemplateConfiguration><![CDATA[{"slideVersion":1,"isValidatorEnabled":false,"isLocked":false,"elementsMetadata":[],"slideId":"1267840777025486852","enableDocumentContentUpdater":false,"version":"2.0"}]]></TemplafySlideTemplateConfiguration>
</file>

<file path=customXml/item7.xml><?xml version="1.0" encoding="utf-8"?>
<TemplafySlideFormConfiguration><![CDATA[{"formFields":[],"formDataEntries":[]}]]></TemplafySlideFormConfiguration>
</file>

<file path=customXml/itemProps1.xml><?xml version="1.0" encoding="utf-8"?>
<ds:datastoreItem xmlns:ds="http://schemas.openxmlformats.org/officeDocument/2006/customXml" ds:itemID="{BFBCB3F7-860C-40CC-8532-A042390E68D6}">
  <ds:schemaRefs/>
</ds:datastoreItem>
</file>

<file path=customXml/itemProps2.xml><?xml version="1.0" encoding="utf-8"?>
<ds:datastoreItem xmlns:ds="http://schemas.openxmlformats.org/officeDocument/2006/customXml" ds:itemID="{307B3638-7535-47B2-B5BC-1B76C3C0581C}">
  <ds:schemaRefs>
    <ds:schemaRef ds:uri="http://schemas.microsoft.com/sharepoint/v3/contenttype/forms"/>
  </ds:schemaRefs>
</ds:datastoreItem>
</file>

<file path=customXml/itemProps3.xml><?xml version="1.0" encoding="utf-8"?>
<ds:datastoreItem xmlns:ds="http://schemas.openxmlformats.org/officeDocument/2006/customXml" ds:itemID="{F5FE3A10-A5AD-44C9-AAD4-1E5C1452D959}">
  <ds:schemaRefs>
    <ds:schemaRef ds:uri="http://purl.org/dc/elements/1.1/"/>
    <ds:schemaRef ds:uri="http://purl.org/dc/dcmitype/"/>
    <ds:schemaRef ds:uri="http://purl.org/dc/terms/"/>
    <ds:schemaRef ds:uri="http://schemas.microsoft.com/office/2006/metadata/propertie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b9d67808-3eaf-4731-8ef7-8469ba91599f"/>
    <ds:schemaRef ds:uri="780cc8cc-a0d7-4713-9c3e-0b7190a1e53e"/>
  </ds:schemaRefs>
</ds:datastoreItem>
</file>

<file path=customXml/itemProps4.xml><?xml version="1.0" encoding="utf-8"?>
<ds:datastoreItem xmlns:ds="http://schemas.openxmlformats.org/officeDocument/2006/customXml" ds:itemID="{758FF650-907C-428F-AD7B-6BA9D849A6CB}">
  <ds:schemaRefs/>
</ds:datastoreItem>
</file>

<file path=customXml/itemProps5.xml><?xml version="1.0" encoding="utf-8"?>
<ds:datastoreItem xmlns:ds="http://schemas.openxmlformats.org/officeDocument/2006/customXml" ds:itemID="{B1D45344-BB9F-4C02-8C84-B77770B7B5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0cc8cc-a0d7-4713-9c3e-0b7190a1e53e"/>
    <ds:schemaRef ds:uri="b9d67808-3eaf-4731-8ef7-8469ba9159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B2E38FC4-1533-4A92-B582-8C6E853F1307}">
  <ds:schemaRefs/>
</ds:datastoreItem>
</file>

<file path=customXml/itemProps7.xml><?xml version="1.0" encoding="utf-8"?>
<ds:datastoreItem xmlns:ds="http://schemas.openxmlformats.org/officeDocument/2006/customXml" ds:itemID="{6BF8525C-62B9-4321-91B7-FFEFD4A5025A}">
  <ds:schemaRefs/>
</ds:datastoreItem>
</file>

<file path=docMetadata/LabelInfo.xml><?xml version="1.0" encoding="utf-8"?>
<clbl:labelList xmlns:clbl="http://schemas.microsoft.com/office/2020/mipLabelMetadata">
  <clbl:label id="{1a407a2d-7675-4d17-8692-b3ac285306e4}" enabled="0" method="" siteId="{1a407a2d-7675-4d17-8692-b3ac285306e4}" removed="1"/>
</clbl:labelList>
</file>

<file path=docProps/app.xml><?xml version="1.0" encoding="utf-8"?>
<Properties xmlns="http://schemas.openxmlformats.org/officeDocument/2006/extended-properties" xmlns:vt="http://schemas.openxmlformats.org/officeDocument/2006/docPropsVTypes">
  <Template/>
  <TotalTime>0</TotalTime>
  <Words>2254</Words>
  <Application>Microsoft Office PowerPoint</Application>
  <PresentationFormat>Custom</PresentationFormat>
  <Paragraphs>501</Paragraphs>
  <Slides>15</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Bradley Hand ITC</vt:lpstr>
      <vt:lpstr>Calibri</vt:lpstr>
      <vt:lpstr>Calibri Light</vt:lpstr>
      <vt:lpstr>Cambria Math</vt:lpstr>
      <vt:lpstr>Wingdings</vt:lpstr>
      <vt:lpstr>Slide Master Only: November 2024</vt:lpstr>
      <vt:lpstr>think-cell Slide</vt:lpstr>
      <vt:lpstr>Figure 1</vt:lpstr>
      <vt:lpstr>PowerPoint Presentation</vt:lpstr>
      <vt:lpstr>Figure 2</vt:lpstr>
      <vt:lpstr>PowerPoint Presentation</vt:lpstr>
      <vt:lpstr>Figure 3</vt:lpstr>
      <vt:lpstr>PowerPoint Presentation</vt:lpstr>
      <vt:lpstr>Figure 4</vt:lpstr>
      <vt:lpstr>Figure 5</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Philips Corporate PowerPoint Template</dc:title>
  <dc:subject/>
  <dc:creator>Hendriks, Rob</dc:creator>
  <cp:keywords/>
  <dc:description/>
  <cp:lastModifiedBy>Hendriks, Rob</cp:lastModifiedBy>
  <cp:revision>2</cp:revision>
  <dcterms:created xsi:type="dcterms:W3CDTF">2025-09-06T05:07:06Z</dcterms:created>
  <dcterms:modified xsi:type="dcterms:W3CDTF">2026-07-30T14:28:03Z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2025-09-05T06:54:52</vt:lpwstr>
  </property>
  <property fmtid="{D5CDD505-2E9C-101B-9397-08002B2CF9AE}" pid="3" name="TemplafyTenantId">
    <vt:lpwstr>philips</vt:lpwstr>
  </property>
  <property fmtid="{D5CDD505-2E9C-101B-9397-08002B2CF9AE}" pid="4" name="TemplafyTemplateId">
    <vt:lpwstr>1267840776996651068</vt:lpwstr>
  </property>
  <property fmtid="{D5CDD505-2E9C-101B-9397-08002B2CF9AE}" pid="5" name="TemplafyUserProfileId">
    <vt:lpwstr>637652993277589542</vt:lpwstr>
  </property>
  <property fmtid="{D5CDD505-2E9C-101B-9397-08002B2CF9AE}" pid="6" name="TemplafyFromBlank">
    <vt:bool>true</vt:bool>
  </property>
  <property fmtid="{D5CDD505-2E9C-101B-9397-08002B2CF9AE}" pid="7" name="ContentTypeId">
    <vt:lpwstr>0x01010004E5E6F7C3CA4847850B174CA744C6FC</vt:lpwstr>
  </property>
</Properties>
</file>