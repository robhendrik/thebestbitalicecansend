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11" r:id="rId8"/>
  </p:sldMasterIdLst>
  <p:notesMasterIdLst>
    <p:notesMasterId r:id="rId24"/>
  </p:notesMasterIdLst>
  <p:handoutMasterIdLst>
    <p:handoutMasterId r:id="rId25"/>
  </p:handoutMasterIdLst>
  <p:sldIdLst>
    <p:sldId id="2147482538" r:id="rId9"/>
    <p:sldId id="2147482540" r:id="rId10"/>
    <p:sldId id="2147482520" r:id="rId11"/>
    <p:sldId id="2147482529" r:id="rId12"/>
    <p:sldId id="2147482521" r:id="rId13"/>
    <p:sldId id="2147482527" r:id="rId14"/>
    <p:sldId id="2147482522" r:id="rId15"/>
    <p:sldId id="2147482528" r:id="rId16"/>
    <p:sldId id="2147482523" r:id="rId17"/>
    <p:sldId id="2147482537" r:id="rId18"/>
    <p:sldId id="2147482524" r:id="rId19"/>
    <p:sldId id="2147482534" r:id="rId20"/>
    <p:sldId id="2147482536" r:id="rId21"/>
    <p:sldId id="2147482535" r:id="rId22"/>
    <p:sldId id="2147482499" r:id="rId23"/>
  </p:sldIdLst>
  <p:sldSz cx="9144000" cy="9104313"/>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53F028-A2E4-E24B-A222-7DB4617B18BB}">
          <p14:sldIdLst>
            <p14:sldId id="2147482538"/>
            <p14:sldId id="2147482540"/>
            <p14:sldId id="2147482520"/>
            <p14:sldId id="2147482529"/>
            <p14:sldId id="2147482521"/>
            <p14:sldId id="2147482527"/>
            <p14:sldId id="2147482522"/>
            <p14:sldId id="2147482528"/>
            <p14:sldId id="2147482523"/>
            <p14:sldId id="2147482537"/>
            <p14:sldId id="2147482524"/>
            <p14:sldId id="2147482534"/>
            <p14:sldId id="2147482536"/>
            <p14:sldId id="2147482535"/>
            <p14:sldId id="2147482499"/>
          </p14:sldIdLst>
        </p14:section>
      </p14:sectionLst>
    </p:ext>
    <p:ext uri="{EFAFB233-063F-42B5-8137-9DF3F51BA10A}">
      <p15:sldGuideLst xmlns:p15="http://schemas.microsoft.com/office/powerpoint/2012/main">
        <p15:guide id="1" orient="horz" pos="2868"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2020"/>
    <a:srgbClr val="1F6FE0"/>
    <a:srgbClr val="E0DFDF"/>
    <a:srgbClr val="FF8080"/>
    <a:srgbClr val="1F77B4"/>
    <a:srgbClr val="FFDFDB"/>
    <a:srgbClr val="FFE050"/>
    <a:srgbClr val="FFED5E"/>
    <a:srgbClr val="02ABB1"/>
    <a:srgbClr val="0066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8" autoAdjust="0"/>
    <p:restoredTop sz="94485" autoAdjust="0"/>
  </p:normalViewPr>
  <p:slideViewPr>
    <p:cSldViewPr snapToGrid="0">
      <p:cViewPr varScale="1">
        <p:scale>
          <a:sx n="56" d="100"/>
          <a:sy n="56" d="100"/>
        </p:scale>
        <p:origin x="2021" y="53"/>
      </p:cViewPr>
      <p:guideLst>
        <p:guide orient="horz" pos="2868"/>
        <p:guide pos="2880"/>
      </p:guideLst>
    </p:cSldViewPr>
  </p:slideViewPr>
  <p:outlineViewPr>
    <p:cViewPr>
      <p:scale>
        <a:sx n="70" d="100"/>
        <a:sy n="70" d="100"/>
      </p:scale>
      <p:origin x="-80" y="-50192"/>
    </p:cViewPr>
  </p:outlineViewPr>
  <p:notesTextViewPr>
    <p:cViewPr>
      <p:scale>
        <a:sx n="1" d="1"/>
        <a:sy n="1" d="1"/>
      </p:scale>
      <p:origin x="0" y="0"/>
    </p:cViewPr>
  </p:notesTextViewPr>
  <p:sorterViewPr>
    <p:cViewPr varScale="1">
      <p:scale>
        <a:sx n="1" d="1"/>
        <a:sy n="1" d="1"/>
      </p:scale>
      <p:origin x="0" y="-14292"/>
    </p:cViewPr>
  </p:sorterViewPr>
  <p:notesViewPr>
    <p:cSldViewPr snapToGrid="0" showGuides="1">
      <p:cViewPr>
        <p:scale>
          <a:sx n="109" d="100"/>
          <a:sy n="109" d="100"/>
        </p:scale>
        <p:origin x="3666" y="456"/>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driks, Rob" userId="c1397476-51d7-416b-9276-de9da7a1b8a6" providerId="ADAL" clId="{5530228B-0BD8-451E-BAD1-66B9143C59C5}"/>
    <pc:docChg chg="undo custSel addSld delSld modSld sldOrd modSection">
      <pc:chgData name="Hendriks, Rob" userId="c1397476-51d7-416b-9276-de9da7a1b8a6" providerId="ADAL" clId="{5530228B-0BD8-451E-BAD1-66B9143C59C5}" dt="2026-08-19T05:55:04.606" v="1545" actId="1076"/>
      <pc:docMkLst>
        <pc:docMk/>
      </pc:docMkLst>
      <pc:sldChg chg="modSp mod">
        <pc:chgData name="Hendriks, Rob" userId="c1397476-51d7-416b-9276-de9da7a1b8a6" providerId="ADAL" clId="{5530228B-0BD8-451E-BAD1-66B9143C59C5}" dt="2026-08-02T10:27:37.811" v="646" actId="20577"/>
        <pc:sldMkLst>
          <pc:docMk/>
          <pc:sldMk cId="1674329261" sldId="2147482520"/>
        </pc:sldMkLst>
        <pc:spChg chg="mod">
          <ac:chgData name="Hendriks, Rob" userId="c1397476-51d7-416b-9276-de9da7a1b8a6" providerId="ADAL" clId="{5530228B-0BD8-451E-BAD1-66B9143C59C5}" dt="2026-08-02T10:27:37.811" v="646" actId="20577"/>
          <ac:spMkLst>
            <pc:docMk/>
            <pc:sldMk cId="1674329261" sldId="2147482520"/>
            <ac:spMk id="4" creationId="{3A1EB7CB-0EC5-14D2-F1A7-5053D0F4AEC7}"/>
          </ac:spMkLst>
        </pc:spChg>
      </pc:sldChg>
      <pc:sldChg chg="modSp mod">
        <pc:chgData name="Hendriks, Rob" userId="c1397476-51d7-416b-9276-de9da7a1b8a6" providerId="ADAL" clId="{5530228B-0BD8-451E-BAD1-66B9143C59C5}" dt="2026-08-02T07:20:03.588" v="552" actId="20577"/>
        <pc:sldMkLst>
          <pc:docMk/>
          <pc:sldMk cId="4291989601" sldId="2147482521"/>
        </pc:sldMkLst>
        <pc:spChg chg="mod">
          <ac:chgData name="Hendriks, Rob" userId="c1397476-51d7-416b-9276-de9da7a1b8a6" providerId="ADAL" clId="{5530228B-0BD8-451E-BAD1-66B9143C59C5}" dt="2026-08-02T07:20:03.588" v="552" actId="20577"/>
          <ac:spMkLst>
            <pc:docMk/>
            <pc:sldMk cId="4291989601" sldId="2147482521"/>
            <ac:spMk id="4" creationId="{97B8C96A-6455-2C89-06A9-27F6B2DA14C3}"/>
          </ac:spMkLst>
        </pc:spChg>
      </pc:sldChg>
      <pc:sldChg chg="modSp">
        <pc:chgData name="Hendriks, Rob" userId="c1397476-51d7-416b-9276-de9da7a1b8a6" providerId="ADAL" clId="{5530228B-0BD8-451E-BAD1-66B9143C59C5}" dt="2026-08-02T07:21:06.374" v="578" actId="20577"/>
        <pc:sldMkLst>
          <pc:docMk/>
          <pc:sldMk cId="3934322987" sldId="2147482522"/>
        </pc:sldMkLst>
        <pc:spChg chg="mod">
          <ac:chgData name="Hendriks, Rob" userId="c1397476-51d7-416b-9276-de9da7a1b8a6" providerId="ADAL" clId="{5530228B-0BD8-451E-BAD1-66B9143C59C5}" dt="2026-08-02T07:21:06.374" v="578" actId="20577"/>
          <ac:spMkLst>
            <pc:docMk/>
            <pc:sldMk cId="3934322987" sldId="2147482522"/>
            <ac:spMk id="4" creationId="{2B73A38D-3EF3-0D50-76DB-1407F168F57A}"/>
          </ac:spMkLst>
        </pc:spChg>
      </pc:sldChg>
      <pc:sldChg chg="addSp delSp modSp mod">
        <pc:chgData name="Hendriks, Rob" userId="c1397476-51d7-416b-9276-de9da7a1b8a6" providerId="ADAL" clId="{5530228B-0BD8-451E-BAD1-66B9143C59C5}" dt="2026-08-02T11:09:59.479" v="1333" actId="20577"/>
        <pc:sldMkLst>
          <pc:docMk/>
          <pc:sldMk cId="2876525108" sldId="2147482524"/>
        </pc:sldMkLst>
        <pc:spChg chg="mod">
          <ac:chgData name="Hendriks, Rob" userId="c1397476-51d7-416b-9276-de9da7a1b8a6" providerId="ADAL" clId="{5530228B-0BD8-451E-BAD1-66B9143C59C5}" dt="2026-08-02T11:09:59.479" v="1333" actId="20577"/>
          <ac:spMkLst>
            <pc:docMk/>
            <pc:sldMk cId="2876525108" sldId="2147482524"/>
            <ac:spMk id="4" creationId="{605B2447-7A3F-C8D9-6AE8-8E07DC6EC9E3}"/>
          </ac:spMkLst>
        </pc:spChg>
      </pc:sldChg>
      <pc:sldChg chg="modSp mod">
        <pc:chgData name="Hendriks, Rob" userId="c1397476-51d7-416b-9276-de9da7a1b8a6" providerId="ADAL" clId="{5530228B-0BD8-451E-BAD1-66B9143C59C5}" dt="2026-08-02T12:17:25.583" v="1340" actId="20577"/>
        <pc:sldMkLst>
          <pc:docMk/>
          <pc:sldMk cId="996523645" sldId="2147482527"/>
        </pc:sldMkLst>
        <pc:spChg chg="mod">
          <ac:chgData name="Hendriks, Rob" userId="c1397476-51d7-416b-9276-de9da7a1b8a6" providerId="ADAL" clId="{5530228B-0BD8-451E-BAD1-66B9143C59C5}" dt="2026-08-02T12:17:25.583" v="1340" actId="20577"/>
          <ac:spMkLst>
            <pc:docMk/>
            <pc:sldMk cId="996523645" sldId="2147482527"/>
            <ac:spMk id="23" creationId="{A8E5948E-175F-14C4-4D60-C5A766B8068F}"/>
          </ac:spMkLst>
        </pc:spChg>
      </pc:sldChg>
      <pc:sldChg chg="modSp mod">
        <pc:chgData name="Hendriks, Rob" userId="c1397476-51d7-416b-9276-de9da7a1b8a6" providerId="ADAL" clId="{5530228B-0BD8-451E-BAD1-66B9143C59C5}" dt="2026-08-04T07:23:41.063" v="1523" actId="552"/>
        <pc:sldMkLst>
          <pc:docMk/>
          <pc:sldMk cId="1806368867" sldId="2147482528"/>
        </pc:sldMkLst>
        <pc:spChg chg="mod">
          <ac:chgData name="Hendriks, Rob" userId="c1397476-51d7-416b-9276-de9da7a1b8a6" providerId="ADAL" clId="{5530228B-0BD8-451E-BAD1-66B9143C59C5}" dt="2026-08-04T07:21:40.698" v="1499" actId="255"/>
          <ac:spMkLst>
            <pc:docMk/>
            <pc:sldMk cId="1806368867" sldId="2147482528"/>
            <ac:spMk id="23" creationId="{50C2E583-1A27-8C34-00C5-7CB6E52C42F3}"/>
          </ac:spMkLst>
        </pc:spChg>
        <pc:spChg chg="mod">
          <ac:chgData name="Hendriks, Rob" userId="c1397476-51d7-416b-9276-de9da7a1b8a6" providerId="ADAL" clId="{5530228B-0BD8-451E-BAD1-66B9143C59C5}" dt="2026-08-04T07:21:40.698" v="1499" actId="255"/>
          <ac:spMkLst>
            <pc:docMk/>
            <pc:sldMk cId="1806368867" sldId="2147482528"/>
            <ac:spMk id="25" creationId="{31F06EBE-44E9-2F63-8515-C2001A529AE4}"/>
          </ac:spMkLst>
        </pc:spChg>
        <pc:spChg chg="mod">
          <ac:chgData name="Hendriks, Rob" userId="c1397476-51d7-416b-9276-de9da7a1b8a6" providerId="ADAL" clId="{5530228B-0BD8-451E-BAD1-66B9143C59C5}" dt="2026-08-04T07:21:40.698" v="1499" actId="255"/>
          <ac:spMkLst>
            <pc:docMk/>
            <pc:sldMk cId="1806368867" sldId="2147482528"/>
            <ac:spMk id="26" creationId="{39D73D2C-60F0-3C2D-73A7-B5813DF244E3}"/>
          </ac:spMkLst>
        </pc:spChg>
        <pc:spChg chg="mod">
          <ac:chgData name="Hendriks, Rob" userId="c1397476-51d7-416b-9276-de9da7a1b8a6" providerId="ADAL" clId="{5530228B-0BD8-451E-BAD1-66B9143C59C5}" dt="2026-08-04T07:21:40.698" v="1499" actId="255"/>
          <ac:spMkLst>
            <pc:docMk/>
            <pc:sldMk cId="1806368867" sldId="2147482528"/>
            <ac:spMk id="27" creationId="{9C9CD67A-A371-D10E-8B34-F3DFF43DD652}"/>
          </ac:spMkLst>
        </pc:spChg>
        <pc:spChg chg="mod">
          <ac:chgData name="Hendriks, Rob" userId="c1397476-51d7-416b-9276-de9da7a1b8a6" providerId="ADAL" clId="{5530228B-0BD8-451E-BAD1-66B9143C59C5}" dt="2026-08-04T07:21:40.698" v="1499" actId="255"/>
          <ac:spMkLst>
            <pc:docMk/>
            <pc:sldMk cId="1806368867" sldId="2147482528"/>
            <ac:spMk id="28" creationId="{86D03F12-B69D-BE76-2A0F-ECE715FDA984}"/>
          </ac:spMkLst>
        </pc:spChg>
        <pc:spChg chg="mod">
          <ac:chgData name="Hendriks, Rob" userId="c1397476-51d7-416b-9276-de9da7a1b8a6" providerId="ADAL" clId="{5530228B-0BD8-451E-BAD1-66B9143C59C5}" dt="2026-08-04T07:23:41.063" v="1523" actId="552"/>
          <ac:spMkLst>
            <pc:docMk/>
            <pc:sldMk cId="1806368867" sldId="2147482528"/>
            <ac:spMk id="29" creationId="{64B04867-0FB2-8CF7-0887-631561DCC284}"/>
          </ac:spMkLst>
        </pc:spChg>
        <pc:spChg chg="mod">
          <ac:chgData name="Hendriks, Rob" userId="c1397476-51d7-416b-9276-de9da7a1b8a6" providerId="ADAL" clId="{5530228B-0BD8-451E-BAD1-66B9143C59C5}" dt="2026-08-04T07:23:41.063" v="1523" actId="552"/>
          <ac:spMkLst>
            <pc:docMk/>
            <pc:sldMk cId="1806368867" sldId="2147482528"/>
            <ac:spMk id="30" creationId="{E2C08D37-2DEF-3B4F-A121-AC1DF325625D}"/>
          </ac:spMkLst>
        </pc:spChg>
        <pc:spChg chg="mod">
          <ac:chgData name="Hendriks, Rob" userId="c1397476-51d7-416b-9276-de9da7a1b8a6" providerId="ADAL" clId="{5530228B-0BD8-451E-BAD1-66B9143C59C5}" dt="2026-08-04T07:23:41.063" v="1523" actId="552"/>
          <ac:spMkLst>
            <pc:docMk/>
            <pc:sldMk cId="1806368867" sldId="2147482528"/>
            <ac:spMk id="31" creationId="{9F6FBC71-7BBD-6C0D-CA61-4E5335DA235C}"/>
          </ac:spMkLst>
        </pc:spChg>
        <pc:spChg chg="mod">
          <ac:chgData name="Hendriks, Rob" userId="c1397476-51d7-416b-9276-de9da7a1b8a6" providerId="ADAL" clId="{5530228B-0BD8-451E-BAD1-66B9143C59C5}" dt="2026-08-04T07:23:41.063" v="1523" actId="552"/>
          <ac:spMkLst>
            <pc:docMk/>
            <pc:sldMk cId="1806368867" sldId="2147482528"/>
            <ac:spMk id="32" creationId="{1F823A13-DFA8-C1FC-26B2-21AB1E18C63E}"/>
          </ac:spMkLst>
        </pc:spChg>
        <pc:spChg chg="mod">
          <ac:chgData name="Hendriks, Rob" userId="c1397476-51d7-416b-9276-de9da7a1b8a6" providerId="ADAL" clId="{5530228B-0BD8-451E-BAD1-66B9143C59C5}" dt="2026-08-04T07:23:41.063" v="1523" actId="552"/>
          <ac:spMkLst>
            <pc:docMk/>
            <pc:sldMk cId="1806368867" sldId="2147482528"/>
            <ac:spMk id="33" creationId="{AC963CBD-DD51-21EB-FA24-6F007E03F6D8}"/>
          </ac:spMkLst>
        </pc:spChg>
        <pc:spChg chg="mod">
          <ac:chgData name="Hendriks, Rob" userId="c1397476-51d7-416b-9276-de9da7a1b8a6" providerId="ADAL" clId="{5530228B-0BD8-451E-BAD1-66B9143C59C5}" dt="2026-08-04T07:21:29.473" v="1498" actId="255"/>
          <ac:spMkLst>
            <pc:docMk/>
            <pc:sldMk cId="1806368867" sldId="2147482528"/>
            <ac:spMk id="34" creationId="{FEE8F5FA-3363-36C3-565A-5AF5D9E8D67B}"/>
          </ac:spMkLst>
        </pc:spChg>
        <pc:graphicFrameChg chg="modGraphic">
          <ac:chgData name="Hendriks, Rob" userId="c1397476-51d7-416b-9276-de9da7a1b8a6" providerId="ADAL" clId="{5530228B-0BD8-451E-BAD1-66B9143C59C5}" dt="2026-08-04T07:21:56.962" v="1500" actId="255"/>
          <ac:graphicFrameMkLst>
            <pc:docMk/>
            <pc:sldMk cId="1806368867" sldId="2147482528"/>
            <ac:graphicFrameMk id="6" creationId="{30D5725C-AF3C-CADB-DD75-5AF231C295C6}"/>
          </ac:graphicFrameMkLst>
        </pc:graphicFrameChg>
        <pc:graphicFrameChg chg="modGraphic">
          <ac:chgData name="Hendriks, Rob" userId="c1397476-51d7-416b-9276-de9da7a1b8a6" providerId="ADAL" clId="{5530228B-0BD8-451E-BAD1-66B9143C59C5}" dt="2026-08-04T07:22:19.188" v="1505" actId="255"/>
          <ac:graphicFrameMkLst>
            <pc:docMk/>
            <pc:sldMk cId="1806368867" sldId="2147482528"/>
            <ac:graphicFrameMk id="7" creationId="{77553F66-F712-D730-A86D-13CA0D9E77C3}"/>
          </ac:graphicFrameMkLst>
        </pc:graphicFrameChg>
        <pc:graphicFrameChg chg="modGraphic">
          <ac:chgData name="Hendriks, Rob" userId="c1397476-51d7-416b-9276-de9da7a1b8a6" providerId="ADAL" clId="{5530228B-0BD8-451E-BAD1-66B9143C59C5}" dt="2026-08-04T07:22:01.956" v="1501" actId="255"/>
          <ac:graphicFrameMkLst>
            <pc:docMk/>
            <pc:sldMk cId="1806368867" sldId="2147482528"/>
            <ac:graphicFrameMk id="8" creationId="{D541F4CE-B0FC-EE3A-C36A-FEE97B10335B}"/>
          </ac:graphicFrameMkLst>
        </pc:graphicFrameChg>
        <pc:graphicFrameChg chg="modGraphic">
          <ac:chgData name="Hendriks, Rob" userId="c1397476-51d7-416b-9276-de9da7a1b8a6" providerId="ADAL" clId="{5530228B-0BD8-451E-BAD1-66B9143C59C5}" dt="2026-08-04T07:22:14.216" v="1504" actId="255"/>
          <ac:graphicFrameMkLst>
            <pc:docMk/>
            <pc:sldMk cId="1806368867" sldId="2147482528"/>
            <ac:graphicFrameMk id="9" creationId="{386C95D9-9A54-896D-1153-EE91C1DA37CE}"/>
          </ac:graphicFrameMkLst>
        </pc:graphicFrameChg>
        <pc:graphicFrameChg chg="modGraphic">
          <ac:chgData name="Hendriks, Rob" userId="c1397476-51d7-416b-9276-de9da7a1b8a6" providerId="ADAL" clId="{5530228B-0BD8-451E-BAD1-66B9143C59C5}" dt="2026-08-04T07:22:05.508" v="1502" actId="255"/>
          <ac:graphicFrameMkLst>
            <pc:docMk/>
            <pc:sldMk cId="1806368867" sldId="2147482528"/>
            <ac:graphicFrameMk id="10" creationId="{F4D43140-03E0-7BCF-A105-7B6B63233731}"/>
          </ac:graphicFrameMkLst>
        </pc:graphicFrameChg>
        <pc:graphicFrameChg chg="modGraphic">
          <ac:chgData name="Hendriks, Rob" userId="c1397476-51d7-416b-9276-de9da7a1b8a6" providerId="ADAL" clId="{5530228B-0BD8-451E-BAD1-66B9143C59C5}" dt="2026-08-04T07:22:23.551" v="1506" actId="255"/>
          <ac:graphicFrameMkLst>
            <pc:docMk/>
            <pc:sldMk cId="1806368867" sldId="2147482528"/>
            <ac:graphicFrameMk id="11" creationId="{A5D439D6-FA43-AEFE-04EC-54F0ADF60885}"/>
          </ac:graphicFrameMkLst>
        </pc:graphicFrameChg>
        <pc:graphicFrameChg chg="modGraphic">
          <ac:chgData name="Hendriks, Rob" userId="c1397476-51d7-416b-9276-de9da7a1b8a6" providerId="ADAL" clId="{5530228B-0BD8-451E-BAD1-66B9143C59C5}" dt="2026-08-04T07:22:08.513" v="1503" actId="255"/>
          <ac:graphicFrameMkLst>
            <pc:docMk/>
            <pc:sldMk cId="1806368867" sldId="2147482528"/>
            <ac:graphicFrameMk id="12" creationId="{EDC4EE39-0FDD-A3B6-2DAE-C73E3BACA303}"/>
          </ac:graphicFrameMkLst>
        </pc:graphicFrameChg>
        <pc:graphicFrameChg chg="modGraphic">
          <ac:chgData name="Hendriks, Rob" userId="c1397476-51d7-416b-9276-de9da7a1b8a6" providerId="ADAL" clId="{5530228B-0BD8-451E-BAD1-66B9143C59C5}" dt="2026-08-04T07:22:27.802" v="1507" actId="255"/>
          <ac:graphicFrameMkLst>
            <pc:docMk/>
            <pc:sldMk cId="1806368867" sldId="2147482528"/>
            <ac:graphicFrameMk id="13" creationId="{15D50BD2-C803-3008-5987-41E3DA6E8B4B}"/>
          </ac:graphicFrameMkLst>
        </pc:graphicFrameChg>
        <pc:graphicFrameChg chg="modGraphic">
          <ac:chgData name="Hendriks, Rob" userId="c1397476-51d7-416b-9276-de9da7a1b8a6" providerId="ADAL" clId="{5530228B-0BD8-451E-BAD1-66B9143C59C5}" dt="2026-08-04T07:22:35.028" v="1509" actId="255"/>
          <ac:graphicFrameMkLst>
            <pc:docMk/>
            <pc:sldMk cId="1806368867" sldId="2147482528"/>
            <ac:graphicFrameMk id="14" creationId="{4E999BCE-9937-96A4-AF88-60E52BEA3087}"/>
          </ac:graphicFrameMkLst>
        </pc:graphicFrameChg>
        <pc:graphicFrameChg chg="modGraphic">
          <ac:chgData name="Hendriks, Rob" userId="c1397476-51d7-416b-9276-de9da7a1b8a6" providerId="ADAL" clId="{5530228B-0BD8-451E-BAD1-66B9143C59C5}" dt="2026-08-04T07:22:42.769" v="1511" actId="255"/>
          <ac:graphicFrameMkLst>
            <pc:docMk/>
            <pc:sldMk cId="1806368867" sldId="2147482528"/>
            <ac:graphicFrameMk id="15" creationId="{A8EC1DE2-04BF-06BD-F9FB-47BE4B406052}"/>
          </ac:graphicFrameMkLst>
        </pc:graphicFrameChg>
        <pc:graphicFrameChg chg="modGraphic">
          <ac:chgData name="Hendriks, Rob" userId="c1397476-51d7-416b-9276-de9da7a1b8a6" providerId="ADAL" clId="{5530228B-0BD8-451E-BAD1-66B9143C59C5}" dt="2026-08-04T07:22:39.435" v="1510" actId="255"/>
          <ac:graphicFrameMkLst>
            <pc:docMk/>
            <pc:sldMk cId="1806368867" sldId="2147482528"/>
            <ac:graphicFrameMk id="16" creationId="{1A8A7333-9DEC-2AA3-B8CB-5C13B5E05834}"/>
          </ac:graphicFrameMkLst>
        </pc:graphicFrameChg>
        <pc:graphicFrameChg chg="modGraphic">
          <ac:chgData name="Hendriks, Rob" userId="c1397476-51d7-416b-9276-de9da7a1b8a6" providerId="ADAL" clId="{5530228B-0BD8-451E-BAD1-66B9143C59C5}" dt="2026-08-04T07:23:03.769" v="1517" actId="255"/>
          <ac:graphicFrameMkLst>
            <pc:docMk/>
            <pc:sldMk cId="1806368867" sldId="2147482528"/>
            <ac:graphicFrameMk id="17" creationId="{139E9FEB-5999-2BC7-1275-067B5D442414}"/>
          </ac:graphicFrameMkLst>
        </pc:graphicFrameChg>
        <pc:graphicFrameChg chg="modGraphic">
          <ac:chgData name="Hendriks, Rob" userId="c1397476-51d7-416b-9276-de9da7a1b8a6" providerId="ADAL" clId="{5530228B-0BD8-451E-BAD1-66B9143C59C5}" dt="2026-08-04T07:22:46.096" v="1512" actId="255"/>
          <ac:graphicFrameMkLst>
            <pc:docMk/>
            <pc:sldMk cId="1806368867" sldId="2147482528"/>
            <ac:graphicFrameMk id="18" creationId="{EFA3D599-C5F5-0A68-1B52-6585463FE95E}"/>
          </ac:graphicFrameMkLst>
        </pc:graphicFrameChg>
        <pc:graphicFrameChg chg="modGraphic">
          <ac:chgData name="Hendriks, Rob" userId="c1397476-51d7-416b-9276-de9da7a1b8a6" providerId="ADAL" clId="{5530228B-0BD8-451E-BAD1-66B9143C59C5}" dt="2026-08-04T07:23:08.424" v="1518" actId="255"/>
          <ac:graphicFrameMkLst>
            <pc:docMk/>
            <pc:sldMk cId="1806368867" sldId="2147482528"/>
            <ac:graphicFrameMk id="19" creationId="{45904872-B182-A3DB-E7FE-5F2C7F5D8A43}"/>
          </ac:graphicFrameMkLst>
        </pc:graphicFrameChg>
        <pc:graphicFrameChg chg="modGraphic">
          <ac:chgData name="Hendriks, Rob" userId="c1397476-51d7-416b-9276-de9da7a1b8a6" providerId="ADAL" clId="{5530228B-0BD8-451E-BAD1-66B9143C59C5}" dt="2026-08-04T07:22:52.228" v="1514" actId="255"/>
          <ac:graphicFrameMkLst>
            <pc:docMk/>
            <pc:sldMk cId="1806368867" sldId="2147482528"/>
            <ac:graphicFrameMk id="20" creationId="{DF0FBCFD-BAD3-FB9D-26EF-BDBAEF088C3D}"/>
          </ac:graphicFrameMkLst>
        </pc:graphicFrameChg>
        <pc:graphicFrameChg chg="modGraphic">
          <ac:chgData name="Hendriks, Rob" userId="c1397476-51d7-416b-9276-de9da7a1b8a6" providerId="ADAL" clId="{5530228B-0BD8-451E-BAD1-66B9143C59C5}" dt="2026-08-04T07:22:56.259" v="1515" actId="255"/>
          <ac:graphicFrameMkLst>
            <pc:docMk/>
            <pc:sldMk cId="1806368867" sldId="2147482528"/>
            <ac:graphicFrameMk id="21" creationId="{2B199C55-B234-A74E-90C8-8348C1A2D82D}"/>
          </ac:graphicFrameMkLst>
        </pc:graphicFrameChg>
      </pc:sldChg>
      <pc:sldChg chg="addSp delSp modSp mod">
        <pc:chgData name="Hendriks, Rob" userId="c1397476-51d7-416b-9276-de9da7a1b8a6" providerId="ADAL" clId="{5530228B-0BD8-451E-BAD1-66B9143C59C5}" dt="2026-08-04T07:25:01.335" v="1543" actId="1076"/>
        <pc:sldMkLst>
          <pc:docMk/>
          <pc:sldMk cId="3691168632" sldId="2147482534"/>
        </pc:sldMkLst>
        <pc:spChg chg="mod">
          <ac:chgData name="Hendriks, Rob" userId="c1397476-51d7-416b-9276-de9da7a1b8a6" providerId="ADAL" clId="{5530228B-0BD8-451E-BAD1-66B9143C59C5}" dt="2026-08-02T10:55:31.482" v="891"/>
          <ac:spMkLst>
            <pc:docMk/>
            <pc:sldMk cId="3691168632" sldId="2147482534"/>
            <ac:spMk id="4" creationId="{5C18A7BF-AFD1-D6D2-7F81-C578DA6840D5}"/>
          </ac:spMkLst>
        </pc:spChg>
        <pc:spChg chg="mod">
          <ac:chgData name="Hendriks, Rob" userId="c1397476-51d7-416b-9276-de9da7a1b8a6" providerId="ADAL" clId="{5530228B-0BD8-451E-BAD1-66B9143C59C5}" dt="2026-08-02T10:55:31.482" v="891"/>
          <ac:spMkLst>
            <pc:docMk/>
            <pc:sldMk cId="3691168632" sldId="2147482534"/>
            <ac:spMk id="5" creationId="{E6F40999-C5D3-D68F-18BD-20B9066F8F98}"/>
          </ac:spMkLst>
        </pc:spChg>
        <pc:spChg chg="mod">
          <ac:chgData name="Hendriks, Rob" userId="c1397476-51d7-416b-9276-de9da7a1b8a6" providerId="ADAL" clId="{5530228B-0BD8-451E-BAD1-66B9143C59C5}" dt="2026-08-04T07:24:44.682" v="1524" actId="20577"/>
          <ac:spMkLst>
            <pc:docMk/>
            <pc:sldMk cId="3691168632" sldId="2147482534"/>
            <ac:spMk id="7" creationId="{6314B039-DCE1-2953-DB5F-F1AA246E1AB0}"/>
          </ac:spMkLst>
        </pc:spChg>
        <pc:spChg chg="mod">
          <ac:chgData name="Hendriks, Rob" userId="c1397476-51d7-416b-9276-de9da7a1b8a6" providerId="ADAL" clId="{5530228B-0BD8-451E-BAD1-66B9143C59C5}" dt="2026-08-04T07:24:54.902" v="1542" actId="20577"/>
          <ac:spMkLst>
            <pc:docMk/>
            <pc:sldMk cId="3691168632" sldId="2147482534"/>
            <ac:spMk id="8" creationId="{81DFF3BA-4147-238F-F164-46D3278786F4}"/>
          </ac:spMkLst>
        </pc:spChg>
        <pc:spChg chg="add">
          <ac:chgData name="Hendriks, Rob" userId="c1397476-51d7-416b-9276-de9da7a1b8a6" providerId="ADAL" clId="{5530228B-0BD8-451E-BAD1-66B9143C59C5}" dt="2026-08-02T10:56:29.042" v="918" actId="22"/>
          <ac:spMkLst>
            <pc:docMk/>
            <pc:sldMk cId="3691168632" sldId="2147482534"/>
            <ac:spMk id="12" creationId="{FDE758C5-3C44-435D-91F7-4C96B38033A8}"/>
          </ac:spMkLst>
        </pc:spChg>
        <pc:spChg chg="add mod">
          <ac:chgData name="Hendriks, Rob" userId="c1397476-51d7-416b-9276-de9da7a1b8a6" providerId="ADAL" clId="{5530228B-0BD8-451E-BAD1-66B9143C59C5}" dt="2026-08-02T10:56:53.678" v="922" actId="14100"/>
          <ac:spMkLst>
            <pc:docMk/>
            <pc:sldMk cId="3691168632" sldId="2147482534"/>
            <ac:spMk id="13" creationId="{8F4D905D-ABD4-C08B-BC71-6DB4F623CBEF}"/>
          </ac:spMkLst>
        </pc:spChg>
        <pc:spChg chg="add mod">
          <ac:chgData name="Hendriks, Rob" userId="c1397476-51d7-416b-9276-de9da7a1b8a6" providerId="ADAL" clId="{5530228B-0BD8-451E-BAD1-66B9143C59C5}" dt="2026-08-02T10:59:26.001" v="941" actId="1076"/>
          <ac:spMkLst>
            <pc:docMk/>
            <pc:sldMk cId="3691168632" sldId="2147482534"/>
            <ac:spMk id="14" creationId="{9FB35A0F-BB3C-4E83-4AFE-2EAFF7B89E60}"/>
          </ac:spMkLst>
        </pc:spChg>
        <pc:spChg chg="mod">
          <ac:chgData name="Hendriks, Rob" userId="c1397476-51d7-416b-9276-de9da7a1b8a6" providerId="ADAL" clId="{5530228B-0BD8-451E-BAD1-66B9143C59C5}" dt="2026-08-02T07:11:16.984" v="391" actId="20577"/>
          <ac:spMkLst>
            <pc:docMk/>
            <pc:sldMk cId="3691168632" sldId="2147482534"/>
            <ac:spMk id="76" creationId="{E627A3AA-32AB-060B-2506-58467B23A718}"/>
          </ac:spMkLst>
        </pc:spChg>
        <pc:spChg chg="mod">
          <ac:chgData name="Hendriks, Rob" userId="c1397476-51d7-416b-9276-de9da7a1b8a6" providerId="ADAL" clId="{5530228B-0BD8-451E-BAD1-66B9143C59C5}" dt="2026-08-02T10:56:53.678" v="922" actId="14100"/>
          <ac:spMkLst>
            <pc:docMk/>
            <pc:sldMk cId="3691168632" sldId="2147482534"/>
            <ac:spMk id="99" creationId="{02A20BC5-2EC5-146E-AE1B-6751CD2915FA}"/>
          </ac:spMkLst>
        </pc:spChg>
        <pc:spChg chg="mod">
          <ac:chgData name="Hendriks, Rob" userId="c1397476-51d7-416b-9276-de9da7a1b8a6" providerId="ADAL" clId="{5530228B-0BD8-451E-BAD1-66B9143C59C5}" dt="2026-08-02T10:56:53.678" v="922" actId="14100"/>
          <ac:spMkLst>
            <pc:docMk/>
            <pc:sldMk cId="3691168632" sldId="2147482534"/>
            <ac:spMk id="101" creationId="{F0FBE0FF-4768-3DD0-57C6-57230594F1C6}"/>
          </ac:spMkLst>
        </pc:spChg>
        <pc:spChg chg="mod topLvl">
          <ac:chgData name="Hendriks, Rob" userId="c1397476-51d7-416b-9276-de9da7a1b8a6" providerId="ADAL" clId="{5530228B-0BD8-451E-BAD1-66B9143C59C5}" dt="2026-08-02T10:57:02.409" v="925" actId="1076"/>
          <ac:spMkLst>
            <pc:docMk/>
            <pc:sldMk cId="3691168632" sldId="2147482534"/>
            <ac:spMk id="107" creationId="{2525E7B7-0E9D-088C-6C34-CE2F3FF2981E}"/>
          </ac:spMkLst>
        </pc:spChg>
        <pc:spChg chg="mod">
          <ac:chgData name="Hendriks, Rob" userId="c1397476-51d7-416b-9276-de9da7a1b8a6" providerId="ADAL" clId="{5530228B-0BD8-451E-BAD1-66B9143C59C5}" dt="2026-08-02T06:52:08.694" v="113" actId="1036"/>
          <ac:spMkLst>
            <pc:docMk/>
            <pc:sldMk cId="3691168632" sldId="2147482534"/>
            <ac:spMk id="109" creationId="{E6E0ECA2-3CC3-7F24-04E4-DC40BF352C7D}"/>
          </ac:spMkLst>
        </pc:spChg>
        <pc:spChg chg="mod">
          <ac:chgData name="Hendriks, Rob" userId="c1397476-51d7-416b-9276-de9da7a1b8a6" providerId="ADAL" clId="{5530228B-0BD8-451E-BAD1-66B9143C59C5}" dt="2026-07-30T14:28:37.860" v="3" actId="313"/>
          <ac:spMkLst>
            <pc:docMk/>
            <pc:sldMk cId="3691168632" sldId="2147482534"/>
            <ac:spMk id="111" creationId="{D4599F5E-E2BE-7A99-2F15-CA7739F04955}"/>
          </ac:spMkLst>
        </pc:spChg>
        <pc:spChg chg="mod topLvl">
          <ac:chgData name="Hendriks, Rob" userId="c1397476-51d7-416b-9276-de9da7a1b8a6" providerId="ADAL" clId="{5530228B-0BD8-451E-BAD1-66B9143C59C5}" dt="2026-08-02T10:56:53.678" v="922" actId="14100"/>
          <ac:spMkLst>
            <pc:docMk/>
            <pc:sldMk cId="3691168632" sldId="2147482534"/>
            <ac:spMk id="113" creationId="{8C71BCA7-7311-AD50-3AC8-3F0BA9AF4E53}"/>
          </ac:spMkLst>
        </pc:spChg>
        <pc:spChg chg="mod">
          <ac:chgData name="Hendriks, Rob" userId="c1397476-51d7-416b-9276-de9da7a1b8a6" providerId="ADAL" clId="{5530228B-0BD8-451E-BAD1-66B9143C59C5}" dt="2026-08-02T10:55:44.428" v="899" actId="1076"/>
          <ac:spMkLst>
            <pc:docMk/>
            <pc:sldMk cId="3691168632" sldId="2147482534"/>
            <ac:spMk id="139" creationId="{14D36EE3-C574-A993-3146-C369F4FE370B}"/>
          </ac:spMkLst>
        </pc:spChg>
        <pc:grpChg chg="add mod">
          <ac:chgData name="Hendriks, Rob" userId="c1397476-51d7-416b-9276-de9da7a1b8a6" providerId="ADAL" clId="{5530228B-0BD8-451E-BAD1-66B9143C59C5}" dt="2026-08-04T07:25:01.335" v="1543" actId="1076"/>
          <ac:grpSpMkLst>
            <pc:docMk/>
            <pc:sldMk cId="3691168632" sldId="2147482534"/>
            <ac:grpSpMk id="2" creationId="{DEAE7ADE-51A5-43D4-E467-4D346686C039}"/>
          </ac:grpSpMkLst>
        </pc:grpChg>
        <pc:picChg chg="add mod">
          <ac:chgData name="Hendriks, Rob" userId="c1397476-51d7-416b-9276-de9da7a1b8a6" providerId="ADAL" clId="{5530228B-0BD8-451E-BAD1-66B9143C59C5}" dt="2026-08-02T10:59:37.132" v="942" actId="14100"/>
          <ac:picMkLst>
            <pc:docMk/>
            <pc:sldMk cId="3691168632" sldId="2147482534"/>
            <ac:picMk id="16" creationId="{A60ECA76-256A-BFF1-B846-0BC624E80711}"/>
          </ac:picMkLst>
        </pc:picChg>
      </pc:sldChg>
      <pc:sldChg chg="addSp delSp modSp add mod">
        <pc:chgData name="Hendriks, Rob" userId="c1397476-51d7-416b-9276-de9da7a1b8a6" providerId="ADAL" clId="{5530228B-0BD8-451E-BAD1-66B9143C59C5}" dt="2026-08-02T11:14:06.757" v="1337" actId="20577"/>
        <pc:sldMkLst>
          <pc:docMk/>
          <pc:sldMk cId="3837043097" sldId="2147482535"/>
        </pc:sldMkLst>
        <pc:spChg chg="add mod">
          <ac:chgData name="Hendriks, Rob" userId="c1397476-51d7-416b-9276-de9da7a1b8a6" providerId="ADAL" clId="{5530228B-0BD8-451E-BAD1-66B9143C59C5}" dt="2026-08-02T11:14:06.757" v="1337" actId="20577"/>
          <ac:spMkLst>
            <pc:docMk/>
            <pc:sldMk cId="3837043097" sldId="2147482535"/>
            <ac:spMk id="3" creationId="{7F225BA1-CB0B-5DAC-DE6C-C640A59E708C}"/>
          </ac:spMkLst>
        </pc:spChg>
        <pc:spChg chg="add mod">
          <ac:chgData name="Hendriks, Rob" userId="c1397476-51d7-416b-9276-de9da7a1b8a6" providerId="ADAL" clId="{5530228B-0BD8-451E-BAD1-66B9143C59C5}" dt="2026-08-02T11:14:03.112" v="1335" actId="20577"/>
          <ac:spMkLst>
            <pc:docMk/>
            <pc:sldMk cId="3837043097" sldId="2147482535"/>
            <ac:spMk id="12" creationId="{ADA43B60-E066-95F4-01BE-342AF1F4B4EF}"/>
          </ac:spMkLst>
        </pc:spChg>
        <pc:spChg chg="mod">
          <ac:chgData name="Hendriks, Rob" userId="c1397476-51d7-416b-9276-de9da7a1b8a6" providerId="ADAL" clId="{5530228B-0BD8-451E-BAD1-66B9143C59C5}" dt="2026-08-02T07:05:16.510" v="320" actId="255"/>
          <ac:spMkLst>
            <pc:docMk/>
            <pc:sldMk cId="3837043097" sldId="2147482535"/>
            <ac:spMk id="13" creationId="{0153D879-526F-45BF-F022-742A28908DA4}"/>
          </ac:spMkLst>
        </pc:spChg>
        <pc:spChg chg="add mod">
          <ac:chgData name="Hendriks, Rob" userId="c1397476-51d7-416b-9276-de9da7a1b8a6" providerId="ADAL" clId="{5530228B-0BD8-451E-BAD1-66B9143C59C5}" dt="2026-08-02T11:04:49.335" v="1018" actId="20577"/>
          <ac:spMkLst>
            <pc:docMk/>
            <pc:sldMk cId="3837043097" sldId="2147482535"/>
            <ac:spMk id="30" creationId="{AA2BDE08-FAA9-E384-A1C6-018E96D1EF75}"/>
          </ac:spMkLst>
        </pc:spChg>
        <pc:spChg chg="mod">
          <ac:chgData name="Hendriks, Rob" userId="c1397476-51d7-416b-9276-de9da7a1b8a6" providerId="ADAL" clId="{5530228B-0BD8-451E-BAD1-66B9143C59C5}" dt="2026-08-02T10:49:29.710" v="878" actId="20577"/>
          <ac:spMkLst>
            <pc:docMk/>
            <pc:sldMk cId="3837043097" sldId="2147482535"/>
            <ac:spMk id="76" creationId="{50A8628F-6F59-41C9-2E7F-7F590D8461EB}"/>
          </ac:spMkLst>
        </pc:spChg>
        <pc:spChg chg="mod">
          <ac:chgData name="Hendriks, Rob" userId="c1397476-51d7-416b-9276-de9da7a1b8a6" providerId="ADAL" clId="{5530228B-0BD8-451E-BAD1-66B9143C59C5}" dt="2026-08-02T07:10:53.755" v="383" actId="554"/>
          <ac:spMkLst>
            <pc:docMk/>
            <pc:sldMk cId="3837043097" sldId="2147482535"/>
            <ac:spMk id="99" creationId="{D8A43ABA-D91B-F25B-6C89-F71F83E7EA34}"/>
          </ac:spMkLst>
        </pc:spChg>
        <pc:spChg chg="mod">
          <ac:chgData name="Hendriks, Rob" userId="c1397476-51d7-416b-9276-de9da7a1b8a6" providerId="ADAL" clId="{5530228B-0BD8-451E-BAD1-66B9143C59C5}" dt="2026-08-02T07:10:53.755" v="383" actId="554"/>
          <ac:spMkLst>
            <pc:docMk/>
            <pc:sldMk cId="3837043097" sldId="2147482535"/>
            <ac:spMk id="105" creationId="{109F09C5-8BEC-8FB0-ED2E-9BB145BF7132}"/>
          </ac:spMkLst>
        </pc:spChg>
        <pc:spChg chg="mod">
          <ac:chgData name="Hendriks, Rob" userId="c1397476-51d7-416b-9276-de9da7a1b8a6" providerId="ADAL" clId="{5530228B-0BD8-451E-BAD1-66B9143C59C5}" dt="2026-08-02T07:10:53.755" v="383" actId="554"/>
          <ac:spMkLst>
            <pc:docMk/>
            <pc:sldMk cId="3837043097" sldId="2147482535"/>
            <ac:spMk id="109" creationId="{2A1CD2A9-BE61-7223-4763-AE931D2EE547}"/>
          </ac:spMkLst>
        </pc:spChg>
        <pc:spChg chg="mod">
          <ac:chgData name="Hendriks, Rob" userId="c1397476-51d7-416b-9276-de9da7a1b8a6" providerId="ADAL" clId="{5530228B-0BD8-451E-BAD1-66B9143C59C5}" dt="2026-08-02T07:10:53.755" v="383" actId="554"/>
          <ac:spMkLst>
            <pc:docMk/>
            <pc:sldMk cId="3837043097" sldId="2147482535"/>
            <ac:spMk id="113" creationId="{98525F3C-311B-7C2C-878D-A4D3993D8EF2}"/>
          </ac:spMkLst>
        </pc:spChg>
        <pc:spChg chg="mod">
          <ac:chgData name="Hendriks, Rob" userId="c1397476-51d7-416b-9276-de9da7a1b8a6" providerId="ADAL" clId="{5530228B-0BD8-451E-BAD1-66B9143C59C5}" dt="2026-08-02T07:06:16.108" v="339" actId="1076"/>
          <ac:spMkLst>
            <pc:docMk/>
            <pc:sldMk cId="3837043097" sldId="2147482535"/>
            <ac:spMk id="133" creationId="{9D0C92E9-F04E-23C9-18D4-CAC4AFB4BC73}"/>
          </ac:spMkLst>
        </pc:spChg>
        <pc:spChg chg="mod">
          <ac:chgData name="Hendriks, Rob" userId="c1397476-51d7-416b-9276-de9da7a1b8a6" providerId="ADAL" clId="{5530228B-0BD8-451E-BAD1-66B9143C59C5}" dt="2026-08-02T07:10:24.549" v="374" actId="14100"/>
          <ac:spMkLst>
            <pc:docMk/>
            <pc:sldMk cId="3837043097" sldId="2147482535"/>
            <ac:spMk id="135" creationId="{0FFC19C4-66D5-5EDA-A3A8-7D900E175DE7}"/>
          </ac:spMkLst>
        </pc:spChg>
        <pc:spChg chg="mod">
          <ac:chgData name="Hendriks, Rob" userId="c1397476-51d7-416b-9276-de9da7a1b8a6" providerId="ADAL" clId="{5530228B-0BD8-451E-BAD1-66B9143C59C5}" dt="2026-08-02T10:50:40.712" v="890" actId="1076"/>
          <ac:spMkLst>
            <pc:docMk/>
            <pc:sldMk cId="3837043097" sldId="2147482535"/>
            <ac:spMk id="139" creationId="{64BDE7A4-7119-6A87-9031-3630A6F73634}"/>
          </ac:spMkLst>
        </pc:spChg>
        <pc:picChg chg="add mod ord modCrop">
          <ac:chgData name="Hendriks, Rob" userId="c1397476-51d7-416b-9276-de9da7a1b8a6" providerId="ADAL" clId="{5530228B-0BD8-451E-BAD1-66B9143C59C5}" dt="2026-08-02T11:01:52.933" v="973" actId="167"/>
          <ac:picMkLst>
            <pc:docMk/>
            <pc:sldMk cId="3837043097" sldId="2147482535"/>
            <ac:picMk id="9" creationId="{E827F377-4598-4650-930F-F752C2DC980D}"/>
          </ac:picMkLst>
        </pc:picChg>
        <pc:cxnChg chg="add mod">
          <ac:chgData name="Hendriks, Rob" userId="c1397476-51d7-416b-9276-de9da7a1b8a6" providerId="ADAL" clId="{5530228B-0BD8-451E-BAD1-66B9143C59C5}" dt="2026-08-02T07:10:35.331" v="376" actId="554"/>
          <ac:cxnSpMkLst>
            <pc:docMk/>
            <pc:sldMk cId="3837043097" sldId="2147482535"/>
            <ac:cxnSpMk id="7" creationId="{449627D4-3D94-D68F-F365-1FA544F6811E}"/>
          </ac:cxnSpMkLst>
        </pc:cxnChg>
        <pc:cxnChg chg="add mod">
          <ac:chgData name="Hendriks, Rob" userId="c1397476-51d7-416b-9276-de9da7a1b8a6" providerId="ADAL" clId="{5530228B-0BD8-451E-BAD1-66B9143C59C5}" dt="2026-08-02T07:15:47.682" v="401" actId="1076"/>
          <ac:cxnSpMkLst>
            <pc:docMk/>
            <pc:sldMk cId="3837043097" sldId="2147482535"/>
            <ac:cxnSpMk id="15" creationId="{9EA2F628-BE06-A3F7-9E91-7AEAEBF40F74}"/>
          </ac:cxnSpMkLst>
        </pc:cxnChg>
        <pc:cxnChg chg="add mod">
          <ac:chgData name="Hendriks, Rob" userId="c1397476-51d7-416b-9276-de9da7a1b8a6" providerId="ADAL" clId="{5530228B-0BD8-451E-BAD1-66B9143C59C5}" dt="2026-08-02T11:01:42.558" v="972" actId="1076"/>
          <ac:cxnSpMkLst>
            <pc:docMk/>
            <pc:sldMk cId="3837043097" sldId="2147482535"/>
            <ac:cxnSpMk id="16" creationId="{EBE9163A-7640-40DC-C025-5CC8CAAB58CA}"/>
          </ac:cxnSpMkLst>
        </pc:cxnChg>
        <pc:cxnChg chg="add mod">
          <ac:chgData name="Hendriks, Rob" userId="c1397476-51d7-416b-9276-de9da7a1b8a6" providerId="ADAL" clId="{5530228B-0BD8-451E-BAD1-66B9143C59C5}" dt="2026-08-02T11:00:35.542" v="959" actId="14100"/>
          <ac:cxnSpMkLst>
            <pc:docMk/>
            <pc:sldMk cId="3837043097" sldId="2147482535"/>
            <ac:cxnSpMk id="20" creationId="{A4AB0252-25D4-391B-6271-86F5835B9091}"/>
          </ac:cxnSpMkLst>
        </pc:cxnChg>
        <pc:cxnChg chg="add mod">
          <ac:chgData name="Hendriks, Rob" userId="c1397476-51d7-416b-9276-de9da7a1b8a6" providerId="ADAL" clId="{5530228B-0BD8-451E-BAD1-66B9143C59C5}" dt="2026-08-02T07:16:08.768" v="406" actId="1076"/>
          <ac:cxnSpMkLst>
            <pc:docMk/>
            <pc:sldMk cId="3837043097" sldId="2147482535"/>
            <ac:cxnSpMk id="28" creationId="{8EF58381-2389-5DD0-ACFF-D25314A8C350}"/>
          </ac:cxnSpMkLst>
        </pc:cxnChg>
        <pc:cxnChg chg="add mod">
          <ac:chgData name="Hendriks, Rob" userId="c1397476-51d7-416b-9276-de9da7a1b8a6" providerId="ADAL" clId="{5530228B-0BD8-451E-BAD1-66B9143C59C5}" dt="2026-08-02T07:16:22.058" v="410" actId="1076"/>
          <ac:cxnSpMkLst>
            <pc:docMk/>
            <pc:sldMk cId="3837043097" sldId="2147482535"/>
            <ac:cxnSpMk id="29" creationId="{D3B8CA20-EAFA-613C-038E-D1A18C0C5B90}"/>
          </ac:cxnSpMkLst>
        </pc:cxnChg>
      </pc:sldChg>
      <pc:sldChg chg="modSp add">
        <pc:chgData name="Hendriks, Rob" userId="c1397476-51d7-416b-9276-de9da7a1b8a6" providerId="ADAL" clId="{5530228B-0BD8-451E-BAD1-66B9143C59C5}" dt="2026-08-02T11:09:50.743" v="1332" actId="20577"/>
        <pc:sldMkLst>
          <pc:docMk/>
          <pc:sldMk cId="752706578" sldId="2147482536"/>
        </pc:sldMkLst>
        <pc:spChg chg="mod">
          <ac:chgData name="Hendriks, Rob" userId="c1397476-51d7-416b-9276-de9da7a1b8a6" providerId="ADAL" clId="{5530228B-0BD8-451E-BAD1-66B9143C59C5}" dt="2026-08-02T11:09:50.743" v="1332" actId="20577"/>
          <ac:spMkLst>
            <pc:docMk/>
            <pc:sldMk cId="752706578" sldId="2147482536"/>
            <ac:spMk id="4" creationId="{5A529F82-6360-7227-F7BC-B71C6F8FF25D}"/>
          </ac:spMkLst>
        </pc:spChg>
      </pc:sldChg>
      <pc:sldChg chg="addSp delSp modSp new mod">
        <pc:chgData name="Hendriks, Rob" userId="c1397476-51d7-416b-9276-de9da7a1b8a6" providerId="ADAL" clId="{5530228B-0BD8-451E-BAD1-66B9143C59C5}" dt="2026-08-03T06:47:19.696" v="1391" actId="207"/>
        <pc:sldMkLst>
          <pc:docMk/>
          <pc:sldMk cId="2191126843" sldId="2147482537"/>
        </pc:sldMkLst>
        <pc:graphicFrameChg chg="add mod modGraphic">
          <ac:chgData name="Hendriks, Rob" userId="c1397476-51d7-416b-9276-de9da7a1b8a6" providerId="ADAL" clId="{5530228B-0BD8-451E-BAD1-66B9143C59C5}" dt="2026-08-03T06:47:19.696" v="1391" actId="207"/>
          <ac:graphicFrameMkLst>
            <pc:docMk/>
            <pc:sldMk cId="2191126843" sldId="2147482537"/>
            <ac:graphicFrameMk id="4" creationId="{51D073BA-7170-8C2B-B4AB-C69AF7D72B06}"/>
          </ac:graphicFrameMkLst>
        </pc:graphicFrameChg>
      </pc:sldChg>
      <pc:sldChg chg="delSp modSp new mod ord">
        <pc:chgData name="Hendriks, Rob" userId="c1397476-51d7-416b-9276-de9da7a1b8a6" providerId="ADAL" clId="{5530228B-0BD8-451E-BAD1-66B9143C59C5}" dt="2026-08-03T07:35:02.675" v="1409" actId="5793"/>
        <pc:sldMkLst>
          <pc:docMk/>
          <pc:sldMk cId="53231590" sldId="2147482538"/>
        </pc:sldMkLst>
        <pc:spChg chg="mod">
          <ac:chgData name="Hendriks, Rob" userId="c1397476-51d7-416b-9276-de9da7a1b8a6" providerId="ADAL" clId="{5530228B-0BD8-451E-BAD1-66B9143C59C5}" dt="2026-08-03T07:35:02.675" v="1409" actId="5793"/>
          <ac:spMkLst>
            <pc:docMk/>
            <pc:sldMk cId="53231590" sldId="2147482538"/>
            <ac:spMk id="2" creationId="{855A3947-CAF9-B0C9-A798-A90A0F505F17}"/>
          </ac:spMkLst>
        </pc:spChg>
      </pc:sldChg>
      <pc:sldChg chg="addSp delSp modSp add mod ord">
        <pc:chgData name="Hendriks, Rob" userId="c1397476-51d7-416b-9276-de9da7a1b8a6" providerId="ADAL" clId="{5530228B-0BD8-451E-BAD1-66B9143C59C5}" dt="2026-08-19T05:55:04.606" v="1545" actId="1076"/>
        <pc:sldMkLst>
          <pc:docMk/>
          <pc:sldMk cId="3254780203" sldId="2147482540"/>
        </pc:sldMkLst>
        <pc:spChg chg="mod">
          <ac:chgData name="Hendriks, Rob" userId="c1397476-51d7-416b-9276-de9da7a1b8a6" providerId="ADAL" clId="{5530228B-0BD8-451E-BAD1-66B9143C59C5}" dt="2026-08-03T07:37:42.411" v="1493" actId="14100"/>
          <ac:spMkLst>
            <pc:docMk/>
            <pc:sldMk cId="3254780203" sldId="2147482540"/>
            <ac:spMk id="63" creationId="{B0BB9C11-B19F-BF39-BD5B-E360CE9F6A52}"/>
          </ac:spMkLst>
        </pc:spChg>
        <pc:spChg chg="mod">
          <ac:chgData name="Hendriks, Rob" userId="c1397476-51d7-416b-9276-de9da7a1b8a6" providerId="ADAL" clId="{5530228B-0BD8-451E-BAD1-66B9143C59C5}" dt="2026-08-03T07:38:08.938" v="1496" actId="1076"/>
          <ac:spMkLst>
            <pc:docMk/>
            <pc:sldMk cId="3254780203" sldId="2147482540"/>
            <ac:spMk id="65" creationId="{14537A91-2F94-573C-F501-7820C7A155CC}"/>
          </ac:spMkLst>
        </pc:spChg>
        <pc:picChg chg="add mod">
          <ac:chgData name="Hendriks, Rob" userId="c1397476-51d7-416b-9276-de9da7a1b8a6" providerId="ADAL" clId="{5530228B-0BD8-451E-BAD1-66B9143C59C5}" dt="2026-08-19T05:55:04.606" v="1545" actId="1076"/>
          <ac:picMkLst>
            <pc:docMk/>
            <pc:sldMk cId="3254780203" sldId="2147482540"/>
            <ac:picMk id="3" creationId="{8DC84164-AC9D-58C8-7C83-37C6AA968DA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8487FA-FF84-1B5E-CCCB-2A088FAB92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0E177DAF-43A1-58DD-E748-93BE0ACB5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44211C-4A9E-8C4C-97BD-75A74A820AC7}" type="datetimeFigureOut">
              <a:rPr lang="en-US" smtClean="0">
                <a:latin typeface="Calibri" panose="020F0502020204030204" pitchFamily="34" charset="0"/>
                <a:cs typeface="Calibri" panose="020F0502020204030204" pitchFamily="34" charset="0"/>
              </a:rPr>
              <a:t>8/19/2026</a:t>
            </a:fld>
            <a:endParaRPr lang="en-US" dirty="0">
              <a:latin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84004EE5-42B0-7389-3EEA-8484AE07F1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68A68BA1-9C50-DD81-9DB3-53BBF5BA2C3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0AC1E4-93AF-6C46-A091-93B307E81D8D}" type="slidenum">
              <a:rPr lang="en-US" smtClean="0">
                <a:latin typeface="Calibri" panose="020F0502020204030204" pitchFamily="34" charset="0"/>
                <a:cs typeface="Calibri" panose="020F0502020204030204" pitchFamily="34" charset="0"/>
              </a:rPr>
              <a:t>‹#›</a:t>
            </a:fld>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399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defRPr>
            </a:lvl1pPr>
          </a:lstStyle>
          <a:p>
            <a:fld id="{533895C0-2991-1741-81AF-563E5518032A}" type="datetimeFigureOut">
              <a:rPr lang="en-US" smtClean="0"/>
              <a:pPr/>
              <a:t>8/19/2026</a:t>
            </a:fld>
            <a:endParaRPr lang="en-US" dirty="0"/>
          </a:p>
        </p:txBody>
      </p:sp>
      <p:sp>
        <p:nvSpPr>
          <p:cNvPr id="4" name="Slide Image Placeholder 3"/>
          <p:cNvSpPr>
            <a:spLocks noGrp="1" noRot="1" noChangeAspect="1"/>
          </p:cNvSpPr>
          <p:nvPr>
            <p:ph type="sldImg" idx="2"/>
          </p:nvPr>
        </p:nvSpPr>
        <p:spPr>
          <a:xfrm>
            <a:off x="1879600" y="1143000"/>
            <a:ext cx="3098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defRPr>
            </a:lvl1pPr>
          </a:lstStyle>
          <a:p>
            <a:fld id="{9875E972-9F07-2B4C-A7FE-11ACC38BEE92}" type="slidenum">
              <a:rPr lang="en-US" smtClean="0"/>
              <a:pPr/>
              <a:t>‹#›</a:t>
            </a:fld>
            <a:endParaRPr lang="en-US" dirty="0"/>
          </a:p>
        </p:txBody>
      </p:sp>
    </p:spTree>
    <p:extLst>
      <p:ext uri="{BB962C8B-B14F-4D97-AF65-F5344CB8AC3E}">
        <p14:creationId xmlns:p14="http://schemas.microsoft.com/office/powerpoint/2010/main" val="390774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panose="020F0502020204030204" pitchFamily="34" charset="0"/>
        <a:ea typeface="+mn-ea"/>
        <a:cs typeface="+mn-cs"/>
      </a:defRPr>
    </a:lvl1pPr>
    <a:lvl2pPr marL="457200" algn="l" defTabSz="914400" rtl="0" eaLnBrk="1" latinLnBrk="0" hangingPunct="1">
      <a:defRPr sz="1200" kern="1200">
        <a:solidFill>
          <a:schemeClr val="tx1"/>
        </a:solidFill>
        <a:latin typeface="Calibri" panose="020F0502020204030204" pitchFamily="34" charset="0"/>
        <a:ea typeface="+mn-ea"/>
        <a:cs typeface="+mn-cs"/>
      </a:defRPr>
    </a:lvl2pPr>
    <a:lvl3pPr marL="914400" algn="l" defTabSz="914400" rtl="0" eaLnBrk="1" latinLnBrk="0" hangingPunct="1">
      <a:defRPr sz="1200" kern="1200">
        <a:solidFill>
          <a:schemeClr val="tx1"/>
        </a:solidFill>
        <a:latin typeface="Calibri" panose="020F0502020204030204" pitchFamily="34" charset="0"/>
        <a:ea typeface="+mn-ea"/>
        <a:cs typeface="+mn-cs"/>
      </a:defRPr>
    </a:lvl3pPr>
    <a:lvl4pPr marL="1371600" algn="l" defTabSz="914400" rtl="0" eaLnBrk="1" latinLnBrk="0" hangingPunct="1">
      <a:defRPr sz="1200" kern="1200">
        <a:solidFill>
          <a:schemeClr val="tx1"/>
        </a:solidFill>
        <a:latin typeface="Calibri" panose="020F0502020204030204" pitchFamily="34" charset="0"/>
        <a:ea typeface="+mn-ea"/>
        <a:cs typeface="+mn-cs"/>
      </a:defRPr>
    </a:lvl4pPr>
    <a:lvl5pPr marL="1828800" algn="l" defTabSz="914400" rtl="0" eaLnBrk="1" latinLnBrk="0" hangingPunct="1">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46CB3-EF9C-749C-B105-0437BCBDE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C48E0-5156-92A8-3838-21EC75DBD3F7}"/>
              </a:ext>
            </a:extLst>
          </p:cNvPr>
          <p:cNvSpPr>
            <a:spLocks noGrp="1" noRot="1" noChangeAspect="1"/>
          </p:cNvSpPr>
          <p:nvPr>
            <p:ph type="sldImg"/>
          </p:nvPr>
        </p:nvSpPr>
        <p:spPr>
          <a:xfrm>
            <a:off x="1879600" y="1143000"/>
            <a:ext cx="3098800" cy="3086100"/>
          </a:xfrm>
        </p:spPr>
      </p:sp>
      <p:sp>
        <p:nvSpPr>
          <p:cNvPr id="3" name="Notes Placeholder 2">
            <a:extLst>
              <a:ext uri="{FF2B5EF4-FFF2-40B4-BE49-F238E27FC236}">
                <a16:creationId xmlns:a16="http://schemas.microsoft.com/office/drawing/2014/main" id="{E25A0C95-F4D3-3606-EC01-F62F3E2216D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F8797914-509B-3793-0BB2-54128DD9E2BB}"/>
              </a:ext>
            </a:extLst>
          </p:cNvPr>
          <p:cNvSpPr>
            <a:spLocks noGrp="1"/>
          </p:cNvSpPr>
          <p:nvPr>
            <p:ph type="sldNum" sz="quarter" idx="5"/>
          </p:nvPr>
        </p:nvSpPr>
        <p:spPr/>
        <p:txBody>
          <a:bodyPr/>
          <a:lstStyle/>
          <a:p>
            <a:fld id="{9875E972-9F07-2B4C-A7FE-11ACC38BEE92}" type="slidenum">
              <a:rPr lang="en-US" smtClean="0"/>
              <a:pPr/>
              <a:t>2</a:t>
            </a:fld>
            <a:endParaRPr lang="en-US" dirty="0"/>
          </a:p>
        </p:txBody>
      </p:sp>
    </p:spTree>
    <p:extLst>
      <p:ext uri="{BB962C8B-B14F-4D97-AF65-F5344CB8AC3E}">
        <p14:creationId xmlns:p14="http://schemas.microsoft.com/office/powerpoint/2010/main" val="326670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63344-4EF9-4FD4-F83D-C653B4DF1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6B6CF-83B0-40E0-3C44-C8867F43298F}"/>
              </a:ext>
            </a:extLst>
          </p:cNvPr>
          <p:cNvSpPr>
            <a:spLocks noGrp="1" noRot="1" noChangeAspect="1"/>
          </p:cNvSpPr>
          <p:nvPr>
            <p:ph type="sldImg"/>
          </p:nvPr>
        </p:nvSpPr>
        <p:spPr>
          <a:xfrm>
            <a:off x="1879600" y="1143000"/>
            <a:ext cx="3098800" cy="3086100"/>
          </a:xfrm>
        </p:spPr>
      </p:sp>
      <p:sp>
        <p:nvSpPr>
          <p:cNvPr id="3" name="Notes Placeholder 2">
            <a:extLst>
              <a:ext uri="{FF2B5EF4-FFF2-40B4-BE49-F238E27FC236}">
                <a16:creationId xmlns:a16="http://schemas.microsoft.com/office/drawing/2014/main" id="{4B24F860-38E6-F7C1-3DB5-B2237FF24F6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F9E9D8E4-96FC-DC5C-2F53-A41D35563226}"/>
              </a:ext>
            </a:extLst>
          </p:cNvPr>
          <p:cNvSpPr>
            <a:spLocks noGrp="1"/>
          </p:cNvSpPr>
          <p:nvPr>
            <p:ph type="sldNum" sz="quarter" idx="5"/>
          </p:nvPr>
        </p:nvSpPr>
        <p:spPr/>
        <p:txBody>
          <a:bodyPr/>
          <a:lstStyle/>
          <a:p>
            <a:fld id="{9875E972-9F07-2B4C-A7FE-11ACC38BEE92}" type="slidenum">
              <a:rPr lang="en-US" smtClean="0"/>
              <a:pPr/>
              <a:t>4</a:t>
            </a:fld>
            <a:endParaRPr lang="en-US" dirty="0"/>
          </a:p>
        </p:txBody>
      </p:sp>
    </p:spTree>
    <p:extLst>
      <p:ext uri="{BB962C8B-B14F-4D97-AF65-F5344CB8AC3E}">
        <p14:creationId xmlns:p14="http://schemas.microsoft.com/office/powerpoint/2010/main" val="289069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79600" y="1143000"/>
            <a:ext cx="3098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75E972-9F07-2B4C-A7FE-11ACC38BEE92}" type="slidenum">
              <a:rPr lang="en-US" smtClean="0"/>
              <a:pPr/>
              <a:t>15</a:t>
            </a:fld>
            <a:endParaRPr lang="en-US" dirty="0"/>
          </a:p>
        </p:txBody>
      </p:sp>
    </p:spTree>
    <p:extLst>
      <p:ext uri="{BB962C8B-B14F-4D97-AF65-F5344CB8AC3E}">
        <p14:creationId xmlns:p14="http://schemas.microsoft.com/office/powerpoint/2010/main" val="3037774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ue (vertical logo)">
    <p:bg>
      <p:bgPr>
        <a:solidFill>
          <a:schemeClr val="tx2"/>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72C8AFC2-36E4-52EC-B86B-1DDFCE24213E}"/>
              </a:ext>
            </a:extLst>
          </p:cNvPr>
          <p:cNvSpPr>
            <a:spLocks noGrp="1"/>
          </p:cNvSpPr>
          <p:nvPr>
            <p:ph type="body" sz="quarter" idx="15" hasCustomPrompt="1"/>
          </p:nvPr>
        </p:nvSpPr>
        <p:spPr bwMode="white">
          <a:xfrm>
            <a:off x="502921" y="790600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1" name="Text Placeholder 3">
            <a:extLst>
              <a:ext uri="{FF2B5EF4-FFF2-40B4-BE49-F238E27FC236}">
                <a16:creationId xmlns:a16="http://schemas.microsoft.com/office/drawing/2014/main" id="{B5E74CAA-EA60-CED8-13BE-2CFDF3D286E0}"/>
              </a:ext>
            </a:extLst>
          </p:cNvPr>
          <p:cNvSpPr>
            <a:spLocks noGrp="1"/>
          </p:cNvSpPr>
          <p:nvPr>
            <p:ph type="body" sz="quarter" idx="12" hasCustomPrompt="1"/>
          </p:nvPr>
        </p:nvSpPr>
        <p:spPr bwMode="white">
          <a:xfrm>
            <a:off x="502921" y="757108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CB44A6A6-80D1-A231-5BCE-9159D9EAB671}"/>
              </a:ext>
            </a:extLst>
          </p:cNvPr>
          <p:cNvSpPr>
            <a:spLocks noGrp="1"/>
          </p:cNvSpPr>
          <p:nvPr>
            <p:ph type="body" sz="quarter" idx="11" hasCustomPrompt="1"/>
          </p:nvPr>
        </p:nvSpPr>
        <p:spPr bwMode="white">
          <a:xfrm>
            <a:off x="502921" y="7236163"/>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5" name="Text Placeholder 3">
            <a:extLst>
              <a:ext uri="{FF2B5EF4-FFF2-40B4-BE49-F238E27FC236}">
                <a16:creationId xmlns:a16="http://schemas.microsoft.com/office/drawing/2014/main" id="{392513AC-DD08-E431-BEF0-0302DD19755F}"/>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4" name="Text Placeholder 2">
            <a:extLst>
              <a:ext uri="{FF2B5EF4-FFF2-40B4-BE49-F238E27FC236}">
                <a16:creationId xmlns:a16="http://schemas.microsoft.com/office/drawing/2014/main" id="{D265EDB1-2D49-0860-F31E-C48BA83356DD}"/>
              </a:ext>
            </a:extLst>
          </p:cNvPr>
          <p:cNvSpPr>
            <a:spLocks noGrp="1"/>
          </p:cNvSpPr>
          <p:nvPr>
            <p:ph type="body" sz="quarter" idx="16" hasCustomPrompt="1"/>
          </p:nvPr>
        </p:nvSpPr>
        <p:spPr>
          <a:xfrm>
            <a:off x="502920" y="3123791"/>
            <a:ext cx="6035040" cy="303477"/>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2" name="Picture 1" descr="A blue and black logo&#10;&#10;Description automatically generated">
            <a:extLst>
              <a:ext uri="{FF2B5EF4-FFF2-40B4-BE49-F238E27FC236}">
                <a16:creationId xmlns:a16="http://schemas.microsoft.com/office/drawing/2014/main" id="{0454C2E0-1A4D-C3BC-8805-19BA074B450F}"/>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397504822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vertical logo)">
    <p:bg>
      <p:bgPr>
        <a:solidFill>
          <a:schemeClr val="bg1"/>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8B67DB58-F737-AC10-CC1C-15DBD6E977B5}"/>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1" name="Text Placeholder 3">
            <a:extLst>
              <a:ext uri="{FF2B5EF4-FFF2-40B4-BE49-F238E27FC236}">
                <a16:creationId xmlns:a16="http://schemas.microsoft.com/office/drawing/2014/main" id="{878A8BD4-EC83-5206-5C7B-605BC11D3ABE}"/>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C6B5CCBC-2A7F-98C5-9D8E-0D0149E666C9}"/>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4" name="Text Placeholder 3">
            <a:extLst>
              <a:ext uri="{FF2B5EF4-FFF2-40B4-BE49-F238E27FC236}">
                <a16:creationId xmlns:a16="http://schemas.microsoft.com/office/drawing/2014/main" id="{25A803C9-3B4E-EB3B-6029-7BDE0488355A}"/>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3" name="Text Placeholder 2">
            <a:extLst>
              <a:ext uri="{FF2B5EF4-FFF2-40B4-BE49-F238E27FC236}">
                <a16:creationId xmlns:a16="http://schemas.microsoft.com/office/drawing/2014/main" id="{F4F43539-EB41-4C14-53EF-2935F6D07E47}"/>
              </a:ext>
            </a:extLst>
          </p:cNvPr>
          <p:cNvSpPr>
            <a:spLocks noGrp="1"/>
          </p:cNvSpPr>
          <p:nvPr>
            <p:ph type="body" sz="quarter" idx="16" hasCustomPrompt="1"/>
          </p:nvPr>
        </p:nvSpPr>
        <p:spPr>
          <a:xfrm>
            <a:off x="502920" y="3123791"/>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4" name="Picture 13" descr="A blue and black logo&#10;&#10;Description automatically generated">
            <a:extLst>
              <a:ext uri="{FF2B5EF4-FFF2-40B4-BE49-F238E27FC236}">
                <a16:creationId xmlns:a16="http://schemas.microsoft.com/office/drawing/2014/main" id="{84AA1B72-4063-89DB-D076-1E2338DCA056}"/>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20256613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blue (vertical logo)">
    <p:bg>
      <p:bgPr>
        <a:solidFill>
          <a:srgbClr val="BDF0FF"/>
        </a:solidFill>
        <a:effectLst/>
      </p:bgPr>
    </p:bg>
    <p:spTree>
      <p:nvGrpSpPr>
        <p:cNvPr id="1" name=""/>
        <p:cNvGrpSpPr/>
        <p:nvPr/>
      </p:nvGrpSpPr>
      <p:grpSpPr>
        <a:xfrm>
          <a:off x="0" y="0"/>
          <a:ext cx="0" cy="0"/>
          <a:chOff x="0" y="0"/>
          <a:chExt cx="0" cy="0"/>
        </a:xfrm>
      </p:grpSpPr>
      <p:sp>
        <p:nvSpPr>
          <p:cNvPr id="12" name="Text Placeholder 3">
            <a:extLst>
              <a:ext uri="{FF2B5EF4-FFF2-40B4-BE49-F238E27FC236}">
                <a16:creationId xmlns:a16="http://schemas.microsoft.com/office/drawing/2014/main" id="{1A8230AB-B9C3-ABB7-8E09-DB40160FB893}"/>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1" name="Text Placeholder 3">
            <a:extLst>
              <a:ext uri="{FF2B5EF4-FFF2-40B4-BE49-F238E27FC236}">
                <a16:creationId xmlns:a16="http://schemas.microsoft.com/office/drawing/2014/main" id="{A337A30B-E80E-D3BE-EC18-C70BD71A60EA}"/>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0" name="Text Placeholder 3">
            <a:extLst>
              <a:ext uri="{FF2B5EF4-FFF2-40B4-BE49-F238E27FC236}">
                <a16:creationId xmlns:a16="http://schemas.microsoft.com/office/drawing/2014/main" id="{09404725-0715-5DAD-58B4-34C44B05659B}"/>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9DEFDCC6-A291-B654-EC74-B2F7A352C261}"/>
              </a:ext>
            </a:extLst>
          </p:cNvPr>
          <p:cNvSpPr>
            <a:spLocks noGrp="1"/>
          </p:cNvSpPr>
          <p:nvPr>
            <p:ph type="body" sz="quarter" idx="17" hasCustomPrompt="1"/>
          </p:nvPr>
        </p:nvSpPr>
        <p:spPr>
          <a:xfrm>
            <a:off x="502920" y="3641725"/>
            <a:ext cx="603504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8" name="Text Placeholder 2">
            <a:extLst>
              <a:ext uri="{FF2B5EF4-FFF2-40B4-BE49-F238E27FC236}">
                <a16:creationId xmlns:a16="http://schemas.microsoft.com/office/drawing/2014/main" id="{063D59C3-AC2B-8821-72FE-690F065F5B0E}"/>
              </a:ext>
            </a:extLst>
          </p:cNvPr>
          <p:cNvSpPr>
            <a:spLocks noGrp="1"/>
          </p:cNvSpPr>
          <p:nvPr>
            <p:ph type="body" sz="quarter" idx="16" hasCustomPrompt="1"/>
          </p:nvPr>
        </p:nvSpPr>
        <p:spPr>
          <a:xfrm>
            <a:off x="502920" y="3123791"/>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2" name="Picture 1" descr="A blue and black logo&#10;&#10;Description automatically generated">
            <a:extLst>
              <a:ext uri="{FF2B5EF4-FFF2-40B4-BE49-F238E27FC236}">
                <a16:creationId xmlns:a16="http://schemas.microsoft.com/office/drawing/2014/main" id="{4F4C1511-F04E-7339-FC99-C7CDCAF0384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8027277" y="501144"/>
            <a:ext cx="841742" cy="8105467"/>
          </a:xfrm>
          <a:prstGeom prst="rect">
            <a:avLst/>
          </a:prstGeom>
        </p:spPr>
      </p:pic>
    </p:spTree>
    <p:extLst>
      <p:ext uri="{BB962C8B-B14F-4D97-AF65-F5344CB8AC3E}">
        <p14:creationId xmlns:p14="http://schemas.microsoft.com/office/powerpoint/2010/main" val="18414341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bg>
      <p:bgPr>
        <a:solidFill>
          <a:srgbClr val="0B5ED7"/>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1BA6EBA-0B6D-29E9-8810-D683D76E5284}"/>
              </a:ext>
            </a:extLst>
          </p:cNvPr>
          <p:cNvSpPr>
            <a:spLocks noGrp="1"/>
          </p:cNvSpPr>
          <p:nvPr>
            <p:ph type="body" sz="quarter" idx="15" hasCustomPrompt="1"/>
          </p:nvPr>
        </p:nvSpPr>
        <p:spPr bwMode="white">
          <a:xfrm>
            <a:off x="502921" y="790600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3" name="Text Placeholder 3">
            <a:extLst>
              <a:ext uri="{FF2B5EF4-FFF2-40B4-BE49-F238E27FC236}">
                <a16:creationId xmlns:a16="http://schemas.microsoft.com/office/drawing/2014/main" id="{C1FFB978-6F2E-5049-5D74-33430B16B32F}"/>
              </a:ext>
            </a:extLst>
          </p:cNvPr>
          <p:cNvSpPr>
            <a:spLocks noGrp="1"/>
          </p:cNvSpPr>
          <p:nvPr>
            <p:ph type="body" sz="quarter" idx="12" hasCustomPrompt="1"/>
          </p:nvPr>
        </p:nvSpPr>
        <p:spPr bwMode="white">
          <a:xfrm>
            <a:off x="502921" y="7571084"/>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2" name="Text Placeholder 3">
            <a:extLst>
              <a:ext uri="{FF2B5EF4-FFF2-40B4-BE49-F238E27FC236}">
                <a16:creationId xmlns:a16="http://schemas.microsoft.com/office/drawing/2014/main" id="{056F195D-D283-0223-500A-2A7F2FFBD180}"/>
              </a:ext>
            </a:extLst>
          </p:cNvPr>
          <p:cNvSpPr>
            <a:spLocks noGrp="1"/>
          </p:cNvSpPr>
          <p:nvPr>
            <p:ph type="body" sz="quarter" idx="11" hasCustomPrompt="1"/>
          </p:nvPr>
        </p:nvSpPr>
        <p:spPr bwMode="white">
          <a:xfrm>
            <a:off x="502921" y="7236163"/>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11" name="Text Placeholder 3">
            <a:extLst>
              <a:ext uri="{FF2B5EF4-FFF2-40B4-BE49-F238E27FC236}">
                <a16:creationId xmlns:a16="http://schemas.microsoft.com/office/drawing/2014/main" id="{DE790E38-98FA-70A9-4EE5-722204681BCA}"/>
              </a:ext>
            </a:extLst>
          </p:cNvPr>
          <p:cNvSpPr>
            <a:spLocks noGrp="1"/>
          </p:cNvSpPr>
          <p:nvPr>
            <p:ph type="body" sz="quarter" idx="19" hasCustomPrompt="1"/>
          </p:nvPr>
        </p:nvSpPr>
        <p:spPr>
          <a:xfrm>
            <a:off x="502920" y="4855658"/>
            <a:ext cx="6035040" cy="2136479"/>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5" name="Text Placeholder 2">
            <a:extLst>
              <a:ext uri="{FF2B5EF4-FFF2-40B4-BE49-F238E27FC236}">
                <a16:creationId xmlns:a16="http://schemas.microsoft.com/office/drawing/2014/main" id="{AB3D7AC3-F347-3071-2181-D9C053A942F7}"/>
              </a:ext>
            </a:extLst>
          </p:cNvPr>
          <p:cNvSpPr>
            <a:spLocks noGrp="1"/>
          </p:cNvSpPr>
          <p:nvPr>
            <p:ph type="body" sz="quarter" idx="18" hasCustomPrompt="1"/>
          </p:nvPr>
        </p:nvSpPr>
        <p:spPr>
          <a:xfrm>
            <a:off x="502920" y="4295497"/>
            <a:ext cx="603504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14" name="Picture 13" descr="A blue letter on a black background&#10;&#10;Description automatically generated">
            <a:extLst>
              <a:ext uri="{FF2B5EF4-FFF2-40B4-BE49-F238E27FC236}">
                <a16:creationId xmlns:a16="http://schemas.microsoft.com/office/drawing/2014/main" id="{1A35D731-0B11-06EA-0894-958EC48E1220}"/>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0643" y="875386"/>
            <a:ext cx="8162712" cy="2652972"/>
          </a:xfrm>
          <a:prstGeom prst="rect">
            <a:avLst/>
          </a:prstGeom>
        </p:spPr>
      </p:pic>
    </p:spTree>
    <p:extLst>
      <p:ext uri="{BB962C8B-B14F-4D97-AF65-F5344CB8AC3E}">
        <p14:creationId xmlns:p14="http://schemas.microsoft.com/office/powerpoint/2010/main" val="324694144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7312E4E-DC5C-89CF-7901-9D7696F5D217}"/>
              </a:ext>
            </a:extLst>
          </p:cNvPr>
          <p:cNvSpPr>
            <a:spLocks noGrp="1"/>
          </p:cNvSpPr>
          <p:nvPr>
            <p:ph type="body" sz="quarter" idx="15" hasCustomPrompt="1"/>
          </p:nvPr>
        </p:nvSpPr>
        <p:spPr bwMode="white">
          <a:xfrm>
            <a:off x="502921" y="790521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6" name="Text Placeholder 3">
            <a:extLst>
              <a:ext uri="{FF2B5EF4-FFF2-40B4-BE49-F238E27FC236}">
                <a16:creationId xmlns:a16="http://schemas.microsoft.com/office/drawing/2014/main" id="{252FCA5D-44C5-0E96-A4ED-D15CBC06B98D}"/>
              </a:ext>
            </a:extLst>
          </p:cNvPr>
          <p:cNvSpPr>
            <a:spLocks noGrp="1"/>
          </p:cNvSpPr>
          <p:nvPr>
            <p:ph type="body" sz="quarter" idx="12" hasCustomPrompt="1"/>
          </p:nvPr>
        </p:nvSpPr>
        <p:spPr bwMode="white">
          <a:xfrm>
            <a:off x="502921" y="7570298"/>
            <a:ext cx="429768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2" name="Text Placeholder 3">
            <a:extLst>
              <a:ext uri="{FF2B5EF4-FFF2-40B4-BE49-F238E27FC236}">
                <a16:creationId xmlns:a16="http://schemas.microsoft.com/office/drawing/2014/main" id="{2A46E337-3DA0-B0D4-133A-AB8C2FAAE927}"/>
              </a:ext>
            </a:extLst>
          </p:cNvPr>
          <p:cNvSpPr>
            <a:spLocks noGrp="1"/>
          </p:cNvSpPr>
          <p:nvPr>
            <p:ph type="body" sz="quarter" idx="11" hasCustomPrompt="1"/>
          </p:nvPr>
        </p:nvSpPr>
        <p:spPr bwMode="white">
          <a:xfrm>
            <a:off x="502921" y="7235377"/>
            <a:ext cx="429768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11" name="Text Placeholder 3">
            <a:extLst>
              <a:ext uri="{FF2B5EF4-FFF2-40B4-BE49-F238E27FC236}">
                <a16:creationId xmlns:a16="http://schemas.microsoft.com/office/drawing/2014/main" id="{0436B09D-E480-1E38-A7DC-3421B3A1D265}"/>
              </a:ext>
            </a:extLst>
          </p:cNvPr>
          <p:cNvSpPr>
            <a:spLocks noGrp="1"/>
          </p:cNvSpPr>
          <p:nvPr>
            <p:ph type="body" sz="quarter" idx="19" hasCustomPrompt="1"/>
          </p:nvPr>
        </p:nvSpPr>
        <p:spPr>
          <a:xfrm>
            <a:off x="502920" y="4855633"/>
            <a:ext cx="6050280" cy="2136479"/>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10" name="Text Placeholder 2">
            <a:extLst>
              <a:ext uri="{FF2B5EF4-FFF2-40B4-BE49-F238E27FC236}">
                <a16:creationId xmlns:a16="http://schemas.microsoft.com/office/drawing/2014/main" id="{DEF22C47-0608-FFD6-A0EF-7FC8A2089868}"/>
              </a:ext>
            </a:extLst>
          </p:cNvPr>
          <p:cNvSpPr>
            <a:spLocks noGrp="1"/>
          </p:cNvSpPr>
          <p:nvPr>
            <p:ph type="body" sz="quarter" idx="18" hasCustomPrompt="1"/>
          </p:nvPr>
        </p:nvSpPr>
        <p:spPr>
          <a:xfrm>
            <a:off x="502920" y="4289143"/>
            <a:ext cx="603504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4" name="Picture 13" descr="A blue letter on a black background&#10;&#10;Description automatically generated">
            <a:extLst>
              <a:ext uri="{FF2B5EF4-FFF2-40B4-BE49-F238E27FC236}">
                <a16:creationId xmlns:a16="http://schemas.microsoft.com/office/drawing/2014/main" id="{2ACDB9F0-E4A4-8202-89B5-AB6BCF94BD51}"/>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490643" y="875386"/>
            <a:ext cx="8162712" cy="2652972"/>
          </a:xfrm>
          <a:prstGeom prst="rect">
            <a:avLst/>
          </a:prstGeom>
        </p:spPr>
      </p:pic>
    </p:spTree>
    <p:extLst>
      <p:ext uri="{BB962C8B-B14F-4D97-AF65-F5344CB8AC3E}">
        <p14:creationId xmlns:p14="http://schemas.microsoft.com/office/powerpoint/2010/main" val="11079167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4="http://schemas.microsoft.com/office/drawing/2010/main"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blue">
    <p:bg>
      <p:bgPr>
        <a:solidFill>
          <a:schemeClr val="tx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2575810408"/>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4A21B94C-7C28-C49E-8A73-7BB8D32C62DC}"/>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4" name="Text Placeholder 3">
            <a:extLst>
              <a:ext uri="{FF2B5EF4-FFF2-40B4-BE49-F238E27FC236}">
                <a16:creationId xmlns:a16="http://schemas.microsoft.com/office/drawing/2014/main" id="{2EE367FA-0013-3CCF-0C7D-DDEC90BC56D6}"/>
              </a:ext>
            </a:extLst>
          </p:cNvPr>
          <p:cNvSpPr>
            <a:spLocks noGrp="1"/>
          </p:cNvSpPr>
          <p:nvPr>
            <p:ph type="body" sz="quarter" idx="15" hasCustomPrompt="1"/>
          </p:nvPr>
        </p:nvSpPr>
        <p:spPr bwMode="white">
          <a:xfrm>
            <a:off x="502920" y="7900211"/>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2" name="Text Placeholder 3">
            <a:extLst>
              <a:ext uri="{FF2B5EF4-FFF2-40B4-BE49-F238E27FC236}">
                <a16:creationId xmlns:a16="http://schemas.microsoft.com/office/drawing/2014/main" id="{1823AE83-3E3B-92E1-FB70-9FBDAA6BCC8A}"/>
              </a:ext>
            </a:extLst>
          </p:cNvPr>
          <p:cNvSpPr>
            <a:spLocks noGrp="1"/>
          </p:cNvSpPr>
          <p:nvPr>
            <p:ph type="body" sz="quarter" idx="12" hasCustomPrompt="1"/>
          </p:nvPr>
        </p:nvSpPr>
        <p:spPr bwMode="white">
          <a:xfrm>
            <a:off x="502920" y="7567552"/>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1" name="Text Placeholder 3">
            <a:extLst>
              <a:ext uri="{FF2B5EF4-FFF2-40B4-BE49-F238E27FC236}">
                <a16:creationId xmlns:a16="http://schemas.microsoft.com/office/drawing/2014/main" id="{8471E571-6560-C923-2D4C-1DA9F62DE1CC}"/>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9" name="Text Placeholder 3">
            <a:extLst>
              <a:ext uri="{FF2B5EF4-FFF2-40B4-BE49-F238E27FC236}">
                <a16:creationId xmlns:a16="http://schemas.microsoft.com/office/drawing/2014/main" id="{65D577A7-4438-51B9-1408-E3E654B19ADF}"/>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0418FC48-F21F-8519-D2D8-2885B0BD65FA}"/>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2" name="Picture 1" descr="A blue letter on a black background&#10;&#10;Description automatically generated">
            <a:extLst>
              <a:ext uri="{FF2B5EF4-FFF2-40B4-BE49-F238E27FC236}">
                <a16:creationId xmlns:a16="http://schemas.microsoft.com/office/drawing/2014/main" id="{F7BE3BDF-77FD-FD36-ABA6-BBC1A344EE4E}"/>
              </a:ext>
            </a:extLst>
          </p:cNvPr>
          <p:cNvPicPr>
            <a:picLocks noGrp="1" noRot="1" noMove="1" noResize="1" noEditPoints="1" noAdjustHandles="1" noChangeArrowheads="1" noChangeShapeType="1" noCrop="1"/>
          </p:cNvPicPr>
          <p:nvPr userDrawn="1"/>
        </p:nvPicPr>
        <p:blipFill>
          <a:blip r:embed="rId6"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5491255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4="http://schemas.microsoft.com/office/drawing/2010/main" xmlns:v="urn:schemas-microsoft-com:vml"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whit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1116207919"/>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5" name="Picture Placeholder 4">
            <a:extLst>
              <a:ext uri="{FF2B5EF4-FFF2-40B4-BE49-F238E27FC236}">
                <a16:creationId xmlns:a16="http://schemas.microsoft.com/office/drawing/2014/main" id="{06FA6940-81B4-5F30-47C8-908F58E0B439}"/>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4" name="Text Placeholder 3">
            <a:extLst>
              <a:ext uri="{FF2B5EF4-FFF2-40B4-BE49-F238E27FC236}">
                <a16:creationId xmlns:a16="http://schemas.microsoft.com/office/drawing/2014/main" id="{CC9B2CB8-AACA-A98F-4406-A49710FED381}"/>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3" name="Text Placeholder 3">
            <a:extLst>
              <a:ext uri="{FF2B5EF4-FFF2-40B4-BE49-F238E27FC236}">
                <a16:creationId xmlns:a16="http://schemas.microsoft.com/office/drawing/2014/main" id="{0318B85E-CB3F-F750-5606-E0E20DA5ED76}"/>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2" name="Text Placeholder 3">
            <a:extLst>
              <a:ext uri="{FF2B5EF4-FFF2-40B4-BE49-F238E27FC236}">
                <a16:creationId xmlns:a16="http://schemas.microsoft.com/office/drawing/2014/main" id="{2DEE87C9-58F0-1BD5-F424-DF9A5B09F07E}"/>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40305E62-8667-FC12-E707-F92FB396423D}"/>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E2B8A9A7-64E0-C36E-31F7-BE506AC64AB4}"/>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16" name="Picture 15" descr="A blue letter on a black background&#10;&#10;Description automatically generated">
            <a:extLst>
              <a:ext uri="{FF2B5EF4-FFF2-40B4-BE49-F238E27FC236}">
                <a16:creationId xmlns:a16="http://schemas.microsoft.com/office/drawing/2014/main" id="{A9543EE3-B6C8-50A7-7410-B4C6D0EE329C}"/>
              </a:ext>
            </a:extLst>
          </p:cNvPr>
          <p:cNvPicPr>
            <a:picLocks noGrp="1" noRot="1" noChangeAspect="1" noMove="1" noResize="1" noEditPoints="1" noAdjustHandles="1" noChangeArrowheads="1" noChangeShapeType="1" noCrop="1"/>
          </p:cNvPicPr>
          <p:nvPr userDrawn="1"/>
        </p:nvPicPr>
        <p:blipFill>
          <a:blip r:embed="rId6" cstate="print">
            <a:extLs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99570377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4="http://schemas.microsoft.com/office/drawing/2010/main" xmlns:v="urn:schemas-microsoft-com:vml"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light blue">
    <p:bg>
      <p:bgPr>
        <a:solidFill>
          <a:srgbClr val="BDF0FF"/>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5E12D76E-01D3-07B0-1D56-2358A148957B}"/>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5" name="Text Placeholder 3">
            <a:extLst>
              <a:ext uri="{FF2B5EF4-FFF2-40B4-BE49-F238E27FC236}">
                <a16:creationId xmlns:a16="http://schemas.microsoft.com/office/drawing/2014/main" id="{5CB24236-CADB-7354-060A-BE0EB20144E2}"/>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Date</a:t>
            </a:r>
          </a:p>
        </p:txBody>
      </p:sp>
      <p:sp>
        <p:nvSpPr>
          <p:cNvPr id="14" name="Text Placeholder 3">
            <a:extLst>
              <a:ext uri="{FF2B5EF4-FFF2-40B4-BE49-F238E27FC236}">
                <a16:creationId xmlns:a16="http://schemas.microsoft.com/office/drawing/2014/main" id="{A909AA42-874F-29D2-A2E8-5F92C25F8856}"/>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rgbClr val="0B5ED7"/>
                </a:solidFill>
              </a:defRPr>
            </a:lvl1pPr>
          </a:lstStyle>
          <a:p>
            <a:pPr lvl="0"/>
            <a:r>
              <a:rPr lang="en-US" noProof="0" dirty="0"/>
              <a:t>Title and Business</a:t>
            </a:r>
          </a:p>
        </p:txBody>
      </p:sp>
      <p:sp>
        <p:nvSpPr>
          <p:cNvPr id="12" name="Text Placeholder 3">
            <a:extLst>
              <a:ext uri="{FF2B5EF4-FFF2-40B4-BE49-F238E27FC236}">
                <a16:creationId xmlns:a16="http://schemas.microsoft.com/office/drawing/2014/main" id="{C6E9C10D-3E78-9EB7-56B2-E9F108939862}"/>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rgbClr val="0B5ED7"/>
                </a:solidFill>
              </a:defRPr>
            </a:lvl1pPr>
          </a:lstStyle>
          <a:p>
            <a:pPr lvl="0"/>
            <a:r>
              <a:rPr lang="en-US" noProof="0" dirty="0"/>
              <a:t>Author</a:t>
            </a:r>
          </a:p>
        </p:txBody>
      </p:sp>
      <p:sp>
        <p:nvSpPr>
          <p:cNvPr id="9" name="Text Placeholder 3">
            <a:extLst>
              <a:ext uri="{FF2B5EF4-FFF2-40B4-BE49-F238E27FC236}">
                <a16:creationId xmlns:a16="http://schemas.microsoft.com/office/drawing/2014/main" id="{248CCF44-10C0-C55C-9440-4D098E5BE883}"/>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rgbClr val="0B5ED7"/>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78224E75-DFDC-5E03-C79D-82F76B43E908}"/>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pic>
        <p:nvPicPr>
          <p:cNvPr id="2" name="Picture 1" descr="A blue letter on a black background&#10;&#10;Description automatically generated">
            <a:extLst>
              <a:ext uri="{FF2B5EF4-FFF2-40B4-BE49-F238E27FC236}">
                <a16:creationId xmlns:a16="http://schemas.microsoft.com/office/drawing/2014/main" id="{B9D51D7F-AFCE-8C5D-DC4D-4792772F4994}"/>
              </a:ext>
            </a:extLst>
          </p:cNvPr>
          <p:cNvPicPr>
            <a:picLocks noGrp="1" noRot="1" noMove="1" noResize="1" noEditPoints="1" noAdjustHandles="1" noChangeArrowheads="1" noChangeShapeType="1" noCrop="1"/>
          </p:cNvPicPr>
          <p:nvPr userDrawn="1"/>
        </p:nvPicPr>
        <p:blipFill>
          <a:blip r:embed="rId6" cstate="print">
            <a:extLs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83555789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4="http://schemas.microsoft.com/office/drawing/2010/main" xmlns:v="urn:schemas-microsoft-com:vml"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1/3 logo dark blue">
    <p:bg>
      <p:bgPr>
        <a:solidFill>
          <a:srgbClr val="00126E"/>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97E9A9-1E1C-4B5E-8AF4-C1C99BF6287F}"/>
              </a:ext>
            </a:extLst>
          </p:cNvPr>
          <p:cNvGraphicFramePr>
            <a:graphicFrameLocks noChangeAspect="1"/>
          </p:cNvGraphicFramePr>
          <p:nvPr userDrawn="1">
            <p:custDataLst>
              <p:tags r:id="rId1"/>
            </p:custDataLst>
            <p:extLst>
              <p:ext uri="{D42A27DB-BD31-4B8C-83A1-F6EECF244321}">
                <p14:modId xmlns:p14="http://schemas.microsoft.com/office/powerpoint/2010/main" val="639482034"/>
              </p:ext>
            </p:extLst>
          </p:nvPr>
        </p:nvGraphicFramePr>
        <p:xfrm>
          <a:off x="1589" y="2813"/>
          <a:ext cx="1588" cy="2811"/>
        </p:xfrm>
        <a:graphic>
          <a:graphicData uri="http://schemas.openxmlformats.org/presentationml/2006/ole">
            <mc:AlternateContent xmlns:mc="http://schemas.openxmlformats.org/markup-compatibility/2006">
              <mc:Choice xmlns:v="urn:schemas-microsoft-com:vml" Requires="v">
                <p:oleObj name="think-cell Slide" r:id="rId4" imgW="479" imgH="478" progId="TCLayout.ActiveDocument.1">
                  <p:embed/>
                </p:oleObj>
              </mc:Choice>
              <mc:Fallback>
                <p:oleObj name="think-cell Slide" r:id="rId4" imgW="479" imgH="478" progId="TCLayout.ActiveDocument.1">
                  <p:embed/>
                  <p:pic>
                    <p:nvPicPr>
                      <p:cNvPr id="4" name="Object 3" hidden="1">
                        <a:extLst>
                          <a:ext uri="{FF2B5EF4-FFF2-40B4-BE49-F238E27FC236}">
                            <a16:creationId xmlns:a16="http://schemas.microsoft.com/office/drawing/2014/main" id="{AB97E9A9-1E1C-4B5E-8AF4-C1C99BF6287F}"/>
                          </a:ext>
                        </a:extLst>
                      </p:cNvPr>
                      <p:cNvPicPr/>
                      <p:nvPr/>
                    </p:nvPicPr>
                    <p:blipFill>
                      <a:blip r:embed="rId5"/>
                      <a:stretch>
                        <a:fillRect/>
                      </a:stretch>
                    </p:blipFill>
                    <p:spPr>
                      <a:xfrm>
                        <a:off x="1589" y="2813"/>
                        <a:ext cx="1588" cy="281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E061105F-C847-40F9-BFC8-77D41F952978}"/>
              </a:ext>
            </a:extLst>
          </p:cNvPr>
          <p:cNvSpPr/>
          <p:nvPr userDrawn="1">
            <p:custDataLst>
              <p:tags r:id="rId2"/>
            </p:custDataLst>
          </p:nvPr>
        </p:nvSpPr>
        <p:spPr>
          <a:xfrm>
            <a:off x="0" y="0"/>
            <a:ext cx="158750" cy="280997"/>
          </a:xfrm>
          <a:prstGeom prst="rect">
            <a:avLst/>
          </a:prstGeom>
          <a:solidFill>
            <a:srgbClr val="0089C4"/>
          </a:solidFill>
          <a:ln w="25400" cap="flat" cmpd="sng" algn="ctr">
            <a:solidFill>
              <a:srgbClr val="0089C4"/>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dirty="0">
              <a:latin typeface="Calibri Light" panose="020F0302020204030204" pitchFamily="34" charset="0"/>
              <a:ea typeface="+mj-ea"/>
              <a:cs typeface="+mj-cs"/>
              <a:sym typeface="Calibri Light" panose="020F0302020204030204" pitchFamily="34" charset="0"/>
            </a:endParaRPr>
          </a:p>
        </p:txBody>
      </p:sp>
      <p:sp>
        <p:nvSpPr>
          <p:cNvPr id="16" name="Picture Placeholder 4">
            <a:extLst>
              <a:ext uri="{FF2B5EF4-FFF2-40B4-BE49-F238E27FC236}">
                <a16:creationId xmlns:a16="http://schemas.microsoft.com/office/drawing/2014/main" id="{683DEB3E-7F85-179F-44C9-A5EF66E3060C}"/>
              </a:ext>
            </a:extLst>
          </p:cNvPr>
          <p:cNvSpPr>
            <a:spLocks noGrp="1"/>
          </p:cNvSpPr>
          <p:nvPr>
            <p:ph type="pic" sz="quarter" idx="23" hasCustomPrompt="1"/>
          </p:nvPr>
        </p:nvSpPr>
        <p:spPr>
          <a:xfrm>
            <a:off x="4059936" y="0"/>
            <a:ext cx="5084064"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15" name="Text Placeholder 3">
            <a:extLst>
              <a:ext uri="{FF2B5EF4-FFF2-40B4-BE49-F238E27FC236}">
                <a16:creationId xmlns:a16="http://schemas.microsoft.com/office/drawing/2014/main" id="{85C7F54A-F913-36F3-2F31-734BCB4E1544}"/>
              </a:ext>
            </a:extLst>
          </p:cNvPr>
          <p:cNvSpPr>
            <a:spLocks noGrp="1"/>
          </p:cNvSpPr>
          <p:nvPr>
            <p:ph type="body" sz="quarter" idx="15" hasCustomPrompt="1"/>
          </p:nvPr>
        </p:nvSpPr>
        <p:spPr bwMode="white">
          <a:xfrm>
            <a:off x="502920" y="7898497"/>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Date</a:t>
            </a:r>
          </a:p>
        </p:txBody>
      </p:sp>
      <p:sp>
        <p:nvSpPr>
          <p:cNvPr id="14" name="Text Placeholder 3">
            <a:extLst>
              <a:ext uri="{FF2B5EF4-FFF2-40B4-BE49-F238E27FC236}">
                <a16:creationId xmlns:a16="http://schemas.microsoft.com/office/drawing/2014/main" id="{AF9C8156-A911-51E4-C6BC-A3CEFA732A11}"/>
              </a:ext>
            </a:extLst>
          </p:cNvPr>
          <p:cNvSpPr>
            <a:spLocks noGrp="1"/>
          </p:cNvSpPr>
          <p:nvPr>
            <p:ph type="body" sz="quarter" idx="12" hasCustomPrompt="1"/>
          </p:nvPr>
        </p:nvSpPr>
        <p:spPr bwMode="white">
          <a:xfrm>
            <a:off x="502920" y="7566696"/>
            <a:ext cx="3108960" cy="323709"/>
          </a:xfrm>
          <a:prstGeom prst="rect">
            <a:avLst/>
          </a:prstGeom>
        </p:spPr>
        <p:txBody>
          <a:bodyPr lIns="0" tIns="0" rIns="0" bIns="0" anchor="ctr">
            <a:noAutofit/>
          </a:bodyPr>
          <a:lstStyle>
            <a:lvl1pPr marL="0" indent="0">
              <a:lnSpc>
                <a:spcPct val="100000"/>
              </a:lnSpc>
              <a:spcBef>
                <a:spcPts val="0"/>
              </a:spcBef>
              <a:buFontTx/>
              <a:buNone/>
              <a:defRPr sz="1200" b="0">
                <a:solidFill>
                  <a:schemeClr val="bg1"/>
                </a:solidFill>
              </a:defRPr>
            </a:lvl1pPr>
          </a:lstStyle>
          <a:p>
            <a:pPr lvl="0"/>
            <a:r>
              <a:rPr lang="en-US" noProof="0" dirty="0"/>
              <a:t>Title and Business</a:t>
            </a:r>
          </a:p>
        </p:txBody>
      </p:sp>
      <p:sp>
        <p:nvSpPr>
          <p:cNvPr id="13" name="Text Placeholder 3">
            <a:extLst>
              <a:ext uri="{FF2B5EF4-FFF2-40B4-BE49-F238E27FC236}">
                <a16:creationId xmlns:a16="http://schemas.microsoft.com/office/drawing/2014/main" id="{8C4D7B7A-CA4A-233C-C20B-00C100B4452E}"/>
              </a:ext>
            </a:extLst>
          </p:cNvPr>
          <p:cNvSpPr>
            <a:spLocks noGrp="1"/>
          </p:cNvSpPr>
          <p:nvPr>
            <p:ph type="body" sz="quarter" idx="11" hasCustomPrompt="1"/>
          </p:nvPr>
        </p:nvSpPr>
        <p:spPr bwMode="white">
          <a:xfrm>
            <a:off x="502920" y="7234894"/>
            <a:ext cx="3108960" cy="323709"/>
          </a:xfrm>
          <a:prstGeom prst="rect">
            <a:avLst/>
          </a:prstGeom>
        </p:spPr>
        <p:txBody>
          <a:bodyPr lIns="0" tIns="0" rIns="0" bIns="0" anchor="ctr">
            <a:noAutofit/>
          </a:bodyPr>
          <a:lstStyle>
            <a:lvl1pPr marL="0" indent="0">
              <a:lnSpc>
                <a:spcPct val="100000"/>
              </a:lnSpc>
              <a:spcBef>
                <a:spcPts val="0"/>
              </a:spcBef>
              <a:buFontTx/>
              <a:buNone/>
              <a:defRPr sz="1200" b="1">
                <a:solidFill>
                  <a:schemeClr val="bg1"/>
                </a:solidFill>
              </a:defRPr>
            </a:lvl1pPr>
          </a:lstStyle>
          <a:p>
            <a:pPr lvl="0"/>
            <a:r>
              <a:rPr lang="en-US" noProof="0" dirty="0"/>
              <a:t>Author</a:t>
            </a:r>
          </a:p>
        </p:txBody>
      </p:sp>
      <p:sp>
        <p:nvSpPr>
          <p:cNvPr id="9" name="Text Placeholder 3">
            <a:extLst>
              <a:ext uri="{FF2B5EF4-FFF2-40B4-BE49-F238E27FC236}">
                <a16:creationId xmlns:a16="http://schemas.microsoft.com/office/drawing/2014/main" id="{FE874D61-3A86-BE22-8DE1-7D0B805C6F1B}"/>
              </a:ext>
            </a:extLst>
          </p:cNvPr>
          <p:cNvSpPr>
            <a:spLocks noGrp="1"/>
          </p:cNvSpPr>
          <p:nvPr>
            <p:ph type="body" sz="quarter" idx="17" hasCustomPrompt="1"/>
          </p:nvPr>
        </p:nvSpPr>
        <p:spPr>
          <a:xfrm>
            <a:off x="502920" y="3641728"/>
            <a:ext cx="3108960" cy="2353465"/>
          </a:xfrm>
          <a:prstGeom prst="rect">
            <a:avLst/>
          </a:prstGeom>
        </p:spPr>
        <p:txBody>
          <a:bodyPr anchor="t">
            <a:noAutofit/>
          </a:bodyPr>
          <a:lstStyle>
            <a:lvl1pPr marL="0" indent="0">
              <a:lnSpc>
                <a:spcPct val="90000"/>
              </a:lnSpc>
              <a:spcAft>
                <a:spcPts val="0"/>
              </a:spcAft>
              <a:buNone/>
              <a:defRPr sz="3200">
                <a:solidFill>
                  <a:schemeClr val="bg1"/>
                </a:solidFill>
                <a:latin typeface="+mj-lt"/>
              </a:defRPr>
            </a:lvl1pPr>
          </a:lstStyle>
          <a:p>
            <a:pPr lvl="0"/>
            <a:r>
              <a:rPr lang="en-US" dirty="0"/>
              <a:t>Presentation title</a:t>
            </a:r>
          </a:p>
        </p:txBody>
      </p:sp>
      <p:sp>
        <p:nvSpPr>
          <p:cNvPr id="6" name="Text Placeholder 2">
            <a:extLst>
              <a:ext uri="{FF2B5EF4-FFF2-40B4-BE49-F238E27FC236}">
                <a16:creationId xmlns:a16="http://schemas.microsoft.com/office/drawing/2014/main" id="{C11EBC91-9963-A82F-09DB-9FD3761D758A}"/>
              </a:ext>
            </a:extLst>
          </p:cNvPr>
          <p:cNvSpPr>
            <a:spLocks noGrp="1"/>
          </p:cNvSpPr>
          <p:nvPr>
            <p:ph type="body" sz="quarter" idx="16" hasCustomPrompt="1"/>
          </p:nvPr>
        </p:nvSpPr>
        <p:spPr>
          <a:xfrm>
            <a:off x="502920" y="3123791"/>
            <a:ext cx="3108960" cy="323709"/>
          </a:xfrm>
          <a:prstGeom prst="rect">
            <a:avLst/>
          </a:prstGeom>
        </p:spPr>
        <p:txBody>
          <a:bodyPr/>
          <a:lstStyle>
            <a:lvl1pPr marL="0" indent="0">
              <a:buNone/>
              <a:defRPr sz="1200" b="1">
                <a:solidFill>
                  <a:schemeClr val="bg1"/>
                </a:solidFill>
                <a:latin typeface="Calibri" panose="020F0502020204030204" pitchFamily="34" charset="0"/>
              </a:defRPr>
            </a:lvl1pPr>
          </a:lstStyle>
          <a:p>
            <a:pPr lvl="0"/>
            <a:r>
              <a:rPr lang="en-US" dirty="0"/>
              <a:t>Optional header</a:t>
            </a:r>
          </a:p>
        </p:txBody>
      </p:sp>
      <p:pic>
        <p:nvPicPr>
          <p:cNvPr id="12" name="Picture 11" descr="A blue letter on a black background&#10;&#10;Description automatically generated">
            <a:extLst>
              <a:ext uri="{FF2B5EF4-FFF2-40B4-BE49-F238E27FC236}">
                <a16:creationId xmlns:a16="http://schemas.microsoft.com/office/drawing/2014/main" id="{3B491AB6-7AFB-564D-92F4-42298A0191FB}"/>
              </a:ext>
            </a:extLst>
          </p:cNvPr>
          <p:cNvPicPr>
            <a:picLocks noGrp="1" noRot="1" noChangeAspect="1" noMove="1" noResize="1" noEditPoints="1" noAdjustHandles="1" noChangeArrowheads="1" noChangeShapeType="1" noCrop="1"/>
          </p:cNvPicPr>
          <p:nvPr userDrawn="1"/>
        </p:nvPicPr>
        <p:blipFill>
          <a:blip r:embed="rId6" cstate="print">
            <a:extLst>
              <a:ext uri="{BEBA8EAE-BF5A-486C-A8C5-ECC9F3942E4B}">
                <a14:imgProps xmlns:a14="http://schemas.microsoft.com/office/drawing/2010/main">
                  <a14:imgLayer>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8900" y="874016"/>
            <a:ext cx="3108960" cy="1010447"/>
          </a:xfrm>
          <a:prstGeom prst="rect">
            <a:avLst/>
          </a:prstGeom>
        </p:spPr>
      </p:pic>
    </p:spTree>
    <p:extLst>
      <p:ext uri="{BB962C8B-B14F-4D97-AF65-F5344CB8AC3E}">
        <p14:creationId xmlns:p14="http://schemas.microsoft.com/office/powerpoint/2010/main" val="182557511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4="http://schemas.microsoft.com/office/drawing/2010/main" xmlns:v="urn:schemas-microsoft-com:vml"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and 1/2 image">
    <p:bg>
      <p:bgPr>
        <a:solidFill>
          <a:schemeClr val="tx2"/>
        </a:solidFill>
        <a:effectLst/>
      </p:bgPr>
    </p:bg>
    <p:spTree>
      <p:nvGrpSpPr>
        <p:cNvPr id="1" name=""/>
        <p:cNvGrpSpPr/>
        <p:nvPr/>
      </p:nvGrpSpPr>
      <p:grpSpPr>
        <a:xfrm>
          <a:off x="0" y="0"/>
          <a:ext cx="0" cy="0"/>
          <a:chOff x="0" y="0"/>
          <a:chExt cx="0" cy="0"/>
        </a:xfrm>
      </p:grpSpPr>
      <p:sp>
        <p:nvSpPr>
          <p:cNvPr id="14" name="Picture Placeholder 14">
            <a:extLst>
              <a:ext uri="{FF2B5EF4-FFF2-40B4-BE49-F238E27FC236}">
                <a16:creationId xmlns:a16="http://schemas.microsoft.com/office/drawing/2014/main" id="{4D4ADBDF-40DC-0727-7500-3CB2AD529793}"/>
              </a:ext>
            </a:extLst>
          </p:cNvPr>
          <p:cNvSpPr>
            <a:spLocks noGrp="1"/>
          </p:cNvSpPr>
          <p:nvPr>
            <p:ph type="pic" sz="quarter" idx="23" hasCustomPrompt="1"/>
          </p:nvPr>
        </p:nvSpPr>
        <p:spPr>
          <a:xfrm>
            <a:off x="4572000" y="0"/>
            <a:ext cx="4572000" cy="9104313"/>
          </a:xfrm>
          <a:custGeom>
            <a:avLst/>
            <a:gdLst>
              <a:gd name="connsiteX0" fmla="*/ 4290930 w 4572000"/>
              <a:gd name="connsiteY0" fmla="*/ 4918662 h 5143500"/>
              <a:gd name="connsiteX1" fmla="*/ 4290937 w 4572000"/>
              <a:gd name="connsiteY1" fmla="*/ 4918670 h 5143500"/>
              <a:gd name="connsiteX2" fmla="*/ 4290930 w 4572000"/>
              <a:gd name="connsiteY2" fmla="*/ 4918680 h 5143500"/>
              <a:gd name="connsiteX3" fmla="*/ 4185882 w 4572000"/>
              <a:gd name="connsiteY3" fmla="*/ 4908682 h 5143500"/>
              <a:gd name="connsiteX4" fmla="*/ 4211191 w 4572000"/>
              <a:gd name="connsiteY4" fmla="*/ 4931060 h 5143500"/>
              <a:gd name="connsiteX5" fmla="*/ 4185882 w 4572000"/>
              <a:gd name="connsiteY5" fmla="*/ 4955819 h 5143500"/>
              <a:gd name="connsiteX6" fmla="*/ 4180150 w 4572000"/>
              <a:gd name="connsiteY6" fmla="*/ 4955819 h 5143500"/>
              <a:gd name="connsiteX7" fmla="*/ 4180150 w 4572000"/>
              <a:gd name="connsiteY7" fmla="*/ 4908800 h 5143500"/>
              <a:gd name="connsiteX8" fmla="*/ 4185882 w 4572000"/>
              <a:gd name="connsiteY8" fmla="*/ 4908682 h 5143500"/>
              <a:gd name="connsiteX9" fmla="*/ 3737514 w 4572000"/>
              <a:gd name="connsiteY9" fmla="*/ 4908682 h 5143500"/>
              <a:gd name="connsiteX10" fmla="*/ 3762824 w 4572000"/>
              <a:gd name="connsiteY10" fmla="*/ 4931060 h 5143500"/>
              <a:gd name="connsiteX11" fmla="*/ 3737514 w 4572000"/>
              <a:gd name="connsiteY11" fmla="*/ 4955819 h 5143500"/>
              <a:gd name="connsiteX12" fmla="*/ 3731782 w 4572000"/>
              <a:gd name="connsiteY12" fmla="*/ 4955819 h 5143500"/>
              <a:gd name="connsiteX13" fmla="*/ 3731782 w 4572000"/>
              <a:gd name="connsiteY13" fmla="*/ 4908800 h 5143500"/>
              <a:gd name="connsiteX14" fmla="*/ 3737514 w 4572000"/>
              <a:gd name="connsiteY14" fmla="*/ 4908682 h 5143500"/>
              <a:gd name="connsiteX15" fmla="*/ 4084176 w 4572000"/>
              <a:gd name="connsiteY15" fmla="*/ 4889642 h 5143500"/>
              <a:gd name="connsiteX16" fmla="*/ 4084176 w 4572000"/>
              <a:gd name="connsiteY16" fmla="*/ 5003422 h 5143500"/>
              <a:gd name="connsiteX17" fmla="*/ 4119036 w 4572000"/>
              <a:gd name="connsiteY17" fmla="*/ 5003422 h 5143500"/>
              <a:gd name="connsiteX18" fmla="*/ 4119036 w 4572000"/>
              <a:gd name="connsiteY18" fmla="*/ 4889642 h 5143500"/>
              <a:gd name="connsiteX19" fmla="*/ 4003476 w 4572000"/>
              <a:gd name="connsiteY19" fmla="*/ 4889642 h 5143500"/>
              <a:gd name="connsiteX20" fmla="*/ 4003476 w 4572000"/>
              <a:gd name="connsiteY20" fmla="*/ 5003422 h 5143500"/>
              <a:gd name="connsiteX21" fmla="*/ 4066503 w 4572000"/>
              <a:gd name="connsiteY21" fmla="*/ 5003422 h 5143500"/>
              <a:gd name="connsiteX22" fmla="*/ 4071759 w 4572000"/>
              <a:gd name="connsiteY22" fmla="*/ 4980570 h 5143500"/>
              <a:gd name="connsiteX23" fmla="*/ 4038337 w 4572000"/>
              <a:gd name="connsiteY23" fmla="*/ 4980570 h 5143500"/>
              <a:gd name="connsiteX24" fmla="*/ 4038337 w 4572000"/>
              <a:gd name="connsiteY24" fmla="*/ 4889642 h 5143500"/>
              <a:gd name="connsiteX25" fmla="*/ 3942839 w 4572000"/>
              <a:gd name="connsiteY25" fmla="*/ 4889642 h 5143500"/>
              <a:gd name="connsiteX26" fmla="*/ 3942839 w 4572000"/>
              <a:gd name="connsiteY26" fmla="*/ 5003422 h 5143500"/>
              <a:gd name="connsiteX27" fmla="*/ 3977700 w 4572000"/>
              <a:gd name="connsiteY27" fmla="*/ 5003422 h 5143500"/>
              <a:gd name="connsiteX28" fmla="*/ 3977700 w 4572000"/>
              <a:gd name="connsiteY28" fmla="*/ 4889642 h 5143500"/>
              <a:gd name="connsiteX29" fmla="*/ 3811044 w 4572000"/>
              <a:gd name="connsiteY29" fmla="*/ 4889642 h 5143500"/>
              <a:gd name="connsiteX30" fmla="*/ 3811044 w 4572000"/>
              <a:gd name="connsiteY30" fmla="*/ 5003422 h 5143500"/>
              <a:gd name="connsiteX31" fmla="*/ 3845905 w 4572000"/>
              <a:gd name="connsiteY31" fmla="*/ 5003422 h 5143500"/>
              <a:gd name="connsiteX32" fmla="*/ 3845905 w 4572000"/>
              <a:gd name="connsiteY32" fmla="*/ 4958675 h 5143500"/>
              <a:gd name="connsiteX33" fmla="*/ 3882193 w 4572000"/>
              <a:gd name="connsiteY33" fmla="*/ 4958675 h 5143500"/>
              <a:gd name="connsiteX34" fmla="*/ 3882193 w 4572000"/>
              <a:gd name="connsiteY34" fmla="*/ 5003422 h 5143500"/>
              <a:gd name="connsiteX35" fmla="*/ 3917054 w 4572000"/>
              <a:gd name="connsiteY35" fmla="*/ 5003422 h 5143500"/>
              <a:gd name="connsiteX36" fmla="*/ 3917054 w 4572000"/>
              <a:gd name="connsiteY36" fmla="*/ 4889642 h 5143500"/>
              <a:gd name="connsiteX37" fmla="*/ 3882193 w 4572000"/>
              <a:gd name="connsiteY37" fmla="*/ 4889642 h 5143500"/>
              <a:gd name="connsiteX38" fmla="*/ 3882193 w 4572000"/>
              <a:gd name="connsiteY38" fmla="*/ 4934873 h 5143500"/>
              <a:gd name="connsiteX39" fmla="*/ 3845905 w 4572000"/>
              <a:gd name="connsiteY39" fmla="*/ 4934873 h 5143500"/>
              <a:gd name="connsiteX40" fmla="*/ 3845905 w 4572000"/>
              <a:gd name="connsiteY40" fmla="*/ 4889642 h 5143500"/>
              <a:gd name="connsiteX41" fmla="*/ 4187786 w 4572000"/>
              <a:gd name="connsiteY41" fmla="*/ 4887261 h 5143500"/>
              <a:gd name="connsiteX42" fmla="*/ 4145289 w 4572000"/>
              <a:gd name="connsiteY42" fmla="*/ 4889642 h 5143500"/>
              <a:gd name="connsiteX43" fmla="*/ 4145289 w 4572000"/>
              <a:gd name="connsiteY43" fmla="*/ 5003422 h 5143500"/>
              <a:gd name="connsiteX44" fmla="*/ 4180150 w 4572000"/>
              <a:gd name="connsiteY44" fmla="*/ 5003422 h 5143500"/>
              <a:gd name="connsiteX45" fmla="*/ 4180150 w 4572000"/>
              <a:gd name="connsiteY45" fmla="*/ 4976282 h 5143500"/>
              <a:gd name="connsiteX46" fmla="*/ 4192566 w 4572000"/>
              <a:gd name="connsiteY46" fmla="*/ 4976282 h 5143500"/>
              <a:gd name="connsiteX47" fmla="*/ 4192566 w 4572000"/>
              <a:gd name="connsiteY47" fmla="*/ 4976291 h 5143500"/>
              <a:gd name="connsiteX48" fmla="*/ 4245567 w 4572000"/>
              <a:gd name="connsiteY48" fmla="*/ 4930586 h 5143500"/>
              <a:gd name="connsiteX49" fmla="*/ 4187786 w 4572000"/>
              <a:gd name="connsiteY49" fmla="*/ 4887261 h 5143500"/>
              <a:gd name="connsiteX50" fmla="*/ 3739428 w 4572000"/>
              <a:gd name="connsiteY50" fmla="*/ 4887261 h 5143500"/>
              <a:gd name="connsiteX51" fmla="*/ 3696931 w 4572000"/>
              <a:gd name="connsiteY51" fmla="*/ 4889642 h 5143500"/>
              <a:gd name="connsiteX52" fmla="*/ 3696931 w 4572000"/>
              <a:gd name="connsiteY52" fmla="*/ 5003422 h 5143500"/>
              <a:gd name="connsiteX53" fmla="*/ 3731791 w 4572000"/>
              <a:gd name="connsiteY53" fmla="*/ 5003422 h 5143500"/>
              <a:gd name="connsiteX54" fmla="*/ 3731791 w 4572000"/>
              <a:gd name="connsiteY54" fmla="*/ 4976282 h 5143500"/>
              <a:gd name="connsiteX55" fmla="*/ 3744208 w 4572000"/>
              <a:gd name="connsiteY55" fmla="*/ 4976282 h 5143500"/>
              <a:gd name="connsiteX56" fmla="*/ 3744199 w 4572000"/>
              <a:gd name="connsiteY56" fmla="*/ 4976291 h 5143500"/>
              <a:gd name="connsiteX57" fmla="*/ 3797199 w 4572000"/>
              <a:gd name="connsiteY57" fmla="*/ 4930586 h 5143500"/>
              <a:gd name="connsiteX58" fmla="*/ 3739428 w 4572000"/>
              <a:gd name="connsiteY58" fmla="*/ 4887261 h 5143500"/>
              <a:gd name="connsiteX59" fmla="*/ 4303337 w 4572000"/>
              <a:gd name="connsiteY59" fmla="*/ 4887252 h 5143500"/>
              <a:gd name="connsiteX60" fmla="*/ 4256069 w 4572000"/>
              <a:gd name="connsiteY60" fmla="*/ 4921527 h 5143500"/>
              <a:gd name="connsiteX61" fmla="*/ 4310507 w 4572000"/>
              <a:gd name="connsiteY61" fmla="*/ 4971994 h 5143500"/>
              <a:gd name="connsiteX62" fmla="*/ 4292367 w 4572000"/>
              <a:gd name="connsiteY62" fmla="*/ 4982942 h 5143500"/>
              <a:gd name="connsiteX63" fmla="*/ 4252736 w 4572000"/>
              <a:gd name="connsiteY63" fmla="*/ 4973892 h 5143500"/>
              <a:gd name="connsiteX64" fmla="*/ 4256555 w 4572000"/>
              <a:gd name="connsiteY64" fmla="*/ 5000074 h 5143500"/>
              <a:gd name="connsiteX65" fmla="*/ 4292844 w 4572000"/>
              <a:gd name="connsiteY65" fmla="*/ 5005785 h 5143500"/>
              <a:gd name="connsiteX66" fmla="*/ 4345844 w 4572000"/>
              <a:gd name="connsiteY66" fmla="*/ 4967697 h 5143500"/>
              <a:gd name="connsiteX67" fmla="*/ 4299510 w 4572000"/>
              <a:gd name="connsiteY67" fmla="*/ 4928600 h 5143500"/>
              <a:gd name="connsiteX68" fmla="*/ 4290937 w 4572000"/>
              <a:gd name="connsiteY68" fmla="*/ 4918670 h 5143500"/>
              <a:gd name="connsiteX69" fmla="*/ 4295287 w 4572000"/>
              <a:gd name="connsiteY69" fmla="*/ 4911836 h 5143500"/>
              <a:gd name="connsiteX70" fmla="*/ 4307165 w 4572000"/>
              <a:gd name="connsiteY70" fmla="*/ 4909630 h 5143500"/>
              <a:gd name="connsiteX71" fmla="*/ 4338198 w 4572000"/>
              <a:gd name="connsiteY71" fmla="*/ 4915341 h 5143500"/>
              <a:gd name="connsiteX72" fmla="*/ 4335332 w 4572000"/>
              <a:gd name="connsiteY72" fmla="*/ 4890582 h 5143500"/>
              <a:gd name="connsiteX73" fmla="*/ 4303337 w 4572000"/>
              <a:gd name="connsiteY73" fmla="*/ 4887252 h 5143500"/>
              <a:gd name="connsiteX74" fmla="*/ 0 w 4572000"/>
              <a:gd name="connsiteY74" fmla="*/ 0 h 5143500"/>
              <a:gd name="connsiteX75" fmla="*/ 4572000 w 4572000"/>
              <a:gd name="connsiteY75" fmla="*/ 0 h 5143500"/>
              <a:gd name="connsiteX76" fmla="*/ 4572000 w 4572000"/>
              <a:gd name="connsiteY76" fmla="*/ 5143500 h 5143500"/>
              <a:gd name="connsiteX77" fmla="*/ 0 w 4572000"/>
              <a:gd name="connsiteY7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572000" h="5143500">
                <a:moveTo>
                  <a:pt x="4290930" y="4918662"/>
                </a:moveTo>
                <a:lnTo>
                  <a:pt x="4290937" y="4918670"/>
                </a:lnTo>
                <a:lnTo>
                  <a:pt x="4290930" y="4918680"/>
                </a:lnTo>
                <a:close/>
                <a:moveTo>
                  <a:pt x="4185882" y="4908682"/>
                </a:moveTo>
                <a:cubicBezTo>
                  <a:pt x="4203069" y="4908682"/>
                  <a:pt x="4211191" y="4916774"/>
                  <a:pt x="4211191" y="4931060"/>
                </a:cubicBezTo>
                <a:cubicBezTo>
                  <a:pt x="4211191" y="4945821"/>
                  <a:pt x="4204031" y="4955819"/>
                  <a:pt x="4185882" y="4955819"/>
                </a:cubicBezTo>
                <a:lnTo>
                  <a:pt x="4180150" y="4955819"/>
                </a:lnTo>
                <a:lnTo>
                  <a:pt x="4180150" y="4908800"/>
                </a:lnTo>
                <a:cubicBezTo>
                  <a:pt x="4182173" y="4908682"/>
                  <a:pt x="4184087" y="4908682"/>
                  <a:pt x="4185882" y="4908682"/>
                </a:cubicBezTo>
                <a:close/>
                <a:moveTo>
                  <a:pt x="3737514" y="4908682"/>
                </a:moveTo>
                <a:cubicBezTo>
                  <a:pt x="3754702" y="4908682"/>
                  <a:pt x="3762824" y="4916774"/>
                  <a:pt x="3762824" y="4931060"/>
                </a:cubicBezTo>
                <a:cubicBezTo>
                  <a:pt x="3762824" y="4945821"/>
                  <a:pt x="3755663" y="4955819"/>
                  <a:pt x="3737514" y="4955819"/>
                </a:cubicBezTo>
                <a:lnTo>
                  <a:pt x="3731782" y="4955819"/>
                </a:lnTo>
                <a:lnTo>
                  <a:pt x="3731782" y="4908800"/>
                </a:lnTo>
                <a:cubicBezTo>
                  <a:pt x="3733815" y="4908682"/>
                  <a:pt x="3735720" y="4908682"/>
                  <a:pt x="3737514" y="4908682"/>
                </a:cubicBezTo>
                <a:close/>
                <a:moveTo>
                  <a:pt x="4084176" y="4889642"/>
                </a:moveTo>
                <a:lnTo>
                  <a:pt x="4084176" y="5003422"/>
                </a:lnTo>
                <a:lnTo>
                  <a:pt x="4119036" y="5003422"/>
                </a:lnTo>
                <a:lnTo>
                  <a:pt x="4119036" y="4889642"/>
                </a:lnTo>
                <a:close/>
                <a:moveTo>
                  <a:pt x="4003476" y="4889642"/>
                </a:moveTo>
                <a:lnTo>
                  <a:pt x="4003476" y="5003422"/>
                </a:lnTo>
                <a:lnTo>
                  <a:pt x="4066503" y="5003422"/>
                </a:lnTo>
                <a:lnTo>
                  <a:pt x="4071759" y="4980570"/>
                </a:lnTo>
                <a:lnTo>
                  <a:pt x="4038337" y="4980570"/>
                </a:lnTo>
                <a:lnTo>
                  <a:pt x="4038337" y="4889642"/>
                </a:lnTo>
                <a:close/>
                <a:moveTo>
                  <a:pt x="3942839" y="4889642"/>
                </a:moveTo>
                <a:lnTo>
                  <a:pt x="3942839" y="5003422"/>
                </a:lnTo>
                <a:lnTo>
                  <a:pt x="3977700" y="5003422"/>
                </a:lnTo>
                <a:lnTo>
                  <a:pt x="3977700" y="4889642"/>
                </a:lnTo>
                <a:close/>
                <a:moveTo>
                  <a:pt x="3811044" y="4889642"/>
                </a:moveTo>
                <a:lnTo>
                  <a:pt x="3811044" y="5003422"/>
                </a:lnTo>
                <a:lnTo>
                  <a:pt x="3845905" y="5003422"/>
                </a:lnTo>
                <a:lnTo>
                  <a:pt x="3845905" y="4958675"/>
                </a:lnTo>
                <a:lnTo>
                  <a:pt x="3882193" y="4958675"/>
                </a:lnTo>
                <a:lnTo>
                  <a:pt x="3882193" y="5003422"/>
                </a:lnTo>
                <a:lnTo>
                  <a:pt x="3917054" y="5003422"/>
                </a:lnTo>
                <a:lnTo>
                  <a:pt x="3917054" y="4889642"/>
                </a:lnTo>
                <a:lnTo>
                  <a:pt x="3882193" y="4889642"/>
                </a:lnTo>
                <a:lnTo>
                  <a:pt x="3882193" y="4934873"/>
                </a:lnTo>
                <a:lnTo>
                  <a:pt x="3845905" y="4934873"/>
                </a:lnTo>
                <a:lnTo>
                  <a:pt x="3845905" y="4889642"/>
                </a:lnTo>
                <a:close/>
                <a:moveTo>
                  <a:pt x="4187786" y="4887261"/>
                </a:moveTo>
                <a:cubicBezTo>
                  <a:pt x="4173941" y="4887261"/>
                  <a:pt x="4157230" y="4888210"/>
                  <a:pt x="4145289" y="4889642"/>
                </a:cubicBezTo>
                <a:lnTo>
                  <a:pt x="4145289" y="5003422"/>
                </a:lnTo>
                <a:lnTo>
                  <a:pt x="4180150" y="5003422"/>
                </a:lnTo>
                <a:lnTo>
                  <a:pt x="4180150" y="4976282"/>
                </a:lnTo>
                <a:lnTo>
                  <a:pt x="4192566" y="4976282"/>
                </a:lnTo>
                <a:lnTo>
                  <a:pt x="4192566" y="4976291"/>
                </a:lnTo>
                <a:cubicBezTo>
                  <a:pt x="4225037" y="4976291"/>
                  <a:pt x="4245567" y="4959633"/>
                  <a:pt x="4245567" y="4930586"/>
                </a:cubicBezTo>
                <a:cubicBezTo>
                  <a:pt x="4245567" y="4898692"/>
                  <a:pt x="4223599" y="4887261"/>
                  <a:pt x="4187786" y="4887261"/>
                </a:cubicBezTo>
                <a:close/>
                <a:moveTo>
                  <a:pt x="3739428" y="4887261"/>
                </a:moveTo>
                <a:cubicBezTo>
                  <a:pt x="3725583" y="4887261"/>
                  <a:pt x="3708872" y="4888210"/>
                  <a:pt x="3696931" y="4889642"/>
                </a:cubicBezTo>
                <a:lnTo>
                  <a:pt x="3696931" y="5003422"/>
                </a:lnTo>
                <a:lnTo>
                  <a:pt x="3731791" y="5003422"/>
                </a:lnTo>
                <a:lnTo>
                  <a:pt x="3731791" y="4976282"/>
                </a:lnTo>
                <a:lnTo>
                  <a:pt x="3744208" y="4976282"/>
                </a:lnTo>
                <a:lnTo>
                  <a:pt x="3744199" y="4976291"/>
                </a:lnTo>
                <a:cubicBezTo>
                  <a:pt x="3776669" y="4976291"/>
                  <a:pt x="3797199" y="4959633"/>
                  <a:pt x="3797199" y="4930586"/>
                </a:cubicBezTo>
                <a:cubicBezTo>
                  <a:pt x="3797208" y="4898683"/>
                  <a:pt x="3775241" y="4887261"/>
                  <a:pt x="3739428" y="4887261"/>
                </a:cubicBezTo>
                <a:close/>
                <a:moveTo>
                  <a:pt x="4303337" y="4887252"/>
                </a:moveTo>
                <a:cubicBezTo>
                  <a:pt x="4275162" y="4887252"/>
                  <a:pt x="4256069" y="4898318"/>
                  <a:pt x="4256069" y="4921527"/>
                </a:cubicBezTo>
                <a:cubicBezTo>
                  <a:pt x="4256069" y="4961521"/>
                  <a:pt x="4310507" y="4953429"/>
                  <a:pt x="4310507" y="4971994"/>
                </a:cubicBezTo>
                <a:cubicBezTo>
                  <a:pt x="4310507" y="4979137"/>
                  <a:pt x="4305251" y="4982942"/>
                  <a:pt x="4292367" y="4982942"/>
                </a:cubicBezTo>
                <a:cubicBezTo>
                  <a:pt x="4280903" y="4982942"/>
                  <a:pt x="4263239" y="4979137"/>
                  <a:pt x="4252736" y="4973892"/>
                </a:cubicBezTo>
                <a:lnTo>
                  <a:pt x="4256555" y="5000074"/>
                </a:lnTo>
                <a:cubicBezTo>
                  <a:pt x="4267058" y="5003888"/>
                  <a:pt x="4281388" y="5005785"/>
                  <a:pt x="4292844" y="5005785"/>
                </a:cubicBezTo>
                <a:cubicBezTo>
                  <a:pt x="4321972" y="5005785"/>
                  <a:pt x="4345844" y="4996261"/>
                  <a:pt x="4345844" y="4967697"/>
                </a:cubicBezTo>
                <a:cubicBezTo>
                  <a:pt x="4345844" y="4939131"/>
                  <a:pt x="4314955" y="4936008"/>
                  <a:pt x="4299510" y="4928600"/>
                </a:cubicBezTo>
                <a:lnTo>
                  <a:pt x="4290937" y="4918670"/>
                </a:lnTo>
                <a:lnTo>
                  <a:pt x="4295287" y="4911836"/>
                </a:lnTo>
                <a:cubicBezTo>
                  <a:pt x="4298093" y="4910346"/>
                  <a:pt x="4302152" y="4909630"/>
                  <a:pt x="4307165" y="4909630"/>
                </a:cubicBezTo>
                <a:cubicBezTo>
                  <a:pt x="4318144" y="4909630"/>
                  <a:pt x="4330085" y="4912011"/>
                  <a:pt x="4338198" y="4915341"/>
                </a:cubicBezTo>
                <a:lnTo>
                  <a:pt x="4335332" y="4890582"/>
                </a:lnTo>
                <a:cubicBezTo>
                  <a:pt x="4326257" y="4888675"/>
                  <a:pt x="4318144" y="4887252"/>
                  <a:pt x="4303337" y="4887252"/>
                </a:cubicBezTo>
                <a:close/>
                <a:moveTo>
                  <a:pt x="0" y="0"/>
                </a:moveTo>
                <a:lnTo>
                  <a:pt x="4572000" y="0"/>
                </a:lnTo>
                <a:lnTo>
                  <a:pt x="457200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
        <p:nvSpPr>
          <p:cNvPr id="6" name="Footer Placeholder 11">
            <a:extLst>
              <a:ext uri="{FF2B5EF4-FFF2-40B4-BE49-F238E27FC236}">
                <a16:creationId xmlns:a16="http://schemas.microsoft.com/office/drawing/2014/main" id="{876D54D5-622D-C8E4-CD5C-2D01FEA4B5B3}"/>
              </a:ext>
            </a:extLst>
          </p:cNvPr>
          <p:cNvSpPr>
            <a:spLocks noGrp="1"/>
          </p:cNvSpPr>
          <p:nvPr>
            <p:ph type="ftr" sz="quarter" idx="26"/>
          </p:nvPr>
        </p:nvSpPr>
        <p:spPr>
          <a:xfrm>
            <a:off x="502919" y="8723955"/>
            <a:ext cx="3657600" cy="161854"/>
          </a:xfrm>
          <a:prstGeom prst="rect">
            <a:avLst/>
          </a:prstGeom>
        </p:spPr>
        <p:txBody>
          <a:bodyPr/>
          <a:lstStyle>
            <a:lvl1pPr>
              <a:defRPr>
                <a:solidFill>
                  <a:schemeClr val="bg1"/>
                </a:solidFill>
                <a:latin typeface="Calibri" panose="020F0502020204030204" pitchFamily="34" charset="0"/>
              </a:defRPr>
            </a:lvl1pPr>
          </a:lstStyle>
          <a:p>
            <a:endParaRPr lang="en-US" dirty="0"/>
          </a:p>
        </p:txBody>
      </p:sp>
      <p:sp>
        <p:nvSpPr>
          <p:cNvPr id="3" name="Slide Number Placeholder 12">
            <a:extLst>
              <a:ext uri="{FF2B5EF4-FFF2-40B4-BE49-F238E27FC236}">
                <a16:creationId xmlns:a16="http://schemas.microsoft.com/office/drawing/2014/main" id="{0431AD5C-8671-9AFE-04DD-0F34103D9F11}"/>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solidFill>
                <a:latin typeface="Calibri" panose="020F0502020204030204" pitchFamily="34" charset="0"/>
              </a:defRPr>
            </a:lvl1pPr>
          </a:lstStyle>
          <a:p>
            <a:fld id="{A5163908-529D-4A49-892F-D37C4044DFD8}" type="slidenum">
              <a:rPr lang="en-US" smtClean="0"/>
              <a:pPr/>
              <a:t>‹#›</a:t>
            </a:fld>
            <a:endParaRPr lang="en-US" dirty="0"/>
          </a:p>
        </p:txBody>
      </p:sp>
      <p:sp>
        <p:nvSpPr>
          <p:cNvPr id="5" name="Text Placeholder 4">
            <a:extLst>
              <a:ext uri="{FF2B5EF4-FFF2-40B4-BE49-F238E27FC236}">
                <a16:creationId xmlns:a16="http://schemas.microsoft.com/office/drawing/2014/main" id="{A1EABECB-BF56-1EC1-700B-6EE80491A786}"/>
              </a:ext>
            </a:extLst>
          </p:cNvPr>
          <p:cNvSpPr>
            <a:spLocks noGrp="1"/>
          </p:cNvSpPr>
          <p:nvPr>
            <p:ph type="body" sz="quarter" idx="32" hasCustomPrompt="1"/>
          </p:nvPr>
        </p:nvSpPr>
        <p:spPr>
          <a:xfrm>
            <a:off x="502104" y="3255644"/>
            <a:ext cx="3657280" cy="5056258"/>
          </a:xfrm>
        </p:spPr>
        <p:txBody>
          <a:bodyPr/>
          <a:lstStyle>
            <a:lvl1pPr>
              <a:spcAft>
                <a:spcPts val="600"/>
              </a:spcAft>
              <a:buClr>
                <a:schemeClr val="bg1"/>
              </a:buClr>
              <a:buSzPct val="75000"/>
              <a:defRPr>
                <a:solidFill>
                  <a:schemeClr val="bg1"/>
                </a:solidFill>
              </a:defRPr>
            </a:lvl1pPr>
            <a:lvl2pPr>
              <a:spcAft>
                <a:spcPts val="600"/>
              </a:spcAft>
              <a:buClr>
                <a:schemeClr val="bg1"/>
              </a:buClr>
              <a:buSzPct val="75000"/>
              <a:defRPr>
                <a:solidFill>
                  <a:schemeClr val="bg1"/>
                </a:solidFill>
              </a:defRPr>
            </a:lvl2pPr>
            <a:lvl3pPr>
              <a:spcAft>
                <a:spcPts val="600"/>
              </a:spcAft>
              <a:buClr>
                <a:schemeClr val="bg1"/>
              </a:buClr>
              <a:buSzPct val="75000"/>
              <a:defRPr>
                <a:solidFill>
                  <a:schemeClr val="bg1"/>
                </a:solidFill>
              </a:defRPr>
            </a:lvl3pPr>
            <a:lvl4pPr>
              <a:spcAft>
                <a:spcPts val="600"/>
              </a:spcAft>
              <a:buClr>
                <a:schemeClr val="bg1"/>
              </a:buClr>
              <a:buSzPct val="75000"/>
              <a:defRPr>
                <a:solidFill>
                  <a:schemeClr val="bg1"/>
                </a:solidFill>
              </a:defRPr>
            </a:lvl4pPr>
            <a:lvl5pPr>
              <a:spcAft>
                <a:spcPts val="600"/>
              </a:spcAft>
              <a:buClr>
                <a:schemeClr val="bg1"/>
              </a:buClr>
              <a:buSzPct val="75000"/>
              <a:defRPr>
                <a:solidFill>
                  <a:schemeClr val="bg1"/>
                </a:solidFill>
              </a:defRPr>
            </a:lvl5pPr>
          </a:lstStyle>
          <a:p>
            <a:pPr lvl="0"/>
            <a:r>
              <a:rPr lang="en-US" dirty="0"/>
              <a:t>List item</a:t>
            </a:r>
          </a:p>
          <a:p>
            <a:pPr lvl="1"/>
            <a:r>
              <a:rPr lang="en-US" dirty="0"/>
              <a:t>List item</a:t>
            </a:r>
          </a:p>
          <a:p>
            <a:pPr lvl="2"/>
            <a:r>
              <a:rPr lang="en-US" dirty="0"/>
              <a:t>List item</a:t>
            </a:r>
          </a:p>
          <a:p>
            <a:pPr lvl="3"/>
            <a:r>
              <a:rPr lang="en-US" dirty="0"/>
              <a:t>List item</a:t>
            </a:r>
          </a:p>
          <a:p>
            <a:pPr lvl="4"/>
            <a:r>
              <a:rPr lang="en-US" dirty="0"/>
              <a:t>List item</a:t>
            </a:r>
          </a:p>
        </p:txBody>
      </p:sp>
      <p:sp>
        <p:nvSpPr>
          <p:cNvPr id="11" name="Title 5">
            <a:extLst>
              <a:ext uri="{FF2B5EF4-FFF2-40B4-BE49-F238E27FC236}">
                <a16:creationId xmlns:a16="http://schemas.microsoft.com/office/drawing/2014/main" id="{55C4CE81-E728-AD2F-72F4-655C91D5748B}"/>
              </a:ext>
            </a:extLst>
          </p:cNvPr>
          <p:cNvSpPr>
            <a:spLocks noGrp="1"/>
          </p:cNvSpPr>
          <p:nvPr>
            <p:ph type="title" hasCustomPrompt="1"/>
          </p:nvPr>
        </p:nvSpPr>
        <p:spPr>
          <a:xfrm>
            <a:off x="503239" y="1724962"/>
            <a:ext cx="3657281" cy="1272917"/>
          </a:xfrm>
          <a:prstGeom prst="rect">
            <a:avLst/>
          </a:prstGeom>
        </p:spPr>
        <p:txBody>
          <a:bodyPr/>
          <a:lstStyle>
            <a:lvl1pPr>
              <a:defRPr sz="2400">
                <a:solidFill>
                  <a:srgbClr val="BDF0FF"/>
                </a:solidFill>
              </a:defRPr>
            </a:lvl1pPr>
          </a:lstStyle>
          <a:p>
            <a:r>
              <a:rPr lang="en-US" dirty="0"/>
              <a:t>Type your headline here </a:t>
            </a:r>
            <a:br>
              <a:rPr lang="en-US" dirty="0"/>
            </a:br>
            <a:r>
              <a:rPr lang="en-US" dirty="0"/>
              <a:t>(ex: Agenda)</a:t>
            </a:r>
            <a:endParaRPr lang="en-GB" dirty="0"/>
          </a:p>
        </p:txBody>
      </p:sp>
      <p:sp>
        <p:nvSpPr>
          <p:cNvPr id="10" name="Text Placeholder 7">
            <a:extLst>
              <a:ext uri="{FF2B5EF4-FFF2-40B4-BE49-F238E27FC236}">
                <a16:creationId xmlns:a16="http://schemas.microsoft.com/office/drawing/2014/main" id="{716CC379-2329-348A-A0BB-BF2305A004E9}"/>
              </a:ext>
            </a:extLst>
          </p:cNvPr>
          <p:cNvSpPr>
            <a:spLocks noGrp="1"/>
          </p:cNvSpPr>
          <p:nvPr>
            <p:ph type="body" sz="quarter" idx="31" hasCustomPrompt="1"/>
          </p:nvPr>
        </p:nvSpPr>
        <p:spPr>
          <a:xfrm>
            <a:off x="502104" y="1085838"/>
            <a:ext cx="2240280" cy="381351"/>
          </a:xfrm>
          <a:prstGeom prst="rect">
            <a:avLst/>
          </a:prstGeom>
        </p:spPr>
        <p:txBody>
          <a:bodyPr/>
          <a:lstStyle>
            <a:lvl1pPr marL="0" indent="0">
              <a:buNone/>
              <a:defRPr sz="1400" b="1">
                <a:solidFill>
                  <a:srgbClr val="BDF0FF"/>
                </a:solidFill>
              </a:defRPr>
            </a:lvl1pPr>
            <a:lvl2pPr marL="182876" indent="0">
              <a:buNone/>
              <a:defRPr sz="1400" b="1">
                <a:solidFill>
                  <a:schemeClr val="bg2"/>
                </a:solidFill>
              </a:defRPr>
            </a:lvl2pPr>
            <a:lvl3pPr marL="321810" indent="0">
              <a:buNone/>
              <a:defRPr sz="1400" b="1">
                <a:solidFill>
                  <a:schemeClr val="bg2"/>
                </a:solidFill>
              </a:defRPr>
            </a:lvl3pPr>
            <a:lvl4pPr marL="457189" indent="0">
              <a:buNone/>
              <a:defRPr sz="1400" b="1">
                <a:solidFill>
                  <a:schemeClr val="bg2"/>
                </a:solidFill>
              </a:defRPr>
            </a:lvl4pPr>
            <a:lvl5pPr marL="593709" indent="0">
              <a:buNone/>
              <a:defRPr sz="1400" b="1">
                <a:solidFill>
                  <a:schemeClr val="bg2"/>
                </a:solidFill>
              </a:defRPr>
            </a:lvl5pPr>
          </a:lstStyle>
          <a:p>
            <a:pPr lvl="0"/>
            <a:r>
              <a:rPr lang="en-US" dirty="0"/>
              <a:t>Date</a:t>
            </a:r>
            <a:endParaRPr lang="en-GB" dirty="0"/>
          </a:p>
        </p:txBody>
      </p:sp>
      <p:sp>
        <p:nvSpPr>
          <p:cNvPr id="7" name="Text Placeholder 7">
            <a:extLst>
              <a:ext uri="{FF2B5EF4-FFF2-40B4-BE49-F238E27FC236}">
                <a16:creationId xmlns:a16="http://schemas.microsoft.com/office/drawing/2014/main" id="{A88A61FA-8506-8BDE-75B7-56CF2CF1A598}"/>
              </a:ext>
            </a:extLst>
          </p:cNvPr>
          <p:cNvSpPr>
            <a:spLocks noGrp="1"/>
          </p:cNvSpPr>
          <p:nvPr>
            <p:ph type="body" sz="quarter" idx="30" hasCustomPrompt="1"/>
          </p:nvPr>
        </p:nvSpPr>
        <p:spPr>
          <a:xfrm>
            <a:off x="502104" y="661834"/>
            <a:ext cx="2240280" cy="381351"/>
          </a:xfrm>
          <a:prstGeom prst="rect">
            <a:avLst/>
          </a:prstGeom>
        </p:spPr>
        <p:txBody>
          <a:bodyPr/>
          <a:lstStyle>
            <a:lvl1pPr marL="0" indent="0">
              <a:buNone/>
              <a:defRPr sz="1400" b="1">
                <a:solidFill>
                  <a:srgbClr val="BDF0FF"/>
                </a:solidFill>
              </a:defRPr>
            </a:lvl1pPr>
            <a:lvl2pPr marL="182876" indent="0">
              <a:buNone/>
              <a:defRPr sz="1400" b="1">
                <a:solidFill>
                  <a:schemeClr val="bg2"/>
                </a:solidFill>
              </a:defRPr>
            </a:lvl2pPr>
            <a:lvl3pPr marL="321810" indent="0">
              <a:buNone/>
              <a:defRPr sz="1400" b="1">
                <a:solidFill>
                  <a:schemeClr val="bg2"/>
                </a:solidFill>
              </a:defRPr>
            </a:lvl3pPr>
            <a:lvl4pPr marL="457189" indent="0">
              <a:buNone/>
              <a:defRPr sz="1400" b="1">
                <a:solidFill>
                  <a:schemeClr val="bg2"/>
                </a:solidFill>
              </a:defRPr>
            </a:lvl4pPr>
            <a:lvl5pPr marL="593709" indent="0">
              <a:buNone/>
              <a:defRPr sz="1400" b="1">
                <a:solidFill>
                  <a:schemeClr val="bg2"/>
                </a:solidFill>
              </a:defRPr>
            </a:lvl5pPr>
          </a:lstStyle>
          <a:p>
            <a:pPr lvl="0"/>
            <a:r>
              <a:rPr lang="en-US" dirty="0"/>
              <a:t>Meeting/Event name</a:t>
            </a:r>
            <a:endParaRPr lang="en-GB" dirty="0"/>
          </a:p>
        </p:txBody>
      </p:sp>
    </p:spTree>
    <p:extLst>
      <p:ext uri="{BB962C8B-B14F-4D97-AF65-F5344CB8AC3E}">
        <p14:creationId xmlns:p14="http://schemas.microsoft.com/office/powerpoint/2010/main" val="30573793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blue (with image)">
    <p:bg>
      <p:bgPr>
        <a:solidFill>
          <a:schemeClr val="tx2"/>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9D78E995-A1DD-8545-84F0-DC4CDC5BD5FA}"/>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8" name="Footer Placeholder 2">
            <a:extLst>
              <a:ext uri="{FF2B5EF4-FFF2-40B4-BE49-F238E27FC236}">
                <a16:creationId xmlns:a16="http://schemas.microsoft.com/office/drawing/2014/main" id="{D8B1C466-D200-4DC7-D0E2-B4A614BA5B2B}"/>
              </a:ext>
            </a:extLst>
          </p:cNvPr>
          <p:cNvSpPr>
            <a:spLocks noGrp="1"/>
          </p:cNvSpPr>
          <p:nvPr>
            <p:ph type="ftr" sz="quarter" idx="23"/>
          </p:nvPr>
        </p:nvSpPr>
        <p:spPr>
          <a:xfrm>
            <a:off x="5074920" y="8723955"/>
            <a:ext cx="914400" cy="161854"/>
          </a:xfrm>
          <a:prstGeom prst="rect">
            <a:avLst/>
          </a:prstGeom>
        </p:spPr>
        <p:txBody>
          <a:bodyPr/>
          <a:lstStyle>
            <a:lvl1pPr>
              <a:defRPr>
                <a:solidFill>
                  <a:schemeClr val="bg1"/>
                </a:solidFill>
              </a:defRPr>
            </a:lvl1pPr>
          </a:lstStyle>
          <a:p>
            <a:endParaRPr lang="en-US" dirty="0"/>
          </a:p>
        </p:txBody>
      </p:sp>
      <p:sp>
        <p:nvSpPr>
          <p:cNvPr id="5" name="Title 1">
            <a:extLst>
              <a:ext uri="{FF2B5EF4-FFF2-40B4-BE49-F238E27FC236}">
                <a16:creationId xmlns:a16="http://schemas.microsoft.com/office/drawing/2014/main" id="{FF4F6A7D-29A9-865E-B1B3-84E34AE31332}"/>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bg1"/>
                </a:solidFill>
              </a:defRPr>
            </a:lvl1pPr>
          </a:lstStyle>
          <a:p>
            <a:r>
              <a:rPr lang="en-US" dirty="0"/>
              <a:t>Philips blue divider, </a:t>
            </a:r>
            <a:br>
              <a:rPr lang="en-US" dirty="0"/>
            </a:br>
            <a:r>
              <a:rPr lang="en-US" dirty="0"/>
              <a:t>half photo</a:t>
            </a:r>
          </a:p>
        </p:txBody>
      </p:sp>
      <p:sp>
        <p:nvSpPr>
          <p:cNvPr id="6" name="Slide Number Placeholder 5">
            <a:extLst>
              <a:ext uri="{FF2B5EF4-FFF2-40B4-BE49-F238E27FC236}">
                <a16:creationId xmlns:a16="http://schemas.microsoft.com/office/drawing/2014/main" id="{846CB73A-A9B6-13DF-87F7-3E10FF24BEDD}"/>
              </a:ext>
            </a:extLst>
          </p:cNvPr>
          <p:cNvSpPr>
            <a:spLocks noGrp="1"/>
          </p:cNvSpPr>
          <p:nvPr>
            <p:ph type="sldNum" sz="quarter" idx="24"/>
          </p:nvPr>
        </p:nvSpPr>
        <p:spPr>
          <a:xfrm>
            <a:off x="182124" y="8723955"/>
            <a:ext cx="199973" cy="161854"/>
          </a:xfrm>
          <a:prstGeom prst="rect">
            <a:avLst/>
          </a:prstGeom>
        </p:spPr>
        <p:txBody>
          <a:bodyPr/>
          <a:lstStyle>
            <a:lvl1pPr>
              <a:defRPr>
                <a:solidFill>
                  <a:schemeClr val="bg1">
                    <a:lumMod val="65000"/>
                  </a:schemeClr>
                </a:solidFill>
              </a:defRPr>
            </a:lvl1pPr>
          </a:lstStyle>
          <a:p>
            <a:fld id="{A5163908-529D-4A49-892F-D37C4044DFD8}" type="slidenum">
              <a:rPr lang="en-US" smtClean="0"/>
              <a:pPr/>
              <a:t>‹#›</a:t>
            </a:fld>
            <a:endParaRPr lang="en-US" dirty="0"/>
          </a:p>
        </p:txBody>
      </p:sp>
      <p:sp>
        <p:nvSpPr>
          <p:cNvPr id="10" name="Picture Placeholder 4">
            <a:extLst>
              <a:ext uri="{FF2B5EF4-FFF2-40B4-BE49-F238E27FC236}">
                <a16:creationId xmlns:a16="http://schemas.microsoft.com/office/drawing/2014/main" id="{87F682B3-AF4A-91C9-4759-8E607A1666A2}"/>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pic>
        <p:nvPicPr>
          <p:cNvPr id="3" name="Picture 2">
            <a:extLst>
              <a:ext uri="{FF2B5EF4-FFF2-40B4-BE49-F238E27FC236}">
                <a16:creationId xmlns:a16="http://schemas.microsoft.com/office/drawing/2014/main" id="{3A37A77D-5A68-FA54-71E2-62A93FDC6A75}"/>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98046650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white (with image)">
    <p:bg>
      <p:bgPr>
        <a:solidFill>
          <a:schemeClr val="bg1"/>
        </a:solidFill>
        <a:effectLst/>
      </p:bgPr>
    </p:bg>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3E2DADD8-E1E5-2BC7-F70F-856D65BF749E}"/>
              </a:ext>
            </a:extLst>
          </p:cNvPr>
          <p:cNvSpPr>
            <a:spLocks noGrp="1"/>
          </p:cNvSpPr>
          <p:nvPr>
            <p:ph type="ftr" sz="quarter" idx="23"/>
          </p:nvPr>
        </p:nvSpPr>
        <p:spPr>
          <a:xfrm>
            <a:off x="5074920" y="8723955"/>
            <a:ext cx="914400" cy="161854"/>
          </a:xfrm>
          <a:prstGeom prst="rect">
            <a:avLst/>
          </a:prstGeom>
        </p:spPr>
        <p:txBody>
          <a:bodyPr/>
          <a:lstStyle/>
          <a:p>
            <a:endParaRPr lang="en-US" dirty="0"/>
          </a:p>
        </p:txBody>
      </p:sp>
      <p:sp>
        <p:nvSpPr>
          <p:cNvPr id="5" name="Title 1">
            <a:extLst>
              <a:ext uri="{FF2B5EF4-FFF2-40B4-BE49-F238E27FC236}">
                <a16:creationId xmlns:a16="http://schemas.microsoft.com/office/drawing/2014/main" id="{541BE682-E648-A30F-488B-DAEEA0E0CB26}"/>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tx2"/>
                </a:solidFill>
              </a:defRPr>
            </a:lvl1pPr>
          </a:lstStyle>
          <a:p>
            <a:r>
              <a:rPr lang="en-US" dirty="0"/>
              <a:t>White divider, </a:t>
            </a:r>
            <a:br>
              <a:rPr lang="en-US" dirty="0"/>
            </a:br>
            <a:r>
              <a:rPr lang="en-US" dirty="0"/>
              <a:t>half photo</a:t>
            </a:r>
          </a:p>
        </p:txBody>
      </p:sp>
      <p:sp>
        <p:nvSpPr>
          <p:cNvPr id="7" name="Slide Number Placeholder 6">
            <a:extLst>
              <a:ext uri="{FF2B5EF4-FFF2-40B4-BE49-F238E27FC236}">
                <a16:creationId xmlns:a16="http://schemas.microsoft.com/office/drawing/2014/main" id="{B5746B0B-2942-5B4C-DCB9-34A15D547F62}"/>
              </a:ext>
            </a:extLst>
          </p:cNvPr>
          <p:cNvSpPr>
            <a:spLocks noGrp="1"/>
          </p:cNvSpPr>
          <p:nvPr>
            <p:ph type="sldNum" sz="quarter" idx="24"/>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Picture Placeholder 4">
            <a:extLst>
              <a:ext uri="{FF2B5EF4-FFF2-40B4-BE49-F238E27FC236}">
                <a16:creationId xmlns:a16="http://schemas.microsoft.com/office/drawing/2014/main" id="{9EFBEDBE-C1AF-5843-C168-0AC571738EFE}"/>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Tree>
    <p:extLst>
      <p:ext uri="{BB962C8B-B14F-4D97-AF65-F5344CB8AC3E}">
        <p14:creationId xmlns:p14="http://schemas.microsoft.com/office/powerpoint/2010/main" val="404327820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 light blue (with image)">
    <p:bg>
      <p:bgPr>
        <a:solidFill>
          <a:schemeClr val="bg2"/>
        </a:solidFill>
        <a:effectLst/>
      </p:bgPr>
    </p:bg>
    <p:spTree>
      <p:nvGrpSpPr>
        <p:cNvPr id="1" name=""/>
        <p:cNvGrpSpPr/>
        <p:nvPr/>
      </p:nvGrpSpPr>
      <p:grpSpPr>
        <a:xfrm>
          <a:off x="0" y="0"/>
          <a:ext cx="0" cy="0"/>
          <a:chOff x="0" y="0"/>
          <a:chExt cx="0" cy="0"/>
        </a:xfrm>
      </p:grpSpPr>
      <p:sp>
        <p:nvSpPr>
          <p:cNvPr id="7" name="Footer Placeholder 2">
            <a:extLst>
              <a:ext uri="{FF2B5EF4-FFF2-40B4-BE49-F238E27FC236}">
                <a16:creationId xmlns:a16="http://schemas.microsoft.com/office/drawing/2014/main" id="{A879EF11-C66F-25CE-5EFB-6055ED7EC2F4}"/>
              </a:ext>
            </a:extLst>
          </p:cNvPr>
          <p:cNvSpPr>
            <a:spLocks noGrp="1"/>
          </p:cNvSpPr>
          <p:nvPr>
            <p:ph type="ftr" sz="quarter" idx="23"/>
          </p:nvPr>
        </p:nvSpPr>
        <p:spPr>
          <a:xfrm>
            <a:off x="5074920" y="8723955"/>
            <a:ext cx="914400" cy="161854"/>
          </a:xfrm>
          <a:prstGeom prst="rect">
            <a:avLst/>
          </a:prstGeom>
        </p:spPr>
        <p:txBody>
          <a:bodyPr/>
          <a:lstStyle>
            <a:lvl1pPr>
              <a:defRPr>
                <a:solidFill>
                  <a:schemeClr val="tx1">
                    <a:lumMod val="65000"/>
                    <a:lumOff val="35000"/>
                  </a:schemeClr>
                </a:solidFill>
              </a:defRPr>
            </a:lvl1pPr>
          </a:lstStyle>
          <a:p>
            <a:endParaRPr lang="en-US" dirty="0"/>
          </a:p>
        </p:txBody>
      </p:sp>
      <p:sp>
        <p:nvSpPr>
          <p:cNvPr id="5" name="Title 1">
            <a:extLst>
              <a:ext uri="{FF2B5EF4-FFF2-40B4-BE49-F238E27FC236}">
                <a16:creationId xmlns:a16="http://schemas.microsoft.com/office/drawing/2014/main" id="{A3DAD8C3-A9EB-9986-F97F-413372422AE6}"/>
              </a:ext>
            </a:extLst>
          </p:cNvPr>
          <p:cNvSpPr>
            <a:spLocks noGrp="1"/>
          </p:cNvSpPr>
          <p:nvPr>
            <p:ph type="title" hasCustomPrompt="1"/>
          </p:nvPr>
        </p:nvSpPr>
        <p:spPr>
          <a:xfrm>
            <a:off x="5074920" y="3916884"/>
            <a:ext cx="3179496" cy="1272917"/>
          </a:xfrm>
          <a:prstGeom prst="rect">
            <a:avLst/>
          </a:prstGeom>
        </p:spPr>
        <p:txBody>
          <a:bodyPr anchor="ctr"/>
          <a:lstStyle>
            <a:lvl1pPr>
              <a:spcAft>
                <a:spcPts val="300"/>
              </a:spcAft>
              <a:defRPr>
                <a:solidFill>
                  <a:schemeClr val="accent1"/>
                </a:solidFill>
              </a:defRPr>
            </a:lvl1pPr>
          </a:lstStyle>
          <a:p>
            <a:r>
              <a:rPr lang="en-US" dirty="0"/>
              <a:t>Light blue divider, </a:t>
            </a:r>
            <a:br>
              <a:rPr lang="en-US" dirty="0"/>
            </a:br>
            <a:r>
              <a:rPr lang="en-US" dirty="0"/>
              <a:t>half photo</a:t>
            </a:r>
          </a:p>
        </p:txBody>
      </p:sp>
      <p:sp>
        <p:nvSpPr>
          <p:cNvPr id="6" name="Slide Number Placeholder 5">
            <a:extLst>
              <a:ext uri="{FF2B5EF4-FFF2-40B4-BE49-F238E27FC236}">
                <a16:creationId xmlns:a16="http://schemas.microsoft.com/office/drawing/2014/main" id="{131C264C-A8C8-C508-F1B9-3B467123058B}"/>
              </a:ext>
            </a:extLst>
          </p:cNvPr>
          <p:cNvSpPr>
            <a:spLocks noGrp="1"/>
          </p:cNvSpPr>
          <p:nvPr>
            <p:ph type="sldNum" sz="quarter" idx="24"/>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Picture Placeholder 4">
            <a:extLst>
              <a:ext uri="{FF2B5EF4-FFF2-40B4-BE49-F238E27FC236}">
                <a16:creationId xmlns:a16="http://schemas.microsoft.com/office/drawing/2014/main" id="{7BE110ED-2D7D-D774-0B80-3F90D3F4E9AF}"/>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spTree>
    <p:extLst>
      <p:ext uri="{BB962C8B-B14F-4D97-AF65-F5344CB8AC3E}">
        <p14:creationId xmlns:p14="http://schemas.microsoft.com/office/powerpoint/2010/main" val="3449367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dark blue (with image)">
    <p:bg>
      <p:bgPr>
        <a:solidFill>
          <a:schemeClr val="accent1"/>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6483C4F6-50E7-6E1E-D4D2-96582662F314}"/>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8" name="Footer Placeholder 2">
            <a:extLst>
              <a:ext uri="{FF2B5EF4-FFF2-40B4-BE49-F238E27FC236}">
                <a16:creationId xmlns:a16="http://schemas.microsoft.com/office/drawing/2014/main" id="{E6C58F87-A9BA-2FA1-B97C-0698020B5152}"/>
              </a:ext>
            </a:extLst>
          </p:cNvPr>
          <p:cNvSpPr>
            <a:spLocks noGrp="1"/>
          </p:cNvSpPr>
          <p:nvPr>
            <p:ph type="ftr" sz="quarter" idx="23"/>
          </p:nvPr>
        </p:nvSpPr>
        <p:spPr>
          <a:xfrm>
            <a:off x="5074920" y="8723955"/>
            <a:ext cx="914400" cy="161854"/>
          </a:xfrm>
          <a:prstGeom prst="rect">
            <a:avLst/>
          </a:prstGeom>
        </p:spPr>
        <p:txBody>
          <a:bodyPr/>
          <a:lstStyle>
            <a:lvl1pPr>
              <a:defRPr>
                <a:solidFill>
                  <a:schemeClr val="bg1"/>
                </a:solidFill>
              </a:defRPr>
            </a:lvl1pPr>
          </a:lstStyle>
          <a:p>
            <a:endParaRPr lang="en-US" dirty="0"/>
          </a:p>
        </p:txBody>
      </p:sp>
      <p:sp>
        <p:nvSpPr>
          <p:cNvPr id="3" name="Title 1">
            <a:extLst>
              <a:ext uri="{FF2B5EF4-FFF2-40B4-BE49-F238E27FC236}">
                <a16:creationId xmlns:a16="http://schemas.microsoft.com/office/drawing/2014/main" id="{672425AB-1C29-0373-FC31-D4FB7C71223A}"/>
              </a:ext>
            </a:extLst>
          </p:cNvPr>
          <p:cNvSpPr>
            <a:spLocks noGrp="1"/>
          </p:cNvSpPr>
          <p:nvPr>
            <p:ph type="title" hasCustomPrompt="1"/>
          </p:nvPr>
        </p:nvSpPr>
        <p:spPr>
          <a:xfrm>
            <a:off x="5073431" y="3915702"/>
            <a:ext cx="3179496" cy="1272917"/>
          </a:xfrm>
          <a:prstGeom prst="rect">
            <a:avLst/>
          </a:prstGeom>
        </p:spPr>
        <p:txBody>
          <a:bodyPr anchor="ctr"/>
          <a:lstStyle>
            <a:lvl1pPr>
              <a:spcAft>
                <a:spcPts val="300"/>
              </a:spcAft>
              <a:defRPr>
                <a:solidFill>
                  <a:schemeClr val="bg1"/>
                </a:solidFill>
              </a:defRPr>
            </a:lvl1pPr>
          </a:lstStyle>
          <a:p>
            <a:r>
              <a:rPr lang="en-US" dirty="0"/>
              <a:t>Dark blue divider, </a:t>
            </a:r>
            <a:br>
              <a:rPr lang="en-US" dirty="0"/>
            </a:br>
            <a:r>
              <a:rPr lang="en-US" dirty="0"/>
              <a:t>half photo</a:t>
            </a:r>
          </a:p>
        </p:txBody>
      </p:sp>
      <p:sp>
        <p:nvSpPr>
          <p:cNvPr id="6" name="Slide Number Placeholder 5">
            <a:extLst>
              <a:ext uri="{FF2B5EF4-FFF2-40B4-BE49-F238E27FC236}">
                <a16:creationId xmlns:a16="http://schemas.microsoft.com/office/drawing/2014/main" id="{2588B69E-8B5D-DA78-AE44-FB6C6BDE89EB}"/>
              </a:ext>
            </a:extLst>
          </p:cNvPr>
          <p:cNvSpPr>
            <a:spLocks noGrp="1"/>
          </p:cNvSpPr>
          <p:nvPr>
            <p:ph type="sldNum" sz="quarter" idx="24"/>
          </p:nvPr>
        </p:nvSpPr>
        <p:spPr>
          <a:xfrm>
            <a:off x="182124" y="8723955"/>
            <a:ext cx="199973" cy="161854"/>
          </a:xfrm>
          <a:prstGeom prst="rect">
            <a:avLst/>
          </a:prstGeom>
        </p:spPr>
        <p:txBody>
          <a:bodyPr/>
          <a:lstStyle>
            <a:lvl1pPr>
              <a:defRPr>
                <a:solidFill>
                  <a:schemeClr val="bg1">
                    <a:lumMod val="65000"/>
                  </a:schemeClr>
                </a:solidFill>
              </a:defRPr>
            </a:lvl1pPr>
          </a:lstStyle>
          <a:p>
            <a:fld id="{A5163908-529D-4A49-892F-D37C4044DFD8}" type="slidenum">
              <a:rPr lang="en-US" smtClean="0"/>
              <a:pPr/>
              <a:t>‹#›</a:t>
            </a:fld>
            <a:endParaRPr lang="en-US" dirty="0"/>
          </a:p>
        </p:txBody>
      </p:sp>
      <p:sp>
        <p:nvSpPr>
          <p:cNvPr id="5" name="Picture Placeholder 4">
            <a:extLst>
              <a:ext uri="{FF2B5EF4-FFF2-40B4-BE49-F238E27FC236}">
                <a16:creationId xmlns:a16="http://schemas.microsoft.com/office/drawing/2014/main" id="{E1BEA3FF-6101-A89B-8F65-C421806231BA}"/>
              </a:ext>
            </a:extLst>
          </p:cNvPr>
          <p:cNvSpPr>
            <a:spLocks noGrp="1"/>
          </p:cNvSpPr>
          <p:nvPr>
            <p:ph type="pic" sz="quarter" idx="25" hasCustomPrompt="1"/>
          </p:nvPr>
        </p:nvSpPr>
        <p:spPr>
          <a:xfrm>
            <a:off x="0" y="0"/>
            <a:ext cx="457200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a:t>
            </a:r>
            <a:br>
              <a:rPr lang="en-US" noProof="0" dirty="0"/>
            </a:br>
            <a:r>
              <a:rPr lang="en-US" noProof="0" dirty="0"/>
              <a:t>your image if your subject appears off-center</a:t>
            </a:r>
          </a:p>
        </p:txBody>
      </p:sp>
      <p:pic>
        <p:nvPicPr>
          <p:cNvPr id="7" name="Picture 6">
            <a:extLst>
              <a:ext uri="{FF2B5EF4-FFF2-40B4-BE49-F238E27FC236}">
                <a16:creationId xmlns:a16="http://schemas.microsoft.com/office/drawing/2014/main" id="{06E3089D-E461-0C57-2084-1F72CD158BFD}"/>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183135222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blue">
    <p:bg>
      <p:bgPr>
        <a:solidFill>
          <a:schemeClr val="tx2"/>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F0D7CB1-AD3C-2852-787D-8D22425C381F}"/>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6" name="Footer Placeholder 1">
            <a:extLst>
              <a:ext uri="{FF2B5EF4-FFF2-40B4-BE49-F238E27FC236}">
                <a16:creationId xmlns:a16="http://schemas.microsoft.com/office/drawing/2014/main" id="{0ADC6353-6048-E03A-3D77-9D075ACD8B70}"/>
              </a:ext>
            </a:extLst>
          </p:cNvPr>
          <p:cNvSpPr>
            <a:spLocks noGrp="1"/>
          </p:cNvSpPr>
          <p:nvPr>
            <p:ph type="ftr" sz="quarter" idx="15"/>
          </p:nvPr>
        </p:nvSpPr>
        <p:spPr>
          <a:xfrm>
            <a:off x="502919" y="8723955"/>
            <a:ext cx="5486400" cy="161854"/>
          </a:xfrm>
          <a:prstGeom prst="rect">
            <a:avLst/>
          </a:prstGeom>
        </p:spPr>
        <p:txBody>
          <a:bodyPr/>
          <a:lstStyle>
            <a:lvl1pPr>
              <a:defRPr>
                <a:solidFill>
                  <a:schemeClr val="bg1"/>
                </a:solidFill>
              </a:defRPr>
            </a:lvl1pPr>
          </a:lstStyle>
          <a:p>
            <a:endParaRPr lang="en-US" dirty="0"/>
          </a:p>
        </p:txBody>
      </p:sp>
      <p:sp>
        <p:nvSpPr>
          <p:cNvPr id="8" name="Slide Number Placeholder 6">
            <a:extLst>
              <a:ext uri="{FF2B5EF4-FFF2-40B4-BE49-F238E27FC236}">
                <a16:creationId xmlns:a16="http://schemas.microsoft.com/office/drawing/2014/main" id="{C52B2FB9-5F5F-3AD4-6FA3-4B103FDE22EA}"/>
              </a:ext>
            </a:extLst>
          </p:cNvPr>
          <p:cNvSpPr>
            <a:spLocks noGrp="1"/>
          </p:cNvSpPr>
          <p:nvPr>
            <p:ph type="sldNum" sz="quarter" idx="16"/>
          </p:nvPr>
        </p:nvSpPr>
        <p:spPr>
          <a:xfrm>
            <a:off x="182124" y="8723955"/>
            <a:ext cx="199973" cy="161854"/>
          </a:xfrm>
          <a:prstGeom prst="rect">
            <a:avLst/>
          </a:prstGeom>
        </p:spPr>
        <p:txBody>
          <a:bodyPr/>
          <a:lstStyle>
            <a:lvl1pPr>
              <a:defRPr>
                <a:solidFill>
                  <a:schemeClr val="bg1"/>
                </a:solidFill>
              </a:defRPr>
            </a:lvl1pPr>
          </a:lstStyle>
          <a:p>
            <a:fld id="{A5163908-529D-4A49-892F-D37C4044DFD8}" type="slidenum">
              <a:rPr lang="en-US" smtClean="0"/>
              <a:pPr/>
              <a:t>‹#›</a:t>
            </a:fld>
            <a:endParaRPr lang="en-US" dirty="0"/>
          </a:p>
        </p:txBody>
      </p:sp>
      <p:sp>
        <p:nvSpPr>
          <p:cNvPr id="9" name="Title 2">
            <a:extLst>
              <a:ext uri="{FF2B5EF4-FFF2-40B4-BE49-F238E27FC236}">
                <a16:creationId xmlns:a16="http://schemas.microsoft.com/office/drawing/2014/main" id="{16469C53-2653-5C06-7E2F-CD7D6BC91B92}"/>
              </a:ext>
            </a:extLst>
          </p:cNvPr>
          <p:cNvSpPr>
            <a:spLocks noGrp="1"/>
          </p:cNvSpPr>
          <p:nvPr>
            <p:ph type="title" hasCustomPrompt="1"/>
          </p:nvPr>
        </p:nvSpPr>
        <p:spPr>
          <a:xfrm>
            <a:off x="502919" y="2917808"/>
            <a:ext cx="8138161" cy="3268701"/>
          </a:xfrm>
          <a:prstGeom prst="rect">
            <a:avLst/>
          </a:prstGeom>
        </p:spPr>
        <p:txBody>
          <a:bodyPr tIns="0" bIns="0" anchor="ctr">
            <a:noAutofit/>
          </a:bodyPr>
          <a:lstStyle>
            <a:lvl1pPr>
              <a:defRPr sz="3600">
                <a:solidFill>
                  <a:schemeClr val="bg1"/>
                </a:solidFill>
              </a:defRPr>
            </a:lvl1pPr>
          </a:lstStyle>
          <a:p>
            <a:r>
              <a:rPr lang="en-US" dirty="0"/>
              <a:t>Philips blue divider</a:t>
            </a:r>
            <a:endParaRPr lang="en-GB" dirty="0"/>
          </a:p>
        </p:txBody>
      </p:sp>
      <p:sp>
        <p:nvSpPr>
          <p:cNvPr id="11" name="Text Placeholder 2">
            <a:extLst>
              <a:ext uri="{FF2B5EF4-FFF2-40B4-BE49-F238E27FC236}">
                <a16:creationId xmlns:a16="http://schemas.microsoft.com/office/drawing/2014/main" id="{C609342E-45EF-3B14-6398-69B80ECAAF0F}"/>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BDF0FF"/>
                </a:solidFill>
                <a:latin typeface="Calibri" panose="020F0502020204030204" pitchFamily="34" charset="0"/>
              </a:defRPr>
            </a:lvl1pPr>
          </a:lstStyle>
          <a:p>
            <a:pPr lvl="0"/>
            <a:r>
              <a:rPr lang="en-US" dirty="0"/>
              <a:t>Optional header</a:t>
            </a:r>
          </a:p>
        </p:txBody>
      </p:sp>
      <p:pic>
        <p:nvPicPr>
          <p:cNvPr id="3" name="Picture 2">
            <a:extLst>
              <a:ext uri="{FF2B5EF4-FFF2-40B4-BE49-F238E27FC236}">
                <a16:creationId xmlns:a16="http://schemas.microsoft.com/office/drawing/2014/main" id="{6A385F6C-EE6D-ED6D-18D0-4DE79C3908D5}"/>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72731052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 white">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C5660C-87D6-8991-CE76-9D054AAB9A58}"/>
              </a:ext>
            </a:extLst>
          </p:cNvPr>
          <p:cNvSpPr>
            <a:spLocks noGrp="1"/>
          </p:cNvSpPr>
          <p:nvPr>
            <p:ph type="ftr" sz="quarter" idx="15"/>
          </p:nvPr>
        </p:nvSpPr>
        <p:spPr>
          <a:xfrm>
            <a:off x="502919" y="8723955"/>
            <a:ext cx="5486400" cy="161854"/>
          </a:xfrm>
          <a:prstGeom prst="rect">
            <a:avLst/>
          </a:prstGeom>
        </p:spPr>
        <p:txBody>
          <a:bodyPr/>
          <a:lstStyle>
            <a:lvl1pPr>
              <a:defRPr>
                <a:solidFill>
                  <a:schemeClr val="tx1">
                    <a:lumMod val="65000"/>
                    <a:lumOff val="35000"/>
                  </a:schemeClr>
                </a:solidFill>
              </a:defRPr>
            </a:lvl1pPr>
          </a:lstStyle>
          <a:p>
            <a:endParaRPr lang="en-US" dirty="0"/>
          </a:p>
        </p:txBody>
      </p:sp>
      <p:sp>
        <p:nvSpPr>
          <p:cNvPr id="3" name="Slide Number Placeholder 2">
            <a:extLst>
              <a:ext uri="{FF2B5EF4-FFF2-40B4-BE49-F238E27FC236}">
                <a16:creationId xmlns:a16="http://schemas.microsoft.com/office/drawing/2014/main" id="{54D63F8B-8A74-0E87-A158-F18F0F9C68AA}"/>
              </a:ext>
            </a:extLst>
          </p:cNvPr>
          <p:cNvSpPr>
            <a:spLocks noGrp="1"/>
          </p:cNvSpPr>
          <p:nvPr>
            <p:ph type="sldNum" sz="quarter" idx="16"/>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10" name="Title 2">
            <a:extLst>
              <a:ext uri="{FF2B5EF4-FFF2-40B4-BE49-F238E27FC236}">
                <a16:creationId xmlns:a16="http://schemas.microsoft.com/office/drawing/2014/main" id="{770153C2-9411-C295-333A-E234FF87BD59}"/>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rgbClr val="00126E"/>
                </a:solidFill>
              </a:defRPr>
            </a:lvl1pPr>
          </a:lstStyle>
          <a:p>
            <a:r>
              <a:rPr lang="en-US" dirty="0"/>
              <a:t>White divider</a:t>
            </a:r>
            <a:endParaRPr lang="en-GB" dirty="0"/>
          </a:p>
        </p:txBody>
      </p:sp>
      <p:sp>
        <p:nvSpPr>
          <p:cNvPr id="11" name="Text Placeholder 2">
            <a:extLst>
              <a:ext uri="{FF2B5EF4-FFF2-40B4-BE49-F238E27FC236}">
                <a16:creationId xmlns:a16="http://schemas.microsoft.com/office/drawing/2014/main" id="{3C5F79E5-E3CC-0F06-D2F0-AB9CC0AE2CF7}"/>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spTree>
    <p:extLst>
      <p:ext uri="{BB962C8B-B14F-4D97-AF65-F5344CB8AC3E}">
        <p14:creationId xmlns:p14="http://schemas.microsoft.com/office/powerpoint/2010/main" val="269343202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light blu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B31952-E4A5-D9E8-C52F-5D29A7BC41F4}"/>
              </a:ext>
            </a:extLst>
          </p:cNvPr>
          <p:cNvSpPr>
            <a:spLocks noGrp="1"/>
          </p:cNvSpPr>
          <p:nvPr>
            <p:ph type="ftr" sz="quarter" idx="1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BE8E28A7-BDB3-7FE2-2275-6C094A1DF33A}"/>
              </a:ext>
            </a:extLst>
          </p:cNvPr>
          <p:cNvSpPr>
            <a:spLocks noGrp="1"/>
          </p:cNvSpPr>
          <p:nvPr>
            <p:ph type="sldNum" sz="quarter" idx="16"/>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4" name="Title 2">
            <a:extLst>
              <a:ext uri="{FF2B5EF4-FFF2-40B4-BE49-F238E27FC236}">
                <a16:creationId xmlns:a16="http://schemas.microsoft.com/office/drawing/2014/main" id="{5170887A-6431-1399-F5E5-FA3AD3099BAF}"/>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rgbClr val="00126E"/>
                </a:solidFill>
              </a:defRPr>
            </a:lvl1pPr>
          </a:lstStyle>
          <a:p>
            <a:r>
              <a:rPr lang="en-US" dirty="0"/>
              <a:t>Light blue divider</a:t>
            </a:r>
            <a:endParaRPr lang="en-GB" dirty="0"/>
          </a:p>
        </p:txBody>
      </p:sp>
      <p:sp>
        <p:nvSpPr>
          <p:cNvPr id="7" name="Text Placeholder 2">
            <a:extLst>
              <a:ext uri="{FF2B5EF4-FFF2-40B4-BE49-F238E27FC236}">
                <a16:creationId xmlns:a16="http://schemas.microsoft.com/office/drawing/2014/main" id="{9239A8D7-86F6-5F8F-60A8-D347B9F18D43}"/>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0B5ED7"/>
                </a:solidFill>
                <a:latin typeface="Calibri" panose="020F0502020204030204" pitchFamily="34" charset="0"/>
              </a:defRPr>
            </a:lvl1pPr>
          </a:lstStyle>
          <a:p>
            <a:pPr lvl="0"/>
            <a:r>
              <a:rPr lang="en-US" dirty="0"/>
              <a:t>Optional header</a:t>
            </a:r>
          </a:p>
        </p:txBody>
      </p:sp>
    </p:spTree>
    <p:extLst>
      <p:ext uri="{BB962C8B-B14F-4D97-AF65-F5344CB8AC3E}">
        <p14:creationId xmlns:p14="http://schemas.microsoft.com/office/powerpoint/2010/main" val="117109289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dark blue">
    <p:bg>
      <p:bgPr>
        <a:solidFill>
          <a:schemeClr val="accent1"/>
        </a:solidFill>
        <a:effectLst/>
      </p:bgPr>
    </p:bg>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0F4BC162-EBC9-AD4C-50FB-5AE54CFC382D}"/>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bg1"/>
                </a:solidFill>
                <a:latin typeface="+mj-lt"/>
              </a:rPr>
              <a:t>© 2024 Koninklijke Philips N.V. All rights reserved.</a:t>
            </a:r>
          </a:p>
        </p:txBody>
      </p:sp>
      <p:sp>
        <p:nvSpPr>
          <p:cNvPr id="2" name="Footer Placeholder 1">
            <a:extLst>
              <a:ext uri="{FF2B5EF4-FFF2-40B4-BE49-F238E27FC236}">
                <a16:creationId xmlns:a16="http://schemas.microsoft.com/office/drawing/2014/main" id="{1302E108-9147-4964-1570-DD151056425A}"/>
              </a:ext>
            </a:extLst>
          </p:cNvPr>
          <p:cNvSpPr>
            <a:spLocks noGrp="1"/>
          </p:cNvSpPr>
          <p:nvPr userDrawn="1">
            <p:ph type="ftr" sz="quarter" idx="15"/>
          </p:nvPr>
        </p:nvSpPr>
        <p:spPr>
          <a:xfrm>
            <a:off x="502919" y="8723955"/>
            <a:ext cx="5486400" cy="161854"/>
          </a:xfrm>
          <a:prstGeom prst="rect">
            <a:avLst/>
          </a:prstGeom>
        </p:spPr>
        <p:txBody>
          <a:bodyPr/>
          <a:lstStyle>
            <a:lvl1pPr>
              <a:defRPr>
                <a:solidFill>
                  <a:schemeClr val="bg1"/>
                </a:solidFill>
              </a:defRPr>
            </a:lvl1pPr>
          </a:lstStyle>
          <a:p>
            <a:endParaRPr lang="en-US" dirty="0"/>
          </a:p>
        </p:txBody>
      </p:sp>
      <p:sp>
        <p:nvSpPr>
          <p:cNvPr id="3" name="Slide Number Placeholder 2">
            <a:extLst>
              <a:ext uri="{FF2B5EF4-FFF2-40B4-BE49-F238E27FC236}">
                <a16:creationId xmlns:a16="http://schemas.microsoft.com/office/drawing/2014/main" id="{187ED613-E8BF-EF44-A246-98413FA79480}"/>
              </a:ext>
            </a:extLst>
          </p:cNvPr>
          <p:cNvSpPr>
            <a:spLocks noGrp="1"/>
          </p:cNvSpPr>
          <p:nvPr userDrawn="1">
            <p:ph type="sldNum" sz="quarter" idx="16"/>
          </p:nvPr>
        </p:nvSpPr>
        <p:spPr>
          <a:xfrm>
            <a:off x="182124" y="8723955"/>
            <a:ext cx="199973" cy="161854"/>
          </a:xfrm>
          <a:prstGeom prst="rect">
            <a:avLst/>
          </a:prstGeom>
        </p:spPr>
        <p:txBody>
          <a:bodyPr/>
          <a:lstStyle>
            <a:lvl1pPr>
              <a:defRPr>
                <a:solidFill>
                  <a:schemeClr val="bg1"/>
                </a:solidFill>
              </a:defRPr>
            </a:lvl1pPr>
          </a:lstStyle>
          <a:p>
            <a:fld id="{A5163908-529D-4A49-892F-D37C4044DFD8}" type="slidenum">
              <a:rPr lang="en-US" smtClean="0"/>
              <a:pPr/>
              <a:t>‹#›</a:t>
            </a:fld>
            <a:endParaRPr lang="en-US" dirty="0"/>
          </a:p>
        </p:txBody>
      </p:sp>
      <p:sp>
        <p:nvSpPr>
          <p:cNvPr id="5" name="Title 2">
            <a:extLst>
              <a:ext uri="{FF2B5EF4-FFF2-40B4-BE49-F238E27FC236}">
                <a16:creationId xmlns:a16="http://schemas.microsoft.com/office/drawing/2014/main" id="{514E7F6E-2B69-4BF8-B520-1CCC3F36F20D}"/>
              </a:ext>
            </a:extLst>
          </p:cNvPr>
          <p:cNvSpPr>
            <a:spLocks noGrp="1"/>
          </p:cNvSpPr>
          <p:nvPr>
            <p:ph type="title" hasCustomPrompt="1"/>
          </p:nvPr>
        </p:nvSpPr>
        <p:spPr>
          <a:xfrm>
            <a:off x="502919" y="2917808"/>
            <a:ext cx="8138160" cy="3268701"/>
          </a:xfrm>
          <a:prstGeom prst="rect">
            <a:avLst/>
          </a:prstGeom>
        </p:spPr>
        <p:txBody>
          <a:bodyPr tIns="0" bIns="0" anchor="ctr">
            <a:noAutofit/>
          </a:bodyPr>
          <a:lstStyle>
            <a:lvl1pPr>
              <a:defRPr sz="3600">
                <a:solidFill>
                  <a:schemeClr val="bg1"/>
                </a:solidFill>
              </a:defRPr>
            </a:lvl1pPr>
          </a:lstStyle>
          <a:p>
            <a:r>
              <a:rPr lang="en-US" dirty="0"/>
              <a:t>Dark blue divider</a:t>
            </a:r>
            <a:endParaRPr lang="en-GB" dirty="0"/>
          </a:p>
        </p:txBody>
      </p:sp>
      <p:sp>
        <p:nvSpPr>
          <p:cNvPr id="6" name="Text Placeholder 2">
            <a:extLst>
              <a:ext uri="{FF2B5EF4-FFF2-40B4-BE49-F238E27FC236}">
                <a16:creationId xmlns:a16="http://schemas.microsoft.com/office/drawing/2014/main" id="{21A37B65-E4B8-71F7-A78F-77B2D4E42B21}"/>
              </a:ext>
            </a:extLst>
          </p:cNvPr>
          <p:cNvSpPr>
            <a:spLocks noGrp="1"/>
          </p:cNvSpPr>
          <p:nvPr>
            <p:ph type="body" sz="quarter" idx="18" hasCustomPrompt="1"/>
          </p:nvPr>
        </p:nvSpPr>
        <p:spPr>
          <a:xfrm>
            <a:off x="502920" y="665966"/>
            <a:ext cx="4069080" cy="323709"/>
          </a:xfrm>
          <a:prstGeom prst="rect">
            <a:avLst/>
          </a:prstGeom>
        </p:spPr>
        <p:txBody>
          <a:bodyPr/>
          <a:lstStyle>
            <a:lvl1pPr marL="0" indent="0">
              <a:buNone/>
              <a:defRPr sz="1200" b="1">
                <a:solidFill>
                  <a:srgbClr val="BDF0FF"/>
                </a:solidFill>
                <a:latin typeface="Calibri" panose="020F0502020204030204" pitchFamily="34" charset="0"/>
              </a:defRPr>
            </a:lvl1pPr>
          </a:lstStyle>
          <a:p>
            <a:pPr lvl="0"/>
            <a:r>
              <a:rPr lang="en-US" dirty="0"/>
              <a:t>Optional header</a:t>
            </a:r>
          </a:p>
        </p:txBody>
      </p:sp>
      <p:pic>
        <p:nvPicPr>
          <p:cNvPr id="8" name="Picture 7">
            <a:extLst>
              <a:ext uri="{FF2B5EF4-FFF2-40B4-BE49-F238E27FC236}">
                <a16:creationId xmlns:a16="http://schemas.microsoft.com/office/drawing/2014/main" id="{D7FA3403-DB36-5459-127B-003E16CD7F5B}"/>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21202082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only - blue">
    <p:bg>
      <p:bgRef idx="1001">
        <a:schemeClr val="bg2"/>
      </p:bgRef>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40DD0C7-5AF6-1A37-ECF9-CC16DE9DDC74}"/>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tx1"/>
                </a:solidFill>
                <a:latin typeface="+mj-lt"/>
              </a:rPr>
              <a:t>© 2024 Koninklijke Philips N.V. All rights reserved.</a:t>
            </a:r>
          </a:p>
        </p:txBody>
      </p:sp>
      <p:sp>
        <p:nvSpPr>
          <p:cNvPr id="8" name="Footer Placeholder 2">
            <a:extLst>
              <a:ext uri="{FF2B5EF4-FFF2-40B4-BE49-F238E27FC236}">
                <a16:creationId xmlns:a16="http://schemas.microsoft.com/office/drawing/2014/main" id="{E5BC41EF-EEE9-1B6E-5F31-3E428C7719F5}"/>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9" name="Slide Number Placeholder 5">
            <a:extLst>
              <a:ext uri="{FF2B5EF4-FFF2-40B4-BE49-F238E27FC236}">
                <a16:creationId xmlns:a16="http://schemas.microsoft.com/office/drawing/2014/main" id="{D0D815C2-849B-D7BD-0DB7-A36C1FA4B708}"/>
              </a:ext>
            </a:extLst>
          </p:cNvPr>
          <p:cNvSpPr>
            <a:spLocks noGrp="1"/>
          </p:cNvSpPr>
          <p:nvPr>
            <p:ph type="sldNum" sz="quarter" idx="11"/>
          </p:nvPr>
        </p:nvSpPr>
        <p:spPr>
          <a:xfrm>
            <a:off x="182124" y="8723955"/>
            <a:ext cx="199973" cy="161854"/>
          </a:xfrm>
          <a:prstGeom prst="rect">
            <a:avLst/>
          </a:prstGeom>
        </p:spPr>
        <p:txBody>
          <a:bodyPr/>
          <a:lstStyle>
            <a:lvl1pPr>
              <a:defRPr>
                <a:solidFill>
                  <a:schemeClr val="tx1"/>
                </a:solidFill>
              </a:defRPr>
            </a:lvl1pPr>
          </a:lstStyle>
          <a:p>
            <a:fld id="{A5163908-529D-4A49-892F-D37C4044DFD8}" type="slidenum">
              <a:rPr lang="en-US" smtClean="0"/>
              <a:pPr/>
              <a:t>‹#›</a:t>
            </a:fld>
            <a:endParaRPr lang="en-US" dirty="0"/>
          </a:p>
        </p:txBody>
      </p:sp>
      <p:sp>
        <p:nvSpPr>
          <p:cNvPr id="7" name="Title 1">
            <a:extLst>
              <a:ext uri="{FF2B5EF4-FFF2-40B4-BE49-F238E27FC236}">
                <a16:creationId xmlns:a16="http://schemas.microsoft.com/office/drawing/2014/main" id="{F36F285E-21D8-7DCC-C09A-8638AEC14F16}"/>
              </a:ext>
            </a:extLst>
          </p:cNvPr>
          <p:cNvSpPr>
            <a:spLocks noGrp="1"/>
          </p:cNvSpPr>
          <p:nvPr>
            <p:ph type="title" hasCustomPrompt="1"/>
          </p:nvPr>
        </p:nvSpPr>
        <p:spPr>
          <a:xfrm>
            <a:off x="503238" y="663604"/>
            <a:ext cx="8138160" cy="1272917"/>
          </a:xfrm>
          <a:prstGeom prst="rect">
            <a:avLst/>
          </a:prstGeom>
        </p:spPr>
        <p:txBody>
          <a:bodyPr/>
          <a:lstStyle>
            <a:lvl1pPr>
              <a:defRPr>
                <a:solidFill>
                  <a:schemeClr val="tx1"/>
                </a:solidFill>
              </a:defRPr>
            </a:lvl1pPr>
          </a:lstStyle>
          <a:p>
            <a:r>
              <a:rPr lang="en-US" dirty="0"/>
              <a:t>Type your slide headline here</a:t>
            </a:r>
          </a:p>
        </p:txBody>
      </p:sp>
      <p:pic>
        <p:nvPicPr>
          <p:cNvPr id="4" name="Picture 3">
            <a:extLst>
              <a:ext uri="{FF2B5EF4-FFF2-40B4-BE49-F238E27FC236}">
                <a16:creationId xmlns:a16="http://schemas.microsoft.com/office/drawing/2014/main" id="{B923826F-0E15-8317-5ABF-92322521F277}"/>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6995000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E2F1EC1-2658-C047-B1BA-7D4E1C0429BF}"/>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6E53026-A825-4528-4CF3-B5A968101115}"/>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5" name="Title 1">
            <a:extLst>
              <a:ext uri="{FF2B5EF4-FFF2-40B4-BE49-F238E27FC236}">
                <a16:creationId xmlns:a16="http://schemas.microsoft.com/office/drawing/2014/main" id="{35B2A843-3D74-BE80-F9C6-089029FBBCFF}"/>
              </a:ext>
            </a:extLst>
          </p:cNvPr>
          <p:cNvSpPr>
            <a:spLocks noGrp="1"/>
          </p:cNvSpPr>
          <p:nvPr>
            <p:ph type="title" hasCustomPrompt="1"/>
          </p:nvPr>
        </p:nvSpPr>
        <p:spPr>
          <a:xfrm>
            <a:off x="502920" y="665971"/>
            <a:ext cx="8138160" cy="1272917"/>
          </a:xfrm>
          <a:prstGeom prst="rect">
            <a:avLst/>
          </a:prstGeom>
        </p:spPr>
        <p:txBody>
          <a:bodyPr/>
          <a:lstStyle>
            <a:lvl1pPr>
              <a:defRPr/>
            </a:lvl1pPr>
          </a:lstStyle>
          <a:p>
            <a:r>
              <a:rPr lang="en-US" dirty="0"/>
              <a:t>Type your slide headline here</a:t>
            </a:r>
          </a:p>
        </p:txBody>
      </p:sp>
    </p:spTree>
    <p:extLst>
      <p:ext uri="{BB962C8B-B14F-4D97-AF65-F5344CB8AC3E}">
        <p14:creationId xmlns:p14="http://schemas.microsoft.com/office/powerpoint/2010/main" val="366540043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p15="http://schemas.microsoft.com/office/powerpoint/2012/main" xmlns:a16="http://schemas.microsoft.com/office/drawing/2014/main" xmlns="">
      <p:transition>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 light blue">
    <p:bg>
      <p:bgPr>
        <a:solidFill>
          <a:schemeClr val="bg2"/>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0970542-4FDB-B324-ECE0-DE3F5DFAF177}"/>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3DCCC7D-4FA5-392C-1757-004F3007C807}"/>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sp>
        <p:nvSpPr>
          <p:cNvPr id="8" name="Title 1">
            <a:extLst>
              <a:ext uri="{FF2B5EF4-FFF2-40B4-BE49-F238E27FC236}">
                <a16:creationId xmlns:a16="http://schemas.microsoft.com/office/drawing/2014/main" id="{32D381BB-CD2F-C7BC-1AFA-2073F1739D4B}"/>
              </a:ext>
            </a:extLst>
          </p:cNvPr>
          <p:cNvSpPr>
            <a:spLocks noGrp="1"/>
          </p:cNvSpPr>
          <p:nvPr>
            <p:ph type="title" hasCustomPrompt="1"/>
          </p:nvPr>
        </p:nvSpPr>
        <p:spPr>
          <a:xfrm>
            <a:off x="503238" y="665971"/>
            <a:ext cx="8138160" cy="1272917"/>
          </a:xfrm>
          <a:prstGeom prst="rect">
            <a:avLst/>
          </a:prstGeom>
        </p:spPr>
        <p:txBody>
          <a:bodyPr/>
          <a:lstStyle>
            <a:lvl1pPr>
              <a:defRPr/>
            </a:lvl1pPr>
          </a:lstStyle>
          <a:p>
            <a:r>
              <a:rPr lang="en-US" dirty="0"/>
              <a:t>Type your slide headline here</a:t>
            </a:r>
          </a:p>
        </p:txBody>
      </p:sp>
    </p:spTree>
    <p:extLst>
      <p:ext uri="{BB962C8B-B14F-4D97-AF65-F5344CB8AC3E}">
        <p14:creationId xmlns:p14="http://schemas.microsoft.com/office/powerpoint/2010/main" val="153714237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lue">
    <p:bg>
      <p:bgPr>
        <a:solidFill>
          <a:schemeClr val="accent1"/>
        </a:solid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F101F003-E183-0112-A786-7AA9F6D0DE19}"/>
              </a:ext>
            </a:extLst>
          </p:cNvPr>
          <p:cNvSpPr txBox="1">
            <a:spLocks noGrp="1" noRot="1" noMove="1" noResize="1" noEditPoints="1" noAdjustHandles="1" noChangeArrowheads="1" noChangeShapeType="1"/>
          </p:cNvSpPr>
          <p:nvPr userDrawn="1"/>
        </p:nvSpPr>
        <p:spPr>
          <a:xfrm>
            <a:off x="6319125" y="8723955"/>
            <a:ext cx="1620000" cy="161854"/>
          </a:xfrm>
          <a:prstGeom prst="rect">
            <a:avLst/>
          </a:prstGeom>
        </p:spPr>
        <p:txBody>
          <a:bodyPr vert="horz" lIns="0" tIns="0" rIns="0" bIns="0" rtlCol="0" anchor="t"/>
          <a:lstStyle>
            <a:defPPr>
              <a:defRPr lang="en-US"/>
            </a:defPPr>
            <a:lvl1pPr lvl="0">
              <a:defRPr sz="600" b="0" i="0">
                <a:cs typeface="Calibri Light" panose="020F0302020204030204" pitchFamily="34" charset="0"/>
              </a:defRPr>
            </a:lvl1pPr>
            <a:lvl2pPr marL="457140" algn="l" defTabSz="914278" rtl="0" eaLnBrk="1" latinLnBrk="0" hangingPunct="1">
              <a:defRPr sz="1800" kern="1200">
                <a:solidFill>
                  <a:schemeClr val="tx1"/>
                </a:solidFill>
                <a:latin typeface="+mn-lt"/>
                <a:ea typeface="+mn-ea"/>
                <a:cs typeface="+mn-cs"/>
              </a:defRPr>
            </a:lvl2pPr>
            <a:lvl3pPr marL="914278" algn="l" defTabSz="914278" rtl="0" eaLnBrk="1" latinLnBrk="0" hangingPunct="1">
              <a:defRPr sz="1800" kern="1200">
                <a:solidFill>
                  <a:schemeClr val="tx1"/>
                </a:solidFill>
                <a:latin typeface="+mn-lt"/>
                <a:ea typeface="+mn-ea"/>
                <a:cs typeface="+mn-cs"/>
              </a:defRPr>
            </a:lvl3pPr>
            <a:lvl4pPr marL="1371417" algn="l" defTabSz="914278" rtl="0" eaLnBrk="1" latinLnBrk="0" hangingPunct="1">
              <a:defRPr sz="1800" kern="1200">
                <a:solidFill>
                  <a:schemeClr val="tx1"/>
                </a:solidFill>
                <a:latin typeface="+mn-lt"/>
                <a:ea typeface="+mn-ea"/>
                <a:cs typeface="+mn-cs"/>
              </a:defRPr>
            </a:lvl4pPr>
            <a:lvl5pPr marL="1828556" algn="l" defTabSz="914278" rtl="0" eaLnBrk="1" latinLnBrk="0" hangingPunct="1">
              <a:defRPr sz="1800" kern="1200">
                <a:solidFill>
                  <a:schemeClr val="tx1"/>
                </a:solidFill>
                <a:latin typeface="+mn-lt"/>
                <a:ea typeface="+mn-ea"/>
                <a:cs typeface="+mn-cs"/>
              </a:defRPr>
            </a:lvl5pPr>
            <a:lvl6pPr marL="2285696" algn="l" defTabSz="914278" rtl="0" eaLnBrk="1" latinLnBrk="0" hangingPunct="1">
              <a:defRPr sz="1800" kern="1200">
                <a:solidFill>
                  <a:schemeClr val="tx1"/>
                </a:solidFill>
                <a:latin typeface="+mn-lt"/>
                <a:ea typeface="+mn-ea"/>
                <a:cs typeface="+mn-cs"/>
              </a:defRPr>
            </a:lvl6pPr>
            <a:lvl7pPr marL="2742834" algn="l" defTabSz="914278" rtl="0" eaLnBrk="1" latinLnBrk="0" hangingPunct="1">
              <a:defRPr sz="1800" kern="1200">
                <a:solidFill>
                  <a:schemeClr val="tx1"/>
                </a:solidFill>
                <a:latin typeface="+mn-lt"/>
                <a:ea typeface="+mn-ea"/>
                <a:cs typeface="+mn-cs"/>
              </a:defRPr>
            </a:lvl7pPr>
            <a:lvl8pPr marL="3199972" algn="l" defTabSz="914278" rtl="0" eaLnBrk="1" latinLnBrk="0" hangingPunct="1">
              <a:defRPr sz="1800" kern="1200">
                <a:solidFill>
                  <a:schemeClr val="tx1"/>
                </a:solidFill>
                <a:latin typeface="+mn-lt"/>
                <a:ea typeface="+mn-ea"/>
                <a:cs typeface="+mn-cs"/>
              </a:defRPr>
            </a:lvl8pPr>
            <a:lvl9pPr marL="3657112" algn="l" defTabSz="914278" rtl="0" eaLnBrk="1" latinLnBrk="0" hangingPunct="1">
              <a:defRPr sz="1800" kern="1200">
                <a:solidFill>
                  <a:schemeClr val="tx1"/>
                </a:solidFill>
                <a:latin typeface="+mn-lt"/>
                <a:ea typeface="+mn-ea"/>
                <a:cs typeface="+mn-cs"/>
              </a:defRPr>
            </a:lvl9pPr>
          </a:lstStyle>
          <a:p>
            <a:pPr algn="ctr"/>
            <a:r>
              <a:rPr lang="en-US" sz="600" dirty="0">
                <a:solidFill>
                  <a:schemeClr val="tx1"/>
                </a:solidFill>
                <a:latin typeface="+mj-lt"/>
              </a:rPr>
              <a:t>© 2024 Koninklijke Philips N.V. All rights reserved.</a:t>
            </a:r>
          </a:p>
        </p:txBody>
      </p:sp>
      <p:sp>
        <p:nvSpPr>
          <p:cNvPr id="4" name="Footer Placeholder 3">
            <a:extLst>
              <a:ext uri="{FF2B5EF4-FFF2-40B4-BE49-F238E27FC236}">
                <a16:creationId xmlns:a16="http://schemas.microsoft.com/office/drawing/2014/main" id="{5EAB06B5-4F14-55FD-A5A0-3ED51EB4969C}"/>
              </a:ext>
            </a:extLst>
          </p:cNvPr>
          <p:cNvSpPr>
            <a:spLocks noGrp="1"/>
          </p:cNvSpPr>
          <p:nvPr>
            <p:ph type="ftr" sz="quarter" idx="11"/>
          </p:nvPr>
        </p:nvSpPr>
        <p:spPr>
          <a:xfrm>
            <a:off x="502919" y="8723955"/>
            <a:ext cx="5486400" cy="161854"/>
          </a:xfrm>
          <a:prstGeom prst="rect">
            <a:avLst/>
          </a:prstGeom>
        </p:spPr>
        <p:txBody>
          <a:bodyPr/>
          <a:lstStyle/>
          <a:p>
            <a:endParaRPr lang="en-US" noProof="0" dirty="0"/>
          </a:p>
        </p:txBody>
      </p:sp>
      <p:sp>
        <p:nvSpPr>
          <p:cNvPr id="5" name="Slide Number Placeholder 4">
            <a:extLst>
              <a:ext uri="{FF2B5EF4-FFF2-40B4-BE49-F238E27FC236}">
                <a16:creationId xmlns:a16="http://schemas.microsoft.com/office/drawing/2014/main" id="{2E0D042B-CFFA-A2E0-2A91-CEF83AE1AC40}"/>
              </a:ext>
            </a:extLst>
          </p:cNvPr>
          <p:cNvSpPr>
            <a:spLocks noGrp="1"/>
          </p:cNvSpPr>
          <p:nvPr>
            <p:ph type="sldNum" sz="quarter" idx="12"/>
          </p:nvPr>
        </p:nvSpPr>
        <p:spPr>
          <a:xfrm>
            <a:off x="182124" y="8723955"/>
            <a:ext cx="199973" cy="161854"/>
          </a:xfrm>
          <a:prstGeom prst="rect">
            <a:avLst/>
          </a:prstGeom>
        </p:spPr>
        <p:txBody>
          <a:bodyPr/>
          <a:lstStyle>
            <a:lvl1pPr>
              <a:defRPr>
                <a:solidFill>
                  <a:schemeClr val="tx1"/>
                </a:solidFill>
              </a:defRPr>
            </a:lvl1pPr>
          </a:lstStyle>
          <a:p>
            <a:fld id="{A5163908-529D-4A49-892F-D37C4044DFD8}" type="slidenum">
              <a:rPr lang="en-US" smtClean="0"/>
              <a:pPr/>
              <a:t>‹#›</a:t>
            </a:fld>
            <a:endParaRPr lang="en-US" dirty="0"/>
          </a:p>
        </p:txBody>
      </p:sp>
      <p:sp>
        <p:nvSpPr>
          <p:cNvPr id="7" name="Title 1">
            <a:extLst>
              <a:ext uri="{FF2B5EF4-FFF2-40B4-BE49-F238E27FC236}">
                <a16:creationId xmlns:a16="http://schemas.microsoft.com/office/drawing/2014/main" id="{A68A8DF2-CDA7-D81B-B404-AB351FB689A9}"/>
              </a:ext>
            </a:extLst>
          </p:cNvPr>
          <p:cNvSpPr>
            <a:spLocks noGrp="1"/>
          </p:cNvSpPr>
          <p:nvPr>
            <p:ph type="title" hasCustomPrompt="1"/>
          </p:nvPr>
        </p:nvSpPr>
        <p:spPr>
          <a:xfrm>
            <a:off x="503238" y="665971"/>
            <a:ext cx="8138160" cy="1272917"/>
          </a:xfrm>
          <a:prstGeom prst="rect">
            <a:avLst/>
          </a:prstGeom>
        </p:spPr>
        <p:txBody>
          <a:bodyPr/>
          <a:lstStyle>
            <a:lvl1pPr>
              <a:defRPr>
                <a:solidFill>
                  <a:schemeClr val="tx1"/>
                </a:solidFill>
              </a:defRPr>
            </a:lvl1pPr>
          </a:lstStyle>
          <a:p>
            <a:r>
              <a:rPr lang="en-US" dirty="0"/>
              <a:t>Type your slide headline here</a:t>
            </a:r>
          </a:p>
        </p:txBody>
      </p:sp>
      <p:pic>
        <p:nvPicPr>
          <p:cNvPr id="3" name="Picture 2">
            <a:extLst>
              <a:ext uri="{FF2B5EF4-FFF2-40B4-BE49-F238E27FC236}">
                <a16:creationId xmlns:a16="http://schemas.microsoft.com/office/drawing/2014/main" id="{F8076A43-B32F-C6BC-95CF-AF3D220BC566}"/>
              </a:ext>
            </a:extLst>
          </p:cNvPr>
          <p:cNvPicPr>
            <a:picLocks noGrp="1" noRo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a:xfrm>
            <a:off x="8268931" y="8650487"/>
            <a:ext cx="649224" cy="209381"/>
          </a:xfrm>
          <a:prstGeom prst="rect">
            <a:avLst/>
          </a:prstGeom>
        </p:spPr>
      </p:pic>
    </p:spTree>
    <p:extLst>
      <p:ext uri="{BB962C8B-B14F-4D97-AF65-F5344CB8AC3E}">
        <p14:creationId xmlns:p14="http://schemas.microsoft.com/office/powerpoint/2010/main" val="32893439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81C77D-DDC8-3024-919F-538FECE1E64E}"/>
              </a:ext>
            </a:extLst>
          </p:cNvPr>
          <p:cNvSpPr>
            <a:spLocks noGrp="1"/>
          </p:cNvSpPr>
          <p:nvPr>
            <p:ph type="body" sz="quarter" idx="20" hasCustomPrompt="1"/>
          </p:nvPr>
        </p:nvSpPr>
        <p:spPr>
          <a:xfrm>
            <a:off x="500062" y="2144011"/>
            <a:ext cx="8138160" cy="6168311"/>
          </a:xfrm>
          <a:prstGeom prst="rect">
            <a:avLst/>
          </a:prstGeom>
        </p:spPr>
        <p:txBody>
          <a:bodyPr/>
          <a:lstStyle>
            <a:lvl5pPr>
              <a:defRPr/>
            </a:lvl5pPr>
            <a:lvl6pPr>
              <a:defRPr/>
            </a:lvl6pPr>
            <a:lvl7pPr>
              <a:defRPr/>
            </a:lvl7pPr>
            <a:lvl8pPr>
              <a:defRPr/>
            </a:lvl8pPr>
            <a:lvl9pPr>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7">
            <a:extLst>
              <a:ext uri="{FF2B5EF4-FFF2-40B4-BE49-F238E27FC236}">
                <a16:creationId xmlns:a16="http://schemas.microsoft.com/office/drawing/2014/main" id="{17A39C56-76E5-6D8E-D2AE-E974200C177A}"/>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6683445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D47832D1-2CB0-EF47-87AC-2268BFA1D60B}"/>
              </a:ext>
            </a:extLst>
          </p:cNvPr>
          <p:cNvSpPr>
            <a:spLocks noGrp="1"/>
          </p:cNvSpPr>
          <p:nvPr>
            <p:ph type="ftr" sz="quarter" idx="17"/>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14" name="Slide Number Placeholder 13">
            <a:extLst>
              <a:ext uri="{FF2B5EF4-FFF2-40B4-BE49-F238E27FC236}">
                <a16:creationId xmlns:a16="http://schemas.microsoft.com/office/drawing/2014/main" id="{F0675C8B-9184-054B-B7F8-DF9237D45D9F}"/>
              </a:ext>
            </a:extLst>
          </p:cNvPr>
          <p:cNvSpPr>
            <a:spLocks noGrp="1"/>
          </p:cNvSpPr>
          <p:nvPr>
            <p:ph type="sldNum" sz="quarter" idx="18"/>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5" name="Text Placeholder 2">
            <a:extLst>
              <a:ext uri="{FF2B5EF4-FFF2-40B4-BE49-F238E27FC236}">
                <a16:creationId xmlns:a16="http://schemas.microsoft.com/office/drawing/2014/main" id="{DF116B89-87B5-8107-A5CD-141BB7422566}"/>
              </a:ext>
            </a:extLst>
          </p:cNvPr>
          <p:cNvSpPr>
            <a:spLocks noGrp="1"/>
          </p:cNvSpPr>
          <p:nvPr>
            <p:ph type="body" sz="quarter" idx="21" hasCustomPrompt="1"/>
          </p:nvPr>
        </p:nvSpPr>
        <p:spPr>
          <a:xfrm>
            <a:off x="4820333" y="2144011"/>
            <a:ext cx="3823606"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2">
            <a:extLst>
              <a:ext uri="{FF2B5EF4-FFF2-40B4-BE49-F238E27FC236}">
                <a16:creationId xmlns:a16="http://schemas.microsoft.com/office/drawing/2014/main" id="{3B6E554A-6B73-15E4-3764-C5F8C8ADA4F8}"/>
              </a:ext>
            </a:extLst>
          </p:cNvPr>
          <p:cNvSpPr>
            <a:spLocks noGrp="1"/>
          </p:cNvSpPr>
          <p:nvPr>
            <p:ph type="body" sz="quarter" idx="20" hasCustomPrompt="1"/>
          </p:nvPr>
        </p:nvSpPr>
        <p:spPr>
          <a:xfrm>
            <a:off x="500063" y="2144011"/>
            <a:ext cx="3823606"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itle 7">
            <a:extLst>
              <a:ext uri="{FF2B5EF4-FFF2-40B4-BE49-F238E27FC236}">
                <a16:creationId xmlns:a16="http://schemas.microsoft.com/office/drawing/2014/main" id="{2AED31B2-8BB2-E9B2-06B3-96133C2A7C5B}"/>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32109768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D47832D1-2CB0-EF47-87AC-2268BFA1D60B}"/>
              </a:ext>
            </a:extLst>
          </p:cNvPr>
          <p:cNvSpPr>
            <a:spLocks noGrp="1"/>
          </p:cNvSpPr>
          <p:nvPr>
            <p:ph type="ftr" sz="quarter" idx="17"/>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14" name="Slide Number Placeholder 13">
            <a:extLst>
              <a:ext uri="{FF2B5EF4-FFF2-40B4-BE49-F238E27FC236}">
                <a16:creationId xmlns:a16="http://schemas.microsoft.com/office/drawing/2014/main" id="{F0675C8B-9184-054B-B7F8-DF9237D45D9F}"/>
              </a:ext>
            </a:extLst>
          </p:cNvPr>
          <p:cNvSpPr>
            <a:spLocks noGrp="1"/>
          </p:cNvSpPr>
          <p:nvPr>
            <p:ph type="sldNum" sz="quarter" idx="18"/>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6" name="Text Placeholder 2">
            <a:extLst>
              <a:ext uri="{FF2B5EF4-FFF2-40B4-BE49-F238E27FC236}">
                <a16:creationId xmlns:a16="http://schemas.microsoft.com/office/drawing/2014/main" id="{4C1EB096-CDA0-FBC3-ACB0-B46F4AC10AAD}"/>
              </a:ext>
            </a:extLst>
          </p:cNvPr>
          <p:cNvSpPr>
            <a:spLocks noGrp="1"/>
          </p:cNvSpPr>
          <p:nvPr>
            <p:ph type="body" sz="quarter" idx="24" hasCustomPrompt="1"/>
          </p:nvPr>
        </p:nvSpPr>
        <p:spPr>
          <a:xfrm>
            <a:off x="6262611"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2">
            <a:extLst>
              <a:ext uri="{FF2B5EF4-FFF2-40B4-BE49-F238E27FC236}">
                <a16:creationId xmlns:a16="http://schemas.microsoft.com/office/drawing/2014/main" id="{C3E0B99A-29EB-A6B9-09B7-861A3D1249FC}"/>
              </a:ext>
            </a:extLst>
          </p:cNvPr>
          <p:cNvSpPr>
            <a:spLocks noGrp="1"/>
          </p:cNvSpPr>
          <p:nvPr>
            <p:ph type="body" sz="quarter" idx="23" hasCustomPrompt="1"/>
          </p:nvPr>
        </p:nvSpPr>
        <p:spPr>
          <a:xfrm>
            <a:off x="3377488"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2">
            <a:extLst>
              <a:ext uri="{FF2B5EF4-FFF2-40B4-BE49-F238E27FC236}">
                <a16:creationId xmlns:a16="http://schemas.microsoft.com/office/drawing/2014/main" id="{8AA75FF5-94F5-C44C-32B7-5EC624735A96}"/>
              </a:ext>
            </a:extLst>
          </p:cNvPr>
          <p:cNvSpPr>
            <a:spLocks noGrp="1"/>
          </p:cNvSpPr>
          <p:nvPr>
            <p:ph type="body" sz="quarter" idx="20" hasCustomPrompt="1"/>
          </p:nvPr>
        </p:nvSpPr>
        <p:spPr>
          <a:xfrm>
            <a:off x="500063"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itle 7">
            <a:extLst>
              <a:ext uri="{FF2B5EF4-FFF2-40B4-BE49-F238E27FC236}">
                <a16:creationId xmlns:a16="http://schemas.microsoft.com/office/drawing/2014/main" id="{4967F1C9-9964-32B9-28CE-CDB0035173CF}"/>
              </a:ext>
            </a:extLst>
          </p:cNvPr>
          <p:cNvSpPr>
            <a:spLocks noGrp="1"/>
          </p:cNvSpPr>
          <p:nvPr>
            <p:ph type="title" hasCustomPrompt="1"/>
          </p:nvPr>
        </p:nvSpPr>
        <p:spPr>
          <a:xfrm>
            <a:off x="504053" y="665971"/>
            <a:ext cx="8138160" cy="1272917"/>
          </a:xfrm>
          <a:prstGeom prst="rect">
            <a:avLst/>
          </a:prstGeom>
        </p:spPr>
        <p:txBody>
          <a:bodyPr lIns="0" tIns="0" rIns="0" bIns="0"/>
          <a:lstStyle>
            <a:lvl1pPr>
              <a:defRPr sz="2400">
                <a:solidFill>
                  <a:schemeClr val="tx2"/>
                </a:solidFill>
                <a:latin typeface="+mj-lt"/>
              </a:defRPr>
            </a:lvl1pPr>
          </a:lstStyle>
          <a:p>
            <a:r>
              <a:rPr lang="en-US" dirty="0"/>
              <a:t>Type your slide headline here</a:t>
            </a:r>
            <a:endParaRPr lang="en-US" noProof="0" dirty="0"/>
          </a:p>
        </p:txBody>
      </p:sp>
    </p:spTree>
    <p:extLst>
      <p:ext uri="{BB962C8B-B14F-4D97-AF65-F5344CB8AC3E}">
        <p14:creationId xmlns:p14="http://schemas.microsoft.com/office/powerpoint/2010/main" val="241116909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mall - image righ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5D507BA-0817-31A1-44FE-891B1C7FA173}"/>
              </a:ext>
            </a:extLst>
          </p:cNvPr>
          <p:cNvSpPr>
            <a:spLocks noGrp="1"/>
          </p:cNvSpPr>
          <p:nvPr>
            <p:ph type="pic" sz="quarter" idx="28" hasCustomPrompt="1"/>
          </p:nvPr>
        </p:nvSpPr>
        <p:spPr>
          <a:xfrm>
            <a:off x="3253180" y="0"/>
            <a:ext cx="5888736" cy="9104313"/>
          </a:xfrm>
          <a:custGeom>
            <a:avLst/>
            <a:gdLst>
              <a:gd name="connsiteX0" fmla="*/ 5609750 w 5890820"/>
              <a:gd name="connsiteY0" fmla="*/ 4918662 h 5143500"/>
              <a:gd name="connsiteX1" fmla="*/ 5609757 w 5890820"/>
              <a:gd name="connsiteY1" fmla="*/ 4918670 h 5143500"/>
              <a:gd name="connsiteX2" fmla="*/ 5609750 w 5890820"/>
              <a:gd name="connsiteY2" fmla="*/ 4918680 h 5143500"/>
              <a:gd name="connsiteX3" fmla="*/ 5504702 w 5890820"/>
              <a:gd name="connsiteY3" fmla="*/ 4908682 h 5143500"/>
              <a:gd name="connsiteX4" fmla="*/ 5530011 w 5890820"/>
              <a:gd name="connsiteY4" fmla="*/ 4931060 h 5143500"/>
              <a:gd name="connsiteX5" fmla="*/ 5504702 w 5890820"/>
              <a:gd name="connsiteY5" fmla="*/ 4955819 h 5143500"/>
              <a:gd name="connsiteX6" fmla="*/ 5498970 w 5890820"/>
              <a:gd name="connsiteY6" fmla="*/ 4955819 h 5143500"/>
              <a:gd name="connsiteX7" fmla="*/ 5498970 w 5890820"/>
              <a:gd name="connsiteY7" fmla="*/ 4908800 h 5143500"/>
              <a:gd name="connsiteX8" fmla="*/ 5504702 w 5890820"/>
              <a:gd name="connsiteY8" fmla="*/ 4908682 h 5143500"/>
              <a:gd name="connsiteX9" fmla="*/ 5056334 w 5890820"/>
              <a:gd name="connsiteY9" fmla="*/ 4908682 h 5143500"/>
              <a:gd name="connsiteX10" fmla="*/ 5081644 w 5890820"/>
              <a:gd name="connsiteY10" fmla="*/ 4931060 h 5143500"/>
              <a:gd name="connsiteX11" fmla="*/ 5056334 w 5890820"/>
              <a:gd name="connsiteY11" fmla="*/ 4955819 h 5143500"/>
              <a:gd name="connsiteX12" fmla="*/ 5050602 w 5890820"/>
              <a:gd name="connsiteY12" fmla="*/ 4955819 h 5143500"/>
              <a:gd name="connsiteX13" fmla="*/ 5050602 w 5890820"/>
              <a:gd name="connsiteY13" fmla="*/ 4908800 h 5143500"/>
              <a:gd name="connsiteX14" fmla="*/ 5056334 w 5890820"/>
              <a:gd name="connsiteY14" fmla="*/ 4908682 h 5143500"/>
              <a:gd name="connsiteX15" fmla="*/ 5402996 w 5890820"/>
              <a:gd name="connsiteY15" fmla="*/ 4889642 h 5143500"/>
              <a:gd name="connsiteX16" fmla="*/ 5402996 w 5890820"/>
              <a:gd name="connsiteY16" fmla="*/ 5003422 h 5143500"/>
              <a:gd name="connsiteX17" fmla="*/ 5437856 w 5890820"/>
              <a:gd name="connsiteY17" fmla="*/ 5003422 h 5143500"/>
              <a:gd name="connsiteX18" fmla="*/ 5437856 w 5890820"/>
              <a:gd name="connsiteY18" fmla="*/ 4889642 h 5143500"/>
              <a:gd name="connsiteX19" fmla="*/ 5322296 w 5890820"/>
              <a:gd name="connsiteY19" fmla="*/ 4889642 h 5143500"/>
              <a:gd name="connsiteX20" fmla="*/ 5322296 w 5890820"/>
              <a:gd name="connsiteY20" fmla="*/ 5003422 h 5143500"/>
              <a:gd name="connsiteX21" fmla="*/ 5385323 w 5890820"/>
              <a:gd name="connsiteY21" fmla="*/ 5003422 h 5143500"/>
              <a:gd name="connsiteX22" fmla="*/ 5390579 w 5890820"/>
              <a:gd name="connsiteY22" fmla="*/ 4980570 h 5143500"/>
              <a:gd name="connsiteX23" fmla="*/ 5357157 w 5890820"/>
              <a:gd name="connsiteY23" fmla="*/ 4980570 h 5143500"/>
              <a:gd name="connsiteX24" fmla="*/ 5357157 w 5890820"/>
              <a:gd name="connsiteY24" fmla="*/ 4889642 h 5143500"/>
              <a:gd name="connsiteX25" fmla="*/ 5261659 w 5890820"/>
              <a:gd name="connsiteY25" fmla="*/ 4889642 h 5143500"/>
              <a:gd name="connsiteX26" fmla="*/ 5261659 w 5890820"/>
              <a:gd name="connsiteY26" fmla="*/ 5003422 h 5143500"/>
              <a:gd name="connsiteX27" fmla="*/ 5296520 w 5890820"/>
              <a:gd name="connsiteY27" fmla="*/ 5003422 h 5143500"/>
              <a:gd name="connsiteX28" fmla="*/ 5296520 w 5890820"/>
              <a:gd name="connsiteY28" fmla="*/ 4889642 h 5143500"/>
              <a:gd name="connsiteX29" fmla="*/ 5129864 w 5890820"/>
              <a:gd name="connsiteY29" fmla="*/ 4889642 h 5143500"/>
              <a:gd name="connsiteX30" fmla="*/ 5129864 w 5890820"/>
              <a:gd name="connsiteY30" fmla="*/ 5003422 h 5143500"/>
              <a:gd name="connsiteX31" fmla="*/ 5164725 w 5890820"/>
              <a:gd name="connsiteY31" fmla="*/ 5003422 h 5143500"/>
              <a:gd name="connsiteX32" fmla="*/ 5164725 w 5890820"/>
              <a:gd name="connsiteY32" fmla="*/ 4958675 h 5143500"/>
              <a:gd name="connsiteX33" fmla="*/ 5201013 w 5890820"/>
              <a:gd name="connsiteY33" fmla="*/ 4958675 h 5143500"/>
              <a:gd name="connsiteX34" fmla="*/ 5201013 w 5890820"/>
              <a:gd name="connsiteY34" fmla="*/ 5003422 h 5143500"/>
              <a:gd name="connsiteX35" fmla="*/ 5235874 w 5890820"/>
              <a:gd name="connsiteY35" fmla="*/ 5003422 h 5143500"/>
              <a:gd name="connsiteX36" fmla="*/ 5235874 w 5890820"/>
              <a:gd name="connsiteY36" fmla="*/ 4889642 h 5143500"/>
              <a:gd name="connsiteX37" fmla="*/ 5201013 w 5890820"/>
              <a:gd name="connsiteY37" fmla="*/ 4889642 h 5143500"/>
              <a:gd name="connsiteX38" fmla="*/ 5201013 w 5890820"/>
              <a:gd name="connsiteY38" fmla="*/ 4934873 h 5143500"/>
              <a:gd name="connsiteX39" fmla="*/ 5164725 w 5890820"/>
              <a:gd name="connsiteY39" fmla="*/ 4934873 h 5143500"/>
              <a:gd name="connsiteX40" fmla="*/ 5164725 w 5890820"/>
              <a:gd name="connsiteY40" fmla="*/ 4889642 h 5143500"/>
              <a:gd name="connsiteX41" fmla="*/ 5506606 w 5890820"/>
              <a:gd name="connsiteY41" fmla="*/ 4887261 h 5143500"/>
              <a:gd name="connsiteX42" fmla="*/ 5464109 w 5890820"/>
              <a:gd name="connsiteY42" fmla="*/ 4889642 h 5143500"/>
              <a:gd name="connsiteX43" fmla="*/ 5464109 w 5890820"/>
              <a:gd name="connsiteY43" fmla="*/ 5003422 h 5143500"/>
              <a:gd name="connsiteX44" fmla="*/ 5498970 w 5890820"/>
              <a:gd name="connsiteY44" fmla="*/ 5003422 h 5143500"/>
              <a:gd name="connsiteX45" fmla="*/ 5498970 w 5890820"/>
              <a:gd name="connsiteY45" fmla="*/ 4976282 h 5143500"/>
              <a:gd name="connsiteX46" fmla="*/ 5511386 w 5890820"/>
              <a:gd name="connsiteY46" fmla="*/ 4976282 h 5143500"/>
              <a:gd name="connsiteX47" fmla="*/ 5511386 w 5890820"/>
              <a:gd name="connsiteY47" fmla="*/ 4976291 h 5143500"/>
              <a:gd name="connsiteX48" fmla="*/ 5564387 w 5890820"/>
              <a:gd name="connsiteY48" fmla="*/ 4930586 h 5143500"/>
              <a:gd name="connsiteX49" fmla="*/ 5506606 w 5890820"/>
              <a:gd name="connsiteY49" fmla="*/ 4887261 h 5143500"/>
              <a:gd name="connsiteX50" fmla="*/ 5058248 w 5890820"/>
              <a:gd name="connsiteY50" fmla="*/ 4887261 h 5143500"/>
              <a:gd name="connsiteX51" fmla="*/ 5015751 w 5890820"/>
              <a:gd name="connsiteY51" fmla="*/ 4889642 h 5143500"/>
              <a:gd name="connsiteX52" fmla="*/ 5015751 w 5890820"/>
              <a:gd name="connsiteY52" fmla="*/ 5003422 h 5143500"/>
              <a:gd name="connsiteX53" fmla="*/ 5050611 w 5890820"/>
              <a:gd name="connsiteY53" fmla="*/ 5003422 h 5143500"/>
              <a:gd name="connsiteX54" fmla="*/ 5050611 w 5890820"/>
              <a:gd name="connsiteY54" fmla="*/ 4976282 h 5143500"/>
              <a:gd name="connsiteX55" fmla="*/ 5063028 w 5890820"/>
              <a:gd name="connsiteY55" fmla="*/ 4976282 h 5143500"/>
              <a:gd name="connsiteX56" fmla="*/ 5063019 w 5890820"/>
              <a:gd name="connsiteY56" fmla="*/ 4976291 h 5143500"/>
              <a:gd name="connsiteX57" fmla="*/ 5116019 w 5890820"/>
              <a:gd name="connsiteY57" fmla="*/ 4930586 h 5143500"/>
              <a:gd name="connsiteX58" fmla="*/ 5058248 w 5890820"/>
              <a:gd name="connsiteY58" fmla="*/ 4887261 h 5143500"/>
              <a:gd name="connsiteX59" fmla="*/ 5622157 w 5890820"/>
              <a:gd name="connsiteY59" fmla="*/ 4887252 h 5143500"/>
              <a:gd name="connsiteX60" fmla="*/ 5574889 w 5890820"/>
              <a:gd name="connsiteY60" fmla="*/ 4921527 h 5143500"/>
              <a:gd name="connsiteX61" fmla="*/ 5629327 w 5890820"/>
              <a:gd name="connsiteY61" fmla="*/ 4971994 h 5143500"/>
              <a:gd name="connsiteX62" fmla="*/ 5611187 w 5890820"/>
              <a:gd name="connsiteY62" fmla="*/ 4982942 h 5143500"/>
              <a:gd name="connsiteX63" fmla="*/ 5571556 w 5890820"/>
              <a:gd name="connsiteY63" fmla="*/ 4973892 h 5143500"/>
              <a:gd name="connsiteX64" fmla="*/ 5575375 w 5890820"/>
              <a:gd name="connsiteY64" fmla="*/ 5000074 h 5143500"/>
              <a:gd name="connsiteX65" fmla="*/ 5611664 w 5890820"/>
              <a:gd name="connsiteY65" fmla="*/ 5005785 h 5143500"/>
              <a:gd name="connsiteX66" fmla="*/ 5664664 w 5890820"/>
              <a:gd name="connsiteY66" fmla="*/ 4967697 h 5143500"/>
              <a:gd name="connsiteX67" fmla="*/ 5618330 w 5890820"/>
              <a:gd name="connsiteY67" fmla="*/ 4928600 h 5143500"/>
              <a:gd name="connsiteX68" fmla="*/ 5609757 w 5890820"/>
              <a:gd name="connsiteY68" fmla="*/ 4918670 h 5143500"/>
              <a:gd name="connsiteX69" fmla="*/ 5614107 w 5890820"/>
              <a:gd name="connsiteY69" fmla="*/ 4911836 h 5143500"/>
              <a:gd name="connsiteX70" fmla="*/ 5625985 w 5890820"/>
              <a:gd name="connsiteY70" fmla="*/ 4909630 h 5143500"/>
              <a:gd name="connsiteX71" fmla="*/ 5657018 w 5890820"/>
              <a:gd name="connsiteY71" fmla="*/ 4915341 h 5143500"/>
              <a:gd name="connsiteX72" fmla="*/ 5654152 w 5890820"/>
              <a:gd name="connsiteY72" fmla="*/ 4890582 h 5143500"/>
              <a:gd name="connsiteX73" fmla="*/ 5622157 w 5890820"/>
              <a:gd name="connsiteY73" fmla="*/ 4887252 h 5143500"/>
              <a:gd name="connsiteX74" fmla="*/ 0 w 5890820"/>
              <a:gd name="connsiteY74" fmla="*/ 0 h 5143500"/>
              <a:gd name="connsiteX75" fmla="*/ 5890820 w 5890820"/>
              <a:gd name="connsiteY75" fmla="*/ 0 h 5143500"/>
              <a:gd name="connsiteX76" fmla="*/ 5890820 w 5890820"/>
              <a:gd name="connsiteY76" fmla="*/ 5143500 h 5143500"/>
              <a:gd name="connsiteX77" fmla="*/ 0 w 5890820"/>
              <a:gd name="connsiteY7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890820" h="5143500">
                <a:moveTo>
                  <a:pt x="5609750" y="4918662"/>
                </a:moveTo>
                <a:lnTo>
                  <a:pt x="5609757" y="4918670"/>
                </a:lnTo>
                <a:lnTo>
                  <a:pt x="5609750" y="4918680"/>
                </a:lnTo>
                <a:close/>
                <a:moveTo>
                  <a:pt x="5504702" y="4908682"/>
                </a:moveTo>
                <a:cubicBezTo>
                  <a:pt x="5521889" y="4908682"/>
                  <a:pt x="5530011" y="4916774"/>
                  <a:pt x="5530011" y="4931060"/>
                </a:cubicBezTo>
                <a:cubicBezTo>
                  <a:pt x="5530011" y="4945821"/>
                  <a:pt x="5522851" y="4955819"/>
                  <a:pt x="5504702" y="4955819"/>
                </a:cubicBezTo>
                <a:lnTo>
                  <a:pt x="5498970" y="4955819"/>
                </a:lnTo>
                <a:lnTo>
                  <a:pt x="5498970" y="4908800"/>
                </a:lnTo>
                <a:cubicBezTo>
                  <a:pt x="5500993" y="4908682"/>
                  <a:pt x="5502907" y="4908682"/>
                  <a:pt x="5504702" y="4908682"/>
                </a:cubicBezTo>
                <a:close/>
                <a:moveTo>
                  <a:pt x="5056334" y="4908682"/>
                </a:moveTo>
                <a:cubicBezTo>
                  <a:pt x="5073522" y="4908682"/>
                  <a:pt x="5081644" y="4916774"/>
                  <a:pt x="5081644" y="4931060"/>
                </a:cubicBezTo>
                <a:cubicBezTo>
                  <a:pt x="5081644" y="4945821"/>
                  <a:pt x="5074483" y="4955819"/>
                  <a:pt x="5056334" y="4955819"/>
                </a:cubicBezTo>
                <a:lnTo>
                  <a:pt x="5050602" y="4955819"/>
                </a:lnTo>
                <a:lnTo>
                  <a:pt x="5050602" y="4908800"/>
                </a:lnTo>
                <a:cubicBezTo>
                  <a:pt x="5052635" y="4908682"/>
                  <a:pt x="5054540" y="4908682"/>
                  <a:pt x="5056334" y="4908682"/>
                </a:cubicBezTo>
                <a:close/>
                <a:moveTo>
                  <a:pt x="5402996" y="4889642"/>
                </a:moveTo>
                <a:lnTo>
                  <a:pt x="5402996" y="5003422"/>
                </a:lnTo>
                <a:lnTo>
                  <a:pt x="5437856" y="5003422"/>
                </a:lnTo>
                <a:lnTo>
                  <a:pt x="5437856" y="4889642"/>
                </a:lnTo>
                <a:close/>
                <a:moveTo>
                  <a:pt x="5322296" y="4889642"/>
                </a:moveTo>
                <a:lnTo>
                  <a:pt x="5322296" y="5003422"/>
                </a:lnTo>
                <a:lnTo>
                  <a:pt x="5385323" y="5003422"/>
                </a:lnTo>
                <a:lnTo>
                  <a:pt x="5390579" y="4980570"/>
                </a:lnTo>
                <a:lnTo>
                  <a:pt x="5357157" y="4980570"/>
                </a:lnTo>
                <a:lnTo>
                  <a:pt x="5357157" y="4889642"/>
                </a:lnTo>
                <a:close/>
                <a:moveTo>
                  <a:pt x="5261659" y="4889642"/>
                </a:moveTo>
                <a:lnTo>
                  <a:pt x="5261659" y="5003422"/>
                </a:lnTo>
                <a:lnTo>
                  <a:pt x="5296520" y="5003422"/>
                </a:lnTo>
                <a:lnTo>
                  <a:pt x="5296520" y="4889642"/>
                </a:lnTo>
                <a:close/>
                <a:moveTo>
                  <a:pt x="5129864" y="4889642"/>
                </a:moveTo>
                <a:lnTo>
                  <a:pt x="5129864" y="5003422"/>
                </a:lnTo>
                <a:lnTo>
                  <a:pt x="5164725" y="5003422"/>
                </a:lnTo>
                <a:lnTo>
                  <a:pt x="5164725" y="4958675"/>
                </a:lnTo>
                <a:lnTo>
                  <a:pt x="5201013" y="4958675"/>
                </a:lnTo>
                <a:lnTo>
                  <a:pt x="5201013" y="5003422"/>
                </a:lnTo>
                <a:lnTo>
                  <a:pt x="5235874" y="5003422"/>
                </a:lnTo>
                <a:lnTo>
                  <a:pt x="5235874" y="4889642"/>
                </a:lnTo>
                <a:lnTo>
                  <a:pt x="5201013" y="4889642"/>
                </a:lnTo>
                <a:lnTo>
                  <a:pt x="5201013" y="4934873"/>
                </a:lnTo>
                <a:lnTo>
                  <a:pt x="5164725" y="4934873"/>
                </a:lnTo>
                <a:lnTo>
                  <a:pt x="5164725" y="4889642"/>
                </a:lnTo>
                <a:close/>
                <a:moveTo>
                  <a:pt x="5506606" y="4887261"/>
                </a:moveTo>
                <a:cubicBezTo>
                  <a:pt x="5492761" y="4887261"/>
                  <a:pt x="5476050" y="4888210"/>
                  <a:pt x="5464109" y="4889642"/>
                </a:cubicBezTo>
                <a:lnTo>
                  <a:pt x="5464109" y="5003422"/>
                </a:lnTo>
                <a:lnTo>
                  <a:pt x="5498970" y="5003422"/>
                </a:lnTo>
                <a:lnTo>
                  <a:pt x="5498970" y="4976282"/>
                </a:lnTo>
                <a:lnTo>
                  <a:pt x="5511386" y="4976282"/>
                </a:lnTo>
                <a:lnTo>
                  <a:pt x="5511386" y="4976291"/>
                </a:lnTo>
                <a:cubicBezTo>
                  <a:pt x="5543857" y="4976291"/>
                  <a:pt x="5564387" y="4959633"/>
                  <a:pt x="5564387" y="4930586"/>
                </a:cubicBezTo>
                <a:cubicBezTo>
                  <a:pt x="5564387" y="4898692"/>
                  <a:pt x="5542419" y="4887261"/>
                  <a:pt x="5506606" y="4887261"/>
                </a:cubicBezTo>
                <a:close/>
                <a:moveTo>
                  <a:pt x="5058248" y="4887261"/>
                </a:moveTo>
                <a:cubicBezTo>
                  <a:pt x="5044403" y="4887261"/>
                  <a:pt x="5027692" y="4888210"/>
                  <a:pt x="5015751" y="4889642"/>
                </a:cubicBezTo>
                <a:lnTo>
                  <a:pt x="5015751" y="5003422"/>
                </a:lnTo>
                <a:lnTo>
                  <a:pt x="5050611" y="5003422"/>
                </a:lnTo>
                <a:lnTo>
                  <a:pt x="5050611" y="4976282"/>
                </a:lnTo>
                <a:lnTo>
                  <a:pt x="5063028" y="4976282"/>
                </a:lnTo>
                <a:lnTo>
                  <a:pt x="5063019" y="4976291"/>
                </a:lnTo>
                <a:cubicBezTo>
                  <a:pt x="5095489" y="4976291"/>
                  <a:pt x="5116019" y="4959633"/>
                  <a:pt x="5116019" y="4930586"/>
                </a:cubicBezTo>
                <a:cubicBezTo>
                  <a:pt x="5116028" y="4898683"/>
                  <a:pt x="5094061" y="4887261"/>
                  <a:pt x="5058248" y="4887261"/>
                </a:cubicBezTo>
                <a:close/>
                <a:moveTo>
                  <a:pt x="5622157" y="4887252"/>
                </a:moveTo>
                <a:cubicBezTo>
                  <a:pt x="5593982" y="4887252"/>
                  <a:pt x="5574889" y="4898318"/>
                  <a:pt x="5574889" y="4921527"/>
                </a:cubicBezTo>
                <a:cubicBezTo>
                  <a:pt x="5574889" y="4961521"/>
                  <a:pt x="5629327" y="4953429"/>
                  <a:pt x="5629327" y="4971994"/>
                </a:cubicBezTo>
                <a:cubicBezTo>
                  <a:pt x="5629327" y="4979137"/>
                  <a:pt x="5624071" y="4982942"/>
                  <a:pt x="5611187" y="4982942"/>
                </a:cubicBezTo>
                <a:cubicBezTo>
                  <a:pt x="5599723" y="4982942"/>
                  <a:pt x="5582059" y="4979137"/>
                  <a:pt x="5571556" y="4973892"/>
                </a:cubicBezTo>
                <a:lnTo>
                  <a:pt x="5575375" y="5000074"/>
                </a:lnTo>
                <a:cubicBezTo>
                  <a:pt x="5585878" y="5003888"/>
                  <a:pt x="5600208" y="5005785"/>
                  <a:pt x="5611664" y="5005785"/>
                </a:cubicBezTo>
                <a:cubicBezTo>
                  <a:pt x="5640792" y="5005785"/>
                  <a:pt x="5664664" y="4996261"/>
                  <a:pt x="5664664" y="4967697"/>
                </a:cubicBezTo>
                <a:cubicBezTo>
                  <a:pt x="5664664" y="4939131"/>
                  <a:pt x="5633775" y="4936008"/>
                  <a:pt x="5618330" y="4928600"/>
                </a:cubicBezTo>
                <a:lnTo>
                  <a:pt x="5609757" y="4918670"/>
                </a:lnTo>
                <a:lnTo>
                  <a:pt x="5614107" y="4911836"/>
                </a:lnTo>
                <a:cubicBezTo>
                  <a:pt x="5616913" y="4910346"/>
                  <a:pt x="5620972" y="4909630"/>
                  <a:pt x="5625985" y="4909630"/>
                </a:cubicBezTo>
                <a:cubicBezTo>
                  <a:pt x="5636964" y="4909630"/>
                  <a:pt x="5648905" y="4912011"/>
                  <a:pt x="5657018" y="4915341"/>
                </a:cubicBezTo>
                <a:lnTo>
                  <a:pt x="5654152" y="4890582"/>
                </a:lnTo>
                <a:cubicBezTo>
                  <a:pt x="5645077" y="4888675"/>
                  <a:pt x="5636964" y="4887252"/>
                  <a:pt x="5622157" y="4887252"/>
                </a:cubicBezTo>
                <a:close/>
                <a:moveTo>
                  <a:pt x="0" y="0"/>
                </a:moveTo>
                <a:lnTo>
                  <a:pt x="5890820" y="0"/>
                </a:lnTo>
                <a:lnTo>
                  <a:pt x="589082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p>
        </p:txBody>
      </p:sp>
      <p:sp>
        <p:nvSpPr>
          <p:cNvPr id="5" name="Footer Placeholder 11">
            <a:extLst>
              <a:ext uri="{FF2B5EF4-FFF2-40B4-BE49-F238E27FC236}">
                <a16:creationId xmlns:a16="http://schemas.microsoft.com/office/drawing/2014/main" id="{39233B01-D8A4-FE06-9412-52107B278D8C}"/>
              </a:ext>
            </a:extLst>
          </p:cNvPr>
          <p:cNvSpPr>
            <a:spLocks noGrp="1"/>
          </p:cNvSpPr>
          <p:nvPr>
            <p:ph type="ftr" sz="quarter" idx="26"/>
          </p:nvPr>
        </p:nvSpPr>
        <p:spPr>
          <a:xfrm>
            <a:off x="502919" y="8723955"/>
            <a:ext cx="2377440" cy="161854"/>
          </a:xfrm>
          <a:prstGeom prst="rect">
            <a:avLst/>
          </a:prstGeom>
        </p:spPr>
        <p:txBody>
          <a:bodyPr/>
          <a:lstStyle>
            <a:lvl1pPr>
              <a:defRPr>
                <a:latin typeface="Calibri" panose="020F0502020204030204" pitchFamily="34" charset="0"/>
              </a:defRPr>
            </a:lvl1pPr>
          </a:lstStyle>
          <a:p>
            <a:endParaRPr lang="en-US" dirty="0"/>
          </a:p>
        </p:txBody>
      </p:sp>
      <p:sp>
        <p:nvSpPr>
          <p:cNvPr id="13" name="Slide Number Placeholder 12">
            <a:extLst>
              <a:ext uri="{FF2B5EF4-FFF2-40B4-BE49-F238E27FC236}">
                <a16:creationId xmlns:a16="http://schemas.microsoft.com/office/drawing/2014/main" id="{CE15C5B3-F137-C847-8AEF-B6EA3211AAAA}"/>
              </a:ext>
            </a:extLst>
          </p:cNvPr>
          <p:cNvSpPr>
            <a:spLocks noGrp="1"/>
          </p:cNvSpPr>
          <p:nvPr>
            <p:ph type="sldNum" sz="quarter" idx="27"/>
          </p:nvPr>
        </p:nvSpPr>
        <p:spPr>
          <a:xfrm>
            <a:off x="182124" y="8723955"/>
            <a:ext cx="199973" cy="161854"/>
          </a:xfrm>
          <a:prstGeom prst="rect">
            <a:avLst/>
          </a:prstGeom>
        </p:spPr>
        <p:txBody>
          <a:bodyPr/>
          <a:lstStyle>
            <a:lvl1pPr>
              <a:defRPr>
                <a:latin typeface="Calibri" panose="020F0502020204030204" pitchFamily="34" charset="0"/>
              </a:defRPr>
            </a:lvl1pPr>
          </a:lstStyle>
          <a:p>
            <a:fld id="{A5163908-529D-4A49-892F-D37C4044DFD8}" type="slidenum">
              <a:rPr lang="en-US" smtClean="0"/>
              <a:pPr/>
              <a:t>‹#›</a:t>
            </a:fld>
            <a:endParaRPr lang="en-US" dirty="0"/>
          </a:p>
        </p:txBody>
      </p:sp>
      <p:sp>
        <p:nvSpPr>
          <p:cNvPr id="8" name="Text Placeholder 2">
            <a:extLst>
              <a:ext uri="{FF2B5EF4-FFF2-40B4-BE49-F238E27FC236}">
                <a16:creationId xmlns:a16="http://schemas.microsoft.com/office/drawing/2014/main" id="{E2C26D52-4263-A84E-BE9C-E8B266F7A2A0}"/>
              </a:ext>
            </a:extLst>
          </p:cNvPr>
          <p:cNvSpPr>
            <a:spLocks noGrp="1"/>
          </p:cNvSpPr>
          <p:nvPr>
            <p:ph type="body" sz="quarter" idx="20" hasCustomPrompt="1"/>
          </p:nvPr>
        </p:nvSpPr>
        <p:spPr>
          <a:xfrm>
            <a:off x="500063"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itle 1">
            <a:extLst>
              <a:ext uri="{FF2B5EF4-FFF2-40B4-BE49-F238E27FC236}">
                <a16:creationId xmlns:a16="http://schemas.microsoft.com/office/drawing/2014/main" id="{D0DFB18B-FAF9-0022-13B7-568D8420461E}"/>
              </a:ext>
            </a:extLst>
          </p:cNvPr>
          <p:cNvSpPr>
            <a:spLocks noGrp="1"/>
          </p:cNvSpPr>
          <p:nvPr>
            <p:ph type="title" hasCustomPrompt="1"/>
          </p:nvPr>
        </p:nvSpPr>
        <p:spPr>
          <a:xfrm>
            <a:off x="502920" y="665972"/>
            <a:ext cx="2377440" cy="1278650"/>
          </a:xfrm>
          <a:prstGeom prst="rect">
            <a:avLst/>
          </a:prstGeom>
        </p:spPr>
        <p:txBody>
          <a:bodyPr/>
          <a:lstStyle>
            <a:lvl1pPr>
              <a:defRPr sz="2400">
                <a:solidFill>
                  <a:schemeClr val="tx2"/>
                </a:solidFill>
              </a:defRPr>
            </a:lvl1pPr>
          </a:lstStyle>
          <a:p>
            <a:r>
              <a:rPr lang="en-US" noProof="0" dirty="0"/>
              <a:t>Type your slide headline here</a:t>
            </a:r>
          </a:p>
        </p:txBody>
      </p:sp>
    </p:spTree>
    <p:extLst>
      <p:ext uri="{BB962C8B-B14F-4D97-AF65-F5344CB8AC3E}">
        <p14:creationId xmlns:p14="http://schemas.microsoft.com/office/powerpoint/2010/main" val="405178166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mall - image lef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44F529D8-9C6F-58F5-0254-996E808C0934}"/>
              </a:ext>
            </a:extLst>
          </p:cNvPr>
          <p:cNvSpPr>
            <a:spLocks noGrp="1"/>
          </p:cNvSpPr>
          <p:nvPr>
            <p:ph type="body" sz="quarter" idx="24" hasCustomPrompt="1"/>
          </p:nvPr>
        </p:nvSpPr>
        <p:spPr>
          <a:xfrm>
            <a:off x="6262611" y="2144011"/>
            <a:ext cx="2379602" cy="6168311"/>
          </a:xfrm>
          <a:prstGeom prst="rect">
            <a:avLst/>
          </a:prstGeo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1">
            <a:extLst>
              <a:ext uri="{FF2B5EF4-FFF2-40B4-BE49-F238E27FC236}">
                <a16:creationId xmlns:a16="http://schemas.microsoft.com/office/drawing/2014/main" id="{079F63E1-D3F3-F243-D730-F89C53934AB2}"/>
              </a:ext>
            </a:extLst>
          </p:cNvPr>
          <p:cNvSpPr>
            <a:spLocks noGrp="1"/>
          </p:cNvSpPr>
          <p:nvPr>
            <p:ph type="title" hasCustomPrompt="1"/>
          </p:nvPr>
        </p:nvSpPr>
        <p:spPr>
          <a:xfrm>
            <a:off x="6260149" y="665972"/>
            <a:ext cx="2377440" cy="1278650"/>
          </a:xfrm>
          <a:prstGeom prst="rect">
            <a:avLst/>
          </a:prstGeom>
        </p:spPr>
        <p:txBody>
          <a:bodyPr/>
          <a:lstStyle>
            <a:lvl1pPr>
              <a:defRPr sz="2400">
                <a:solidFill>
                  <a:schemeClr val="tx2"/>
                </a:solidFill>
              </a:defRPr>
            </a:lvl1pPr>
          </a:lstStyle>
          <a:p>
            <a:r>
              <a:rPr lang="en-US" noProof="0" dirty="0"/>
              <a:t>Type your slide headline here</a:t>
            </a:r>
          </a:p>
        </p:txBody>
      </p:sp>
      <p:sp>
        <p:nvSpPr>
          <p:cNvPr id="4" name="Footer Placeholder 11">
            <a:extLst>
              <a:ext uri="{FF2B5EF4-FFF2-40B4-BE49-F238E27FC236}">
                <a16:creationId xmlns:a16="http://schemas.microsoft.com/office/drawing/2014/main" id="{D019B56E-17F1-60C5-DE51-C73526AF218E}"/>
              </a:ext>
            </a:extLst>
          </p:cNvPr>
          <p:cNvSpPr>
            <a:spLocks noGrp="1"/>
          </p:cNvSpPr>
          <p:nvPr>
            <p:ph type="ftr" sz="quarter" idx="26"/>
          </p:nvPr>
        </p:nvSpPr>
        <p:spPr>
          <a:xfrm>
            <a:off x="502919" y="8723955"/>
            <a:ext cx="237744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7" name="Slide Number Placeholder 12">
            <a:extLst>
              <a:ext uri="{FF2B5EF4-FFF2-40B4-BE49-F238E27FC236}">
                <a16:creationId xmlns:a16="http://schemas.microsoft.com/office/drawing/2014/main" id="{CE15C5B3-F137-C847-8AEF-B6EA3211AAAA}"/>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
        <p:nvSpPr>
          <p:cNvPr id="3" name="Picture Placeholder 4">
            <a:extLst>
              <a:ext uri="{FF2B5EF4-FFF2-40B4-BE49-F238E27FC236}">
                <a16:creationId xmlns:a16="http://schemas.microsoft.com/office/drawing/2014/main" id="{3C5F3973-0A3E-BA0D-7446-25212BF944FF}"/>
              </a:ext>
            </a:extLst>
          </p:cNvPr>
          <p:cNvSpPr>
            <a:spLocks noGrp="1"/>
          </p:cNvSpPr>
          <p:nvPr>
            <p:ph type="pic" sz="quarter" idx="28" hasCustomPrompt="1"/>
          </p:nvPr>
        </p:nvSpPr>
        <p:spPr>
          <a:xfrm>
            <a:off x="0" y="0"/>
            <a:ext cx="5890820" cy="9104313"/>
          </a:xfrm>
          <a:prstGeom prst="rect">
            <a:avLst/>
          </a:pr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p>
        </p:txBody>
      </p:sp>
    </p:spTree>
    <p:extLst>
      <p:ext uri="{BB962C8B-B14F-4D97-AF65-F5344CB8AC3E}">
        <p14:creationId xmlns:p14="http://schemas.microsoft.com/office/powerpoint/2010/main" val="210810303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D14F1EF4-283E-34CE-199C-D2F9ED23AAAD}"/>
              </a:ext>
            </a:extLst>
          </p:cNvPr>
          <p:cNvSpPr>
            <a:spLocks noGrp="1"/>
          </p:cNvSpPr>
          <p:nvPr>
            <p:ph type="pic" sz="quarter" idx="28" hasCustomPrompt="1"/>
          </p:nvPr>
        </p:nvSpPr>
        <p:spPr>
          <a:xfrm>
            <a:off x="0" y="0"/>
            <a:ext cx="9144000" cy="9104313"/>
          </a:xfrm>
          <a:custGeom>
            <a:avLst/>
            <a:gdLst>
              <a:gd name="connsiteX0" fmla="*/ 8862930 w 9144000"/>
              <a:gd name="connsiteY0" fmla="*/ 4918662 h 5143500"/>
              <a:gd name="connsiteX1" fmla="*/ 8862940 w 9144000"/>
              <a:gd name="connsiteY1" fmla="*/ 4918674 h 5143500"/>
              <a:gd name="connsiteX2" fmla="*/ 8862930 w 9144000"/>
              <a:gd name="connsiteY2" fmla="*/ 4918680 h 5143500"/>
              <a:gd name="connsiteX3" fmla="*/ 8757882 w 9144000"/>
              <a:gd name="connsiteY3" fmla="*/ 4908682 h 5143500"/>
              <a:gd name="connsiteX4" fmla="*/ 8783191 w 9144000"/>
              <a:gd name="connsiteY4" fmla="*/ 4931060 h 5143500"/>
              <a:gd name="connsiteX5" fmla="*/ 8757882 w 9144000"/>
              <a:gd name="connsiteY5" fmla="*/ 4955819 h 5143500"/>
              <a:gd name="connsiteX6" fmla="*/ 8752150 w 9144000"/>
              <a:gd name="connsiteY6" fmla="*/ 4955819 h 5143500"/>
              <a:gd name="connsiteX7" fmla="*/ 8752150 w 9144000"/>
              <a:gd name="connsiteY7" fmla="*/ 4908800 h 5143500"/>
              <a:gd name="connsiteX8" fmla="*/ 8757882 w 9144000"/>
              <a:gd name="connsiteY8" fmla="*/ 4908682 h 5143500"/>
              <a:gd name="connsiteX9" fmla="*/ 8309514 w 9144000"/>
              <a:gd name="connsiteY9" fmla="*/ 4908682 h 5143500"/>
              <a:gd name="connsiteX10" fmla="*/ 8334824 w 9144000"/>
              <a:gd name="connsiteY10" fmla="*/ 4931060 h 5143500"/>
              <a:gd name="connsiteX11" fmla="*/ 8309514 w 9144000"/>
              <a:gd name="connsiteY11" fmla="*/ 4955819 h 5143500"/>
              <a:gd name="connsiteX12" fmla="*/ 8303782 w 9144000"/>
              <a:gd name="connsiteY12" fmla="*/ 4955819 h 5143500"/>
              <a:gd name="connsiteX13" fmla="*/ 8303782 w 9144000"/>
              <a:gd name="connsiteY13" fmla="*/ 4908800 h 5143500"/>
              <a:gd name="connsiteX14" fmla="*/ 8309514 w 9144000"/>
              <a:gd name="connsiteY14" fmla="*/ 4908682 h 5143500"/>
              <a:gd name="connsiteX15" fmla="*/ 8656176 w 9144000"/>
              <a:gd name="connsiteY15" fmla="*/ 4889642 h 5143500"/>
              <a:gd name="connsiteX16" fmla="*/ 8656176 w 9144000"/>
              <a:gd name="connsiteY16" fmla="*/ 5003422 h 5143500"/>
              <a:gd name="connsiteX17" fmla="*/ 8691036 w 9144000"/>
              <a:gd name="connsiteY17" fmla="*/ 5003422 h 5143500"/>
              <a:gd name="connsiteX18" fmla="*/ 8691036 w 9144000"/>
              <a:gd name="connsiteY18" fmla="*/ 4889642 h 5143500"/>
              <a:gd name="connsiteX19" fmla="*/ 8575476 w 9144000"/>
              <a:gd name="connsiteY19" fmla="*/ 4889642 h 5143500"/>
              <a:gd name="connsiteX20" fmla="*/ 8575476 w 9144000"/>
              <a:gd name="connsiteY20" fmla="*/ 5003422 h 5143500"/>
              <a:gd name="connsiteX21" fmla="*/ 8638503 w 9144000"/>
              <a:gd name="connsiteY21" fmla="*/ 5003422 h 5143500"/>
              <a:gd name="connsiteX22" fmla="*/ 8643759 w 9144000"/>
              <a:gd name="connsiteY22" fmla="*/ 4980570 h 5143500"/>
              <a:gd name="connsiteX23" fmla="*/ 8610337 w 9144000"/>
              <a:gd name="connsiteY23" fmla="*/ 4980570 h 5143500"/>
              <a:gd name="connsiteX24" fmla="*/ 8610337 w 9144000"/>
              <a:gd name="connsiteY24" fmla="*/ 4889642 h 5143500"/>
              <a:gd name="connsiteX25" fmla="*/ 8514839 w 9144000"/>
              <a:gd name="connsiteY25" fmla="*/ 4889642 h 5143500"/>
              <a:gd name="connsiteX26" fmla="*/ 8514839 w 9144000"/>
              <a:gd name="connsiteY26" fmla="*/ 5003422 h 5143500"/>
              <a:gd name="connsiteX27" fmla="*/ 8549700 w 9144000"/>
              <a:gd name="connsiteY27" fmla="*/ 5003422 h 5143500"/>
              <a:gd name="connsiteX28" fmla="*/ 8549700 w 9144000"/>
              <a:gd name="connsiteY28" fmla="*/ 4889642 h 5143500"/>
              <a:gd name="connsiteX29" fmla="*/ 8383044 w 9144000"/>
              <a:gd name="connsiteY29" fmla="*/ 4889642 h 5143500"/>
              <a:gd name="connsiteX30" fmla="*/ 8383044 w 9144000"/>
              <a:gd name="connsiteY30" fmla="*/ 5003422 h 5143500"/>
              <a:gd name="connsiteX31" fmla="*/ 8417905 w 9144000"/>
              <a:gd name="connsiteY31" fmla="*/ 5003422 h 5143500"/>
              <a:gd name="connsiteX32" fmla="*/ 8417905 w 9144000"/>
              <a:gd name="connsiteY32" fmla="*/ 4958675 h 5143500"/>
              <a:gd name="connsiteX33" fmla="*/ 8454193 w 9144000"/>
              <a:gd name="connsiteY33" fmla="*/ 4958675 h 5143500"/>
              <a:gd name="connsiteX34" fmla="*/ 8454193 w 9144000"/>
              <a:gd name="connsiteY34" fmla="*/ 5003422 h 5143500"/>
              <a:gd name="connsiteX35" fmla="*/ 8489054 w 9144000"/>
              <a:gd name="connsiteY35" fmla="*/ 5003422 h 5143500"/>
              <a:gd name="connsiteX36" fmla="*/ 8489054 w 9144000"/>
              <a:gd name="connsiteY36" fmla="*/ 4889642 h 5143500"/>
              <a:gd name="connsiteX37" fmla="*/ 8454193 w 9144000"/>
              <a:gd name="connsiteY37" fmla="*/ 4889642 h 5143500"/>
              <a:gd name="connsiteX38" fmla="*/ 8454193 w 9144000"/>
              <a:gd name="connsiteY38" fmla="*/ 4934873 h 5143500"/>
              <a:gd name="connsiteX39" fmla="*/ 8417905 w 9144000"/>
              <a:gd name="connsiteY39" fmla="*/ 4934873 h 5143500"/>
              <a:gd name="connsiteX40" fmla="*/ 8417905 w 9144000"/>
              <a:gd name="connsiteY40" fmla="*/ 4889642 h 5143500"/>
              <a:gd name="connsiteX41" fmla="*/ 8759786 w 9144000"/>
              <a:gd name="connsiteY41" fmla="*/ 4887261 h 5143500"/>
              <a:gd name="connsiteX42" fmla="*/ 8717289 w 9144000"/>
              <a:gd name="connsiteY42" fmla="*/ 4889642 h 5143500"/>
              <a:gd name="connsiteX43" fmla="*/ 8717289 w 9144000"/>
              <a:gd name="connsiteY43" fmla="*/ 5003422 h 5143500"/>
              <a:gd name="connsiteX44" fmla="*/ 8752150 w 9144000"/>
              <a:gd name="connsiteY44" fmla="*/ 5003422 h 5143500"/>
              <a:gd name="connsiteX45" fmla="*/ 8752150 w 9144000"/>
              <a:gd name="connsiteY45" fmla="*/ 4976282 h 5143500"/>
              <a:gd name="connsiteX46" fmla="*/ 8764566 w 9144000"/>
              <a:gd name="connsiteY46" fmla="*/ 4976282 h 5143500"/>
              <a:gd name="connsiteX47" fmla="*/ 8764566 w 9144000"/>
              <a:gd name="connsiteY47" fmla="*/ 4976291 h 5143500"/>
              <a:gd name="connsiteX48" fmla="*/ 8817567 w 9144000"/>
              <a:gd name="connsiteY48" fmla="*/ 4930586 h 5143500"/>
              <a:gd name="connsiteX49" fmla="*/ 8759786 w 9144000"/>
              <a:gd name="connsiteY49" fmla="*/ 4887261 h 5143500"/>
              <a:gd name="connsiteX50" fmla="*/ 8311428 w 9144000"/>
              <a:gd name="connsiteY50" fmla="*/ 4887261 h 5143500"/>
              <a:gd name="connsiteX51" fmla="*/ 8268931 w 9144000"/>
              <a:gd name="connsiteY51" fmla="*/ 4889642 h 5143500"/>
              <a:gd name="connsiteX52" fmla="*/ 8268931 w 9144000"/>
              <a:gd name="connsiteY52" fmla="*/ 5003422 h 5143500"/>
              <a:gd name="connsiteX53" fmla="*/ 8303791 w 9144000"/>
              <a:gd name="connsiteY53" fmla="*/ 5003422 h 5143500"/>
              <a:gd name="connsiteX54" fmla="*/ 8303791 w 9144000"/>
              <a:gd name="connsiteY54" fmla="*/ 4976282 h 5143500"/>
              <a:gd name="connsiteX55" fmla="*/ 8316208 w 9144000"/>
              <a:gd name="connsiteY55" fmla="*/ 4976282 h 5143500"/>
              <a:gd name="connsiteX56" fmla="*/ 8316199 w 9144000"/>
              <a:gd name="connsiteY56" fmla="*/ 4976291 h 5143500"/>
              <a:gd name="connsiteX57" fmla="*/ 8369199 w 9144000"/>
              <a:gd name="connsiteY57" fmla="*/ 4930586 h 5143500"/>
              <a:gd name="connsiteX58" fmla="*/ 8311428 w 9144000"/>
              <a:gd name="connsiteY58" fmla="*/ 4887261 h 5143500"/>
              <a:gd name="connsiteX59" fmla="*/ 8875337 w 9144000"/>
              <a:gd name="connsiteY59" fmla="*/ 4887252 h 5143500"/>
              <a:gd name="connsiteX60" fmla="*/ 8828069 w 9144000"/>
              <a:gd name="connsiteY60" fmla="*/ 4921527 h 5143500"/>
              <a:gd name="connsiteX61" fmla="*/ 8882507 w 9144000"/>
              <a:gd name="connsiteY61" fmla="*/ 4971994 h 5143500"/>
              <a:gd name="connsiteX62" fmla="*/ 8864367 w 9144000"/>
              <a:gd name="connsiteY62" fmla="*/ 4982942 h 5143500"/>
              <a:gd name="connsiteX63" fmla="*/ 8824736 w 9144000"/>
              <a:gd name="connsiteY63" fmla="*/ 4973892 h 5143500"/>
              <a:gd name="connsiteX64" fmla="*/ 8828555 w 9144000"/>
              <a:gd name="connsiteY64" fmla="*/ 5000074 h 5143500"/>
              <a:gd name="connsiteX65" fmla="*/ 8864844 w 9144000"/>
              <a:gd name="connsiteY65" fmla="*/ 5005785 h 5143500"/>
              <a:gd name="connsiteX66" fmla="*/ 8917844 w 9144000"/>
              <a:gd name="connsiteY66" fmla="*/ 4967697 h 5143500"/>
              <a:gd name="connsiteX67" fmla="*/ 8871510 w 9144000"/>
              <a:gd name="connsiteY67" fmla="*/ 4928600 h 5143500"/>
              <a:gd name="connsiteX68" fmla="*/ 8862940 w 9144000"/>
              <a:gd name="connsiteY68" fmla="*/ 4918674 h 5143500"/>
              <a:gd name="connsiteX69" fmla="*/ 8879165 w 9144000"/>
              <a:gd name="connsiteY69" fmla="*/ 4909630 h 5143500"/>
              <a:gd name="connsiteX70" fmla="*/ 8910198 w 9144000"/>
              <a:gd name="connsiteY70" fmla="*/ 4915341 h 5143500"/>
              <a:gd name="connsiteX71" fmla="*/ 8907332 w 9144000"/>
              <a:gd name="connsiteY71" fmla="*/ 4890582 h 5143500"/>
              <a:gd name="connsiteX72" fmla="*/ 8875337 w 9144000"/>
              <a:gd name="connsiteY72" fmla="*/ 4887252 h 5143500"/>
              <a:gd name="connsiteX73" fmla="*/ 0 w 9144000"/>
              <a:gd name="connsiteY73" fmla="*/ 0 h 5143500"/>
              <a:gd name="connsiteX74" fmla="*/ 9144000 w 9144000"/>
              <a:gd name="connsiteY74" fmla="*/ 0 h 5143500"/>
              <a:gd name="connsiteX75" fmla="*/ 9144000 w 9144000"/>
              <a:gd name="connsiteY75" fmla="*/ 5143500 h 5143500"/>
              <a:gd name="connsiteX76" fmla="*/ 0 w 9144000"/>
              <a:gd name="connsiteY7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144000" h="5143500">
                <a:moveTo>
                  <a:pt x="8862930" y="4918662"/>
                </a:moveTo>
                <a:lnTo>
                  <a:pt x="8862940" y="4918674"/>
                </a:lnTo>
                <a:lnTo>
                  <a:pt x="8862930" y="4918680"/>
                </a:lnTo>
                <a:close/>
                <a:moveTo>
                  <a:pt x="8757882" y="4908682"/>
                </a:moveTo>
                <a:cubicBezTo>
                  <a:pt x="8775069" y="4908682"/>
                  <a:pt x="8783191" y="4916774"/>
                  <a:pt x="8783191" y="4931060"/>
                </a:cubicBezTo>
                <a:cubicBezTo>
                  <a:pt x="8783191" y="4945821"/>
                  <a:pt x="8776031" y="4955819"/>
                  <a:pt x="8757882" y="4955819"/>
                </a:cubicBezTo>
                <a:lnTo>
                  <a:pt x="8752150" y="4955819"/>
                </a:lnTo>
                <a:lnTo>
                  <a:pt x="8752150" y="4908800"/>
                </a:lnTo>
                <a:cubicBezTo>
                  <a:pt x="8754173" y="4908682"/>
                  <a:pt x="8756087" y="4908682"/>
                  <a:pt x="8757882" y="4908682"/>
                </a:cubicBezTo>
                <a:close/>
                <a:moveTo>
                  <a:pt x="8309514" y="4908682"/>
                </a:moveTo>
                <a:cubicBezTo>
                  <a:pt x="8326702" y="4908682"/>
                  <a:pt x="8334824" y="4916774"/>
                  <a:pt x="8334824" y="4931060"/>
                </a:cubicBezTo>
                <a:cubicBezTo>
                  <a:pt x="8334824" y="4945821"/>
                  <a:pt x="8327663" y="4955819"/>
                  <a:pt x="8309514" y="4955819"/>
                </a:cubicBezTo>
                <a:lnTo>
                  <a:pt x="8303782" y="4955819"/>
                </a:lnTo>
                <a:lnTo>
                  <a:pt x="8303782" y="4908800"/>
                </a:lnTo>
                <a:cubicBezTo>
                  <a:pt x="8305815" y="4908682"/>
                  <a:pt x="8307720" y="4908682"/>
                  <a:pt x="8309514" y="4908682"/>
                </a:cubicBezTo>
                <a:close/>
                <a:moveTo>
                  <a:pt x="8656176" y="4889642"/>
                </a:moveTo>
                <a:lnTo>
                  <a:pt x="8656176" y="5003422"/>
                </a:lnTo>
                <a:lnTo>
                  <a:pt x="8691036" y="5003422"/>
                </a:lnTo>
                <a:lnTo>
                  <a:pt x="8691036" y="4889642"/>
                </a:lnTo>
                <a:close/>
                <a:moveTo>
                  <a:pt x="8575476" y="4889642"/>
                </a:moveTo>
                <a:lnTo>
                  <a:pt x="8575476" y="5003422"/>
                </a:lnTo>
                <a:lnTo>
                  <a:pt x="8638503" y="5003422"/>
                </a:lnTo>
                <a:lnTo>
                  <a:pt x="8643759" y="4980570"/>
                </a:lnTo>
                <a:lnTo>
                  <a:pt x="8610337" y="4980570"/>
                </a:lnTo>
                <a:lnTo>
                  <a:pt x="8610337" y="4889642"/>
                </a:lnTo>
                <a:close/>
                <a:moveTo>
                  <a:pt x="8514839" y="4889642"/>
                </a:moveTo>
                <a:lnTo>
                  <a:pt x="8514839" y="5003422"/>
                </a:lnTo>
                <a:lnTo>
                  <a:pt x="8549700" y="5003422"/>
                </a:lnTo>
                <a:lnTo>
                  <a:pt x="8549700" y="4889642"/>
                </a:lnTo>
                <a:close/>
                <a:moveTo>
                  <a:pt x="8383044" y="4889642"/>
                </a:moveTo>
                <a:lnTo>
                  <a:pt x="8383044" y="5003422"/>
                </a:lnTo>
                <a:lnTo>
                  <a:pt x="8417905" y="5003422"/>
                </a:lnTo>
                <a:lnTo>
                  <a:pt x="8417905" y="4958675"/>
                </a:lnTo>
                <a:lnTo>
                  <a:pt x="8454193" y="4958675"/>
                </a:lnTo>
                <a:lnTo>
                  <a:pt x="8454193" y="5003422"/>
                </a:lnTo>
                <a:lnTo>
                  <a:pt x="8489054" y="5003422"/>
                </a:lnTo>
                <a:lnTo>
                  <a:pt x="8489054" y="4889642"/>
                </a:lnTo>
                <a:lnTo>
                  <a:pt x="8454193" y="4889642"/>
                </a:lnTo>
                <a:lnTo>
                  <a:pt x="8454193" y="4934873"/>
                </a:lnTo>
                <a:lnTo>
                  <a:pt x="8417905" y="4934873"/>
                </a:lnTo>
                <a:lnTo>
                  <a:pt x="8417905" y="4889642"/>
                </a:lnTo>
                <a:close/>
                <a:moveTo>
                  <a:pt x="8759786" y="4887261"/>
                </a:moveTo>
                <a:cubicBezTo>
                  <a:pt x="8745941" y="4887261"/>
                  <a:pt x="8729230" y="4888210"/>
                  <a:pt x="8717289" y="4889642"/>
                </a:cubicBezTo>
                <a:lnTo>
                  <a:pt x="8717289" y="5003422"/>
                </a:lnTo>
                <a:lnTo>
                  <a:pt x="8752150" y="5003422"/>
                </a:lnTo>
                <a:lnTo>
                  <a:pt x="8752150" y="4976282"/>
                </a:lnTo>
                <a:lnTo>
                  <a:pt x="8764566" y="4976282"/>
                </a:lnTo>
                <a:lnTo>
                  <a:pt x="8764566" y="4976291"/>
                </a:lnTo>
                <a:cubicBezTo>
                  <a:pt x="8797037" y="4976291"/>
                  <a:pt x="8817567" y="4959633"/>
                  <a:pt x="8817567" y="4930586"/>
                </a:cubicBezTo>
                <a:cubicBezTo>
                  <a:pt x="8817567" y="4898692"/>
                  <a:pt x="8795599" y="4887261"/>
                  <a:pt x="8759786" y="4887261"/>
                </a:cubicBezTo>
                <a:close/>
                <a:moveTo>
                  <a:pt x="8311428" y="4887261"/>
                </a:moveTo>
                <a:cubicBezTo>
                  <a:pt x="8297583" y="4887261"/>
                  <a:pt x="8280872" y="4888210"/>
                  <a:pt x="8268931" y="4889642"/>
                </a:cubicBezTo>
                <a:lnTo>
                  <a:pt x="8268931" y="5003422"/>
                </a:lnTo>
                <a:lnTo>
                  <a:pt x="8303791" y="5003422"/>
                </a:lnTo>
                <a:lnTo>
                  <a:pt x="8303791" y="4976282"/>
                </a:lnTo>
                <a:lnTo>
                  <a:pt x="8316208" y="4976282"/>
                </a:lnTo>
                <a:lnTo>
                  <a:pt x="8316199" y="4976291"/>
                </a:lnTo>
                <a:cubicBezTo>
                  <a:pt x="8348669" y="4976291"/>
                  <a:pt x="8369199" y="4959633"/>
                  <a:pt x="8369199" y="4930586"/>
                </a:cubicBezTo>
                <a:cubicBezTo>
                  <a:pt x="8369208" y="4898683"/>
                  <a:pt x="8347241" y="4887261"/>
                  <a:pt x="8311428" y="4887261"/>
                </a:cubicBezTo>
                <a:close/>
                <a:moveTo>
                  <a:pt x="8875337" y="4887252"/>
                </a:moveTo>
                <a:cubicBezTo>
                  <a:pt x="8847162" y="4887252"/>
                  <a:pt x="8828069" y="4898318"/>
                  <a:pt x="8828069" y="4921527"/>
                </a:cubicBezTo>
                <a:cubicBezTo>
                  <a:pt x="8828069" y="4961521"/>
                  <a:pt x="8882507" y="4953429"/>
                  <a:pt x="8882507" y="4971994"/>
                </a:cubicBezTo>
                <a:cubicBezTo>
                  <a:pt x="8882507" y="4979137"/>
                  <a:pt x="8877251" y="4982942"/>
                  <a:pt x="8864367" y="4982942"/>
                </a:cubicBezTo>
                <a:cubicBezTo>
                  <a:pt x="8852903" y="4982942"/>
                  <a:pt x="8835239" y="4979137"/>
                  <a:pt x="8824736" y="4973892"/>
                </a:cubicBezTo>
                <a:lnTo>
                  <a:pt x="8828555" y="5000074"/>
                </a:lnTo>
                <a:cubicBezTo>
                  <a:pt x="8839058" y="5003888"/>
                  <a:pt x="8853388" y="5005785"/>
                  <a:pt x="8864844" y="5005785"/>
                </a:cubicBezTo>
                <a:cubicBezTo>
                  <a:pt x="8893972" y="5005785"/>
                  <a:pt x="8917844" y="4996261"/>
                  <a:pt x="8917844" y="4967697"/>
                </a:cubicBezTo>
                <a:cubicBezTo>
                  <a:pt x="8917844" y="4939131"/>
                  <a:pt x="8886955" y="4936008"/>
                  <a:pt x="8871510" y="4928600"/>
                </a:cubicBezTo>
                <a:lnTo>
                  <a:pt x="8862940" y="4918674"/>
                </a:lnTo>
                <a:lnTo>
                  <a:pt x="8879165" y="4909630"/>
                </a:lnTo>
                <a:cubicBezTo>
                  <a:pt x="8890144" y="4909630"/>
                  <a:pt x="8902085" y="4912011"/>
                  <a:pt x="8910198" y="4915341"/>
                </a:cubicBezTo>
                <a:lnTo>
                  <a:pt x="8907332" y="4890582"/>
                </a:lnTo>
                <a:cubicBezTo>
                  <a:pt x="8898257" y="4888675"/>
                  <a:pt x="8890144" y="4887252"/>
                  <a:pt x="8875337" y="4887252"/>
                </a:cubicBezTo>
                <a:close/>
                <a:moveTo>
                  <a:pt x="0" y="0"/>
                </a:moveTo>
                <a:lnTo>
                  <a:pt x="9144000" y="0"/>
                </a:lnTo>
                <a:lnTo>
                  <a:pt x="9144000" y="5143500"/>
                </a:lnTo>
                <a:lnTo>
                  <a:pt x="0" y="5143500"/>
                </a:lnTo>
                <a:close/>
              </a:path>
            </a:pathLst>
          </a:custGeom>
          <a:solidFill>
            <a:schemeClr val="bg1">
              <a:lumMod val="85000"/>
            </a:schemeClr>
          </a:solidFill>
        </p:spPr>
        <p:txBody>
          <a:bodyPr vert="horz" wrap="square" lIns="0" tIns="0" rIns="0" bIns="0" spcCol="324000" rtlCol="0" anchor="ctr">
            <a:noAutofit/>
          </a:bodyPr>
          <a:lstStyle>
            <a:lvl1pPr marL="0" indent="0" algn="ctr">
              <a:spcAft>
                <a:spcPts val="0"/>
              </a:spcAft>
              <a:buNone/>
              <a:defRPr lang="en-US" dirty="0"/>
            </a:lvl1pPr>
          </a:lstStyle>
          <a:p>
            <a:pPr marL="0" lvl="0" indent="0" algn="ctr">
              <a:buNone/>
            </a:pPr>
            <a:br>
              <a:rPr lang="en-US" noProof="0" dirty="0"/>
            </a:br>
            <a:br>
              <a:rPr lang="en-US" noProof="0" dirty="0"/>
            </a:br>
            <a:br>
              <a:rPr lang="en-US" noProof="0" dirty="0"/>
            </a:br>
            <a:br>
              <a:rPr lang="en-US" noProof="0" dirty="0"/>
            </a:br>
            <a:br>
              <a:rPr lang="en-US" noProof="0" dirty="0"/>
            </a:br>
            <a:br>
              <a:rPr lang="en-US" noProof="0" dirty="0"/>
            </a:br>
            <a:r>
              <a:rPr lang="en-US" noProof="0" dirty="0"/>
              <a:t>Click icon to insert your photo OR </a:t>
            </a:r>
            <a:br>
              <a:rPr lang="en-US" noProof="0" dirty="0"/>
            </a:br>
            <a:r>
              <a:rPr lang="en-US" noProof="0" dirty="0"/>
              <a:t>select one from PAL through Templafy </a:t>
            </a:r>
            <a:br>
              <a:rPr lang="en-US" noProof="0" dirty="0"/>
            </a:br>
            <a:br>
              <a:rPr lang="en-US" noProof="0" dirty="0"/>
            </a:br>
            <a:br>
              <a:rPr lang="en-US" noProof="0" dirty="0"/>
            </a:br>
            <a:br>
              <a:rPr lang="en-US" noProof="0" dirty="0"/>
            </a:br>
            <a:br>
              <a:rPr lang="en-US" noProof="0" dirty="0"/>
            </a:br>
            <a:r>
              <a:rPr lang="en-US" noProof="0" dirty="0"/>
              <a:t>Then, use “Crop” to recenter and resize </a:t>
            </a:r>
            <a:br>
              <a:rPr lang="en-US" noProof="0" dirty="0"/>
            </a:br>
            <a:r>
              <a:rPr lang="en-US" noProof="0" dirty="0"/>
              <a:t>your image if your subject appears off-center</a:t>
            </a:r>
            <a:br>
              <a:rPr lang="en-US" noProof="0" dirty="0"/>
            </a:br>
            <a:br>
              <a:rPr lang="en-US" noProof="0" dirty="0"/>
            </a:br>
            <a:br>
              <a:rPr lang="en-US" noProof="0" dirty="0"/>
            </a:br>
            <a:br>
              <a:rPr lang="en-US" noProof="0" dirty="0"/>
            </a:br>
            <a:br>
              <a:rPr lang="en-US" noProof="0" dirty="0"/>
            </a:br>
            <a:br>
              <a:rPr lang="en-US" noProof="0" dirty="0"/>
            </a:br>
            <a:r>
              <a:rPr lang="en-US" noProof="0" dirty="0"/>
              <a:t>Need the white logo? Select “Hide Background Graphics” in the Format Shape pane.</a:t>
            </a:r>
          </a:p>
        </p:txBody>
      </p:sp>
      <p:sp>
        <p:nvSpPr>
          <p:cNvPr id="3" name="Footer Placeholder 11">
            <a:extLst>
              <a:ext uri="{FF2B5EF4-FFF2-40B4-BE49-F238E27FC236}">
                <a16:creationId xmlns:a16="http://schemas.microsoft.com/office/drawing/2014/main" id="{83C774FF-44C9-505B-D3A3-7BDAED31291A}"/>
              </a:ext>
            </a:extLst>
          </p:cNvPr>
          <p:cNvSpPr>
            <a:spLocks noGrp="1"/>
          </p:cNvSpPr>
          <p:nvPr>
            <p:ph type="ftr" sz="quarter" idx="26"/>
          </p:nvPr>
        </p:nvSpPr>
        <p:spPr>
          <a:xfrm>
            <a:off x="502919" y="8723955"/>
            <a:ext cx="237744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4" name="Slide Number Placeholder 12">
            <a:extLst>
              <a:ext uri="{FF2B5EF4-FFF2-40B4-BE49-F238E27FC236}">
                <a16:creationId xmlns:a16="http://schemas.microsoft.com/office/drawing/2014/main" id="{8E634DF2-19D4-5701-B6C3-6993A4076E58}"/>
              </a:ext>
            </a:extLst>
          </p:cNvPr>
          <p:cNvSpPr>
            <a:spLocks noGrp="1"/>
          </p:cNvSpPr>
          <p:nvPr>
            <p:ph type="sldNum" sz="quarter" idx="27"/>
          </p:nvPr>
        </p:nvSpPr>
        <p:spPr>
          <a:xfrm>
            <a:off x="182124" y="8723955"/>
            <a:ext cx="199973" cy="161854"/>
          </a:xfrm>
          <a:prstGeom prst="rect">
            <a:avLst/>
          </a:prstGeom>
        </p:spPr>
        <p:txBody>
          <a:bodyPr/>
          <a:lstStyle>
            <a:lvl1pPr>
              <a:defRPr>
                <a:solidFill>
                  <a:schemeClr val="bg1">
                    <a:lumMod val="85000"/>
                  </a:schemeClr>
                </a:solidFill>
                <a:latin typeface="Calibri" panose="020F0502020204030204" pitchFamily="34" charset="0"/>
              </a:defRPr>
            </a:lvl1pPr>
          </a:lstStyle>
          <a:p>
            <a:fld id="{A5163908-529D-4A49-892F-D37C4044DFD8}" type="slidenum">
              <a:rPr lang="en-US" smtClean="0"/>
              <a:pPr/>
              <a:t>‹#›</a:t>
            </a:fld>
            <a:endParaRPr lang="en-US" dirty="0"/>
          </a:p>
        </p:txBody>
      </p:sp>
    </p:spTree>
    <p:extLst>
      <p:ext uri="{BB962C8B-B14F-4D97-AF65-F5344CB8AC3E}">
        <p14:creationId xmlns:p14="http://schemas.microsoft.com/office/powerpoint/2010/main" val="3519694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BE0DDD1-E8FF-476A-B624-711BB78C5337}"/>
              </a:ext>
            </a:extLst>
          </p:cNvPr>
          <p:cNvSpPr>
            <a:spLocks noGrp="1"/>
          </p:cNvSpPr>
          <p:nvPr>
            <p:ph type="ftr" sz="quarter" idx="12"/>
          </p:nvPr>
        </p:nvSpPr>
        <p:spPr>
          <a:xfrm>
            <a:off x="502919" y="8723955"/>
            <a:ext cx="5486400" cy="161854"/>
          </a:xfrm>
          <a:prstGeom prst="rect">
            <a:avLst/>
          </a:prstGeom>
        </p:spPr>
        <p:txBody>
          <a:bodyPr/>
          <a:lstStyle>
            <a:lvl1pPr>
              <a:defRPr>
                <a:solidFill>
                  <a:schemeClr val="tx1">
                    <a:lumMod val="65000"/>
                    <a:lumOff val="35000"/>
                  </a:schemeClr>
                </a:solidFill>
                <a:latin typeface="Calibri" panose="020F0502020204030204" pitchFamily="34" charset="0"/>
              </a:defRPr>
            </a:lvl1pPr>
          </a:lstStyle>
          <a:p>
            <a:endParaRPr lang="en-US" dirty="0"/>
          </a:p>
        </p:txBody>
      </p:sp>
      <p:sp>
        <p:nvSpPr>
          <p:cNvPr id="7" name="Slide Number Placeholder 6">
            <a:extLst>
              <a:ext uri="{FF2B5EF4-FFF2-40B4-BE49-F238E27FC236}">
                <a16:creationId xmlns:a16="http://schemas.microsoft.com/office/drawing/2014/main" id="{9636BD1A-AF4B-4287-A902-BC02DA082019}"/>
              </a:ext>
            </a:extLst>
          </p:cNvPr>
          <p:cNvSpPr>
            <a:spLocks noGrp="1"/>
          </p:cNvSpPr>
          <p:nvPr>
            <p:ph type="sldNum" sz="quarter" idx="13"/>
          </p:nvPr>
        </p:nvSpPr>
        <p:spPr>
          <a:xfrm>
            <a:off x="182124" y="8723955"/>
            <a:ext cx="199973" cy="161854"/>
          </a:xfrm>
          <a:prstGeom prst="rect">
            <a:avLst/>
          </a:prstGeom>
        </p:spPr>
        <p:txBody>
          <a:bodyPr/>
          <a:lstStyle>
            <a:lvl1pPr>
              <a:defRPr>
                <a:solidFill>
                  <a:schemeClr val="bg1">
                    <a:lumMod val="65000"/>
                  </a:schemeClr>
                </a:solidFill>
                <a:latin typeface="Calibri" panose="020F0502020204030204" pitchFamily="34" charset="0"/>
              </a:defRPr>
            </a:lvl1pPr>
          </a:lstStyle>
          <a:p>
            <a:fld id="{A5163908-529D-4A49-892F-D37C4044DFD8}" type="slidenum">
              <a:rPr lang="en-US" smtClean="0"/>
              <a:pPr/>
              <a:t>‹#›</a:t>
            </a:fld>
            <a:endParaRPr lang="en-US" dirty="0"/>
          </a:p>
        </p:txBody>
      </p:sp>
    </p:spTree>
    <p:extLst>
      <p:ext uri="{BB962C8B-B14F-4D97-AF65-F5344CB8AC3E}">
        <p14:creationId xmlns:p14="http://schemas.microsoft.com/office/powerpoint/2010/main" val="4137202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 blue">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8DAE83-C9A1-3CFA-42F6-1FB772A3EA0B}"/>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CC6C873-7B4F-45EB-5E38-3E9D0111ED8D}"/>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pic>
        <p:nvPicPr>
          <p:cNvPr id="5" name="Picture 4" descr="A blue letter on a black background&#10;&#10;Description automatically generated">
            <a:extLst>
              <a:ext uri="{FF2B5EF4-FFF2-40B4-BE49-F238E27FC236}">
                <a16:creationId xmlns:a16="http://schemas.microsoft.com/office/drawing/2014/main" id="{4F1A5FB4-4CD7-A2E4-670C-488F2F85AB4B}"/>
              </a:ext>
            </a:extLst>
          </p:cNvPr>
          <p:cNvPicPr>
            <a:picLocks noGrp="1" noRot="1" noChangeAspect="1" noMove="1" noResize="1" noEditPoints="1" noAdjustHandles="1" noChangeArrowheads="1" noChangeShapeType="1" noCrop="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95685" y="699919"/>
            <a:ext cx="1152627" cy="371736"/>
          </a:xfrm>
          <a:prstGeom prst="rect">
            <a:avLst/>
          </a:prstGeom>
        </p:spPr>
      </p:pic>
      <p:sp>
        <p:nvSpPr>
          <p:cNvPr id="6" name="TextBox 5">
            <a:extLst>
              <a:ext uri="{FF2B5EF4-FFF2-40B4-BE49-F238E27FC236}">
                <a16:creationId xmlns:a16="http://schemas.microsoft.com/office/drawing/2014/main" id="{CDC5DC1B-90D1-16A7-427B-3D24F944CA79}"/>
              </a:ext>
            </a:extLst>
          </p:cNvPr>
          <p:cNvSpPr txBox="1"/>
          <p:nvPr userDrawn="1"/>
        </p:nvSpPr>
        <p:spPr>
          <a:xfrm>
            <a:off x="2028323" y="3244676"/>
            <a:ext cx="5087354" cy="1477328"/>
          </a:xfrm>
          <a:prstGeom prst="rect">
            <a:avLst/>
          </a:prstGeom>
          <a:noFill/>
          <a:ln>
            <a:noFill/>
          </a:ln>
        </p:spPr>
        <p:txBody>
          <a:bodyPr wrap="none" lIns="0" tIns="0" rIns="0" bIns="0" rtlCol="0">
            <a:spAutoFit/>
          </a:bodyPr>
          <a:lstStyle/>
          <a:p>
            <a:pPr marL="0" indent="0" algn="ctr">
              <a:spcAft>
                <a:spcPts val="600"/>
              </a:spcAft>
              <a:buSzPct val="75000"/>
              <a:buFontTx/>
              <a:buNone/>
            </a:pPr>
            <a:r>
              <a:rPr lang="en-US" sz="9600" b="0" i="0" dirty="0">
                <a:solidFill>
                  <a:schemeClr val="bg1"/>
                </a:solidFill>
                <a:latin typeface="+mj-lt"/>
                <a:cs typeface="Neue Frutiger World Light" panose="020B0403040304020203" pitchFamily="34" charset="0"/>
              </a:rPr>
              <a:t>Thank you</a:t>
            </a:r>
          </a:p>
        </p:txBody>
      </p:sp>
    </p:spTree>
    <p:extLst>
      <p:ext uri="{BB962C8B-B14F-4D97-AF65-F5344CB8AC3E}">
        <p14:creationId xmlns:p14="http://schemas.microsoft.com/office/powerpoint/2010/main" val="420222650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slide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36517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 whit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8DAE83-C9A1-3CFA-42F6-1FB772A3EA0B}"/>
              </a:ext>
            </a:extLst>
          </p:cNvPr>
          <p:cNvSpPr>
            <a:spLocks noGrp="1"/>
          </p:cNvSpPr>
          <p:nvPr>
            <p:ph type="ftr" sz="quarter" idx="10"/>
          </p:nvPr>
        </p:nvSpPr>
        <p:spPr>
          <a:xfrm>
            <a:off x="502919" y="8723955"/>
            <a:ext cx="5486400" cy="161854"/>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CC6C873-7B4F-45EB-5E38-3E9D0111ED8D}"/>
              </a:ext>
            </a:extLst>
          </p:cNvPr>
          <p:cNvSpPr>
            <a:spLocks noGrp="1"/>
          </p:cNvSpPr>
          <p:nvPr>
            <p:ph type="sldNum" sz="quarter" idx="11"/>
          </p:nvPr>
        </p:nvSpPr>
        <p:spPr>
          <a:xfrm>
            <a:off x="182124" y="8723955"/>
            <a:ext cx="199973" cy="161854"/>
          </a:xfrm>
          <a:prstGeom prst="rect">
            <a:avLst/>
          </a:prstGeom>
        </p:spPr>
        <p:txBody>
          <a:bodyPr/>
          <a:lstStyle/>
          <a:p>
            <a:fld id="{A5163908-529D-4A49-892F-D37C4044DFD8}" type="slidenum">
              <a:rPr lang="en-US" smtClean="0"/>
              <a:pPr/>
              <a:t>‹#›</a:t>
            </a:fld>
            <a:endParaRPr lang="en-US" dirty="0"/>
          </a:p>
        </p:txBody>
      </p:sp>
      <p:pic>
        <p:nvPicPr>
          <p:cNvPr id="5" name="Picture 4" descr="A blue letter on a black background&#10;&#10;Description automatically generated">
            <a:extLst>
              <a:ext uri="{FF2B5EF4-FFF2-40B4-BE49-F238E27FC236}">
                <a16:creationId xmlns:a16="http://schemas.microsoft.com/office/drawing/2014/main" id="{4F1A5FB4-4CD7-A2E4-670C-488F2F85AB4B}"/>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3995685" y="699919"/>
            <a:ext cx="1152627" cy="371736"/>
          </a:xfrm>
          <a:prstGeom prst="rect">
            <a:avLst/>
          </a:prstGeom>
        </p:spPr>
      </p:pic>
      <p:sp>
        <p:nvSpPr>
          <p:cNvPr id="7" name="TextBox 6">
            <a:extLst>
              <a:ext uri="{FF2B5EF4-FFF2-40B4-BE49-F238E27FC236}">
                <a16:creationId xmlns:a16="http://schemas.microsoft.com/office/drawing/2014/main" id="{DB3D22CC-58D4-6B7C-7DAB-99EF135F187D}"/>
              </a:ext>
            </a:extLst>
          </p:cNvPr>
          <p:cNvSpPr txBox="1"/>
          <p:nvPr userDrawn="1"/>
        </p:nvSpPr>
        <p:spPr>
          <a:xfrm>
            <a:off x="2028324" y="3244676"/>
            <a:ext cx="5087354" cy="1477328"/>
          </a:xfrm>
          <a:prstGeom prst="rect">
            <a:avLst/>
          </a:prstGeom>
          <a:noFill/>
          <a:ln>
            <a:noFill/>
          </a:ln>
        </p:spPr>
        <p:txBody>
          <a:bodyPr wrap="none" lIns="0" tIns="0" rIns="0" bIns="0" rtlCol="0">
            <a:spAutoFit/>
          </a:bodyPr>
          <a:lstStyle/>
          <a:p>
            <a:pPr marL="0" indent="0" algn="ctr">
              <a:spcAft>
                <a:spcPts val="600"/>
              </a:spcAft>
              <a:buSzPct val="75000"/>
              <a:buFontTx/>
              <a:buNone/>
            </a:pPr>
            <a:r>
              <a:rPr lang="en-US" sz="9600" b="0" i="0" dirty="0">
                <a:solidFill>
                  <a:srgbClr val="0B5ED7"/>
                </a:solidFill>
                <a:latin typeface="+mj-lt"/>
                <a:cs typeface="Neue Frutiger World Light" panose="020B0403040304020203" pitchFamily="34" charset="0"/>
              </a:rPr>
              <a:t>Thank you</a:t>
            </a:r>
          </a:p>
        </p:txBody>
      </p:sp>
    </p:spTree>
    <p:extLst>
      <p:ext uri="{BB962C8B-B14F-4D97-AF65-F5344CB8AC3E}">
        <p14:creationId xmlns:p14="http://schemas.microsoft.com/office/powerpoint/2010/main" val="112185221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a16="http://schemas.microsoft.com/office/drawing/2014/main"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1408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ext Placeholder 12">
            <a:extLst>
              <a:ext uri="{FF2B5EF4-FFF2-40B4-BE49-F238E27FC236}">
                <a16:creationId xmlns:a16="http://schemas.microsoft.com/office/drawing/2014/main" id="{9846266C-4ECA-426E-AC3C-9C2166215C9A}"/>
              </a:ext>
            </a:extLst>
          </p:cNvPr>
          <p:cNvSpPr>
            <a:spLocks noGrp="1"/>
          </p:cNvSpPr>
          <p:nvPr>
            <p:ph type="body" idx="1"/>
          </p:nvPr>
        </p:nvSpPr>
        <p:spPr>
          <a:xfrm>
            <a:off x="504825" y="2144011"/>
            <a:ext cx="8132765" cy="6168311"/>
          </a:xfrm>
          <a:prstGeom prst="rect">
            <a:avLst/>
          </a:prstGeom>
        </p:spPr>
        <p:txBody>
          <a:bodyPr vert="horz" lIns="0" tIns="0" rIns="0" bIns="0" spcCol="324000" rtlCol="0">
            <a:no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itle Placeholder 5">
            <a:extLst>
              <a:ext uri="{FF2B5EF4-FFF2-40B4-BE49-F238E27FC236}">
                <a16:creationId xmlns:a16="http://schemas.microsoft.com/office/drawing/2014/main" id="{A0613193-D73A-5A4B-9E3D-2F277B4E033F}"/>
              </a:ext>
            </a:extLst>
          </p:cNvPr>
          <p:cNvSpPr>
            <a:spLocks noGrp="1"/>
          </p:cNvSpPr>
          <p:nvPr>
            <p:ph type="title"/>
          </p:nvPr>
        </p:nvSpPr>
        <p:spPr>
          <a:xfrm>
            <a:off x="503240" y="665971"/>
            <a:ext cx="8132765" cy="1272917"/>
          </a:xfrm>
          <a:prstGeom prst="rect">
            <a:avLst/>
          </a:prstGeom>
        </p:spPr>
        <p:txBody>
          <a:bodyPr vert="horz" lIns="0" tIns="0" rIns="0" bIns="0" rtlCol="0" anchor="t">
            <a:noAutofit/>
          </a:bodyPr>
          <a:lstStyle/>
          <a:p>
            <a:r>
              <a:rPr lang="en-US" noProof="0" dirty="0"/>
              <a:t>Type your slide headline here</a:t>
            </a:r>
          </a:p>
        </p:txBody>
      </p:sp>
    </p:spTree>
    <p:extLst>
      <p:ext uri="{BB962C8B-B14F-4D97-AF65-F5344CB8AC3E}">
        <p14:creationId xmlns:p14="http://schemas.microsoft.com/office/powerpoint/2010/main" val="1043098441"/>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2" r:id="rId4"/>
    <p:sldLayoutId id="2147484073" r:id="rId5"/>
    <p:sldLayoutId id="2147484077" r:id="rId6"/>
    <p:sldLayoutId id="2147484078" r:id="rId7"/>
    <p:sldLayoutId id="2147484079" r:id="rId8"/>
    <p:sldLayoutId id="2147484080" r:id="rId9"/>
    <p:sldLayoutId id="2147484046" r:id="rId10"/>
    <p:sldLayoutId id="2147484047" r:id="rId11"/>
    <p:sldLayoutId id="2147484048" r:id="rId12"/>
    <p:sldLayoutId id="2147484050" r:id="rId13"/>
    <p:sldLayoutId id="2147484049" r:id="rId14"/>
    <p:sldLayoutId id="2147484051" r:id="rId15"/>
    <p:sldLayoutId id="2147484052" r:id="rId16"/>
    <p:sldLayoutId id="2147484053" r:id="rId17"/>
    <p:sldLayoutId id="2147484054" r:id="rId18"/>
    <p:sldLayoutId id="2147484055" r:id="rId19"/>
    <p:sldLayoutId id="2147484056" r:id="rId20"/>
    <p:sldLayoutId id="2147484057" r:id="rId21"/>
    <p:sldLayoutId id="2147484058" r:id="rId22"/>
    <p:sldLayoutId id="2147484032" r:id="rId23"/>
    <p:sldLayoutId id="2147484033" r:id="rId24"/>
    <p:sldLayoutId id="2147484034" r:id="rId25"/>
    <p:sldLayoutId id="2147484035" r:id="rId26"/>
    <p:sldLayoutId id="2147484036" r:id="rId27"/>
    <p:sldLayoutId id="2147484067" r:id="rId28"/>
    <p:sldLayoutId id="2147484068" r:id="rId29"/>
    <p:sldLayoutId id="2147484081" r:id="rId30"/>
    <p:sldLayoutId id="2147484069" r:id="rId31"/>
    <p:sldLayoutId id="2147484082" r:id="rId32"/>
    <p:sldLayoutId id="2147484070" r:id="rId33"/>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354" rtl="0" eaLnBrk="1" latinLnBrk="0" hangingPunct="1">
        <a:lnSpc>
          <a:spcPct val="100000"/>
        </a:lnSpc>
        <a:spcBef>
          <a:spcPct val="0"/>
        </a:spcBef>
        <a:spcAft>
          <a:spcPts val="600"/>
        </a:spcAft>
        <a:buNone/>
        <a:defRPr lang="en-US" sz="2400" kern="1200" smtClean="0">
          <a:solidFill>
            <a:schemeClr val="tx2"/>
          </a:solidFill>
          <a:latin typeface="+mj-lt"/>
          <a:ea typeface="+mj-ea"/>
          <a:cs typeface="+mj-cs"/>
        </a:defRPr>
      </a:lvl1pPr>
    </p:titleStyle>
    <p:body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dirty="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dirty="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userDrawn="1">
          <p15:clr>
            <a:srgbClr val="A4A3A4"/>
          </p15:clr>
        </p15:guide>
        <p15:guide id="4" orient="horz" pos="404" userDrawn="1">
          <p15:clr>
            <a:srgbClr val="A4A3A4"/>
          </p15:clr>
        </p15:guide>
        <p15:guide id="7" orient="horz" pos="5246" userDrawn="1">
          <p15:clr>
            <a:srgbClr val="A4A3A4"/>
          </p15:clr>
        </p15:guide>
        <p15:guide id="15" orient="horz" pos="2868" userDrawn="1">
          <p15:clr>
            <a:srgbClr val="F26B43"/>
          </p15:clr>
        </p15:guide>
        <p15:guide id="16"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3.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5A3947-CAF9-B0C9-A798-A90A0F505F17}"/>
              </a:ext>
            </a:extLst>
          </p:cNvPr>
          <p:cNvSpPr>
            <a:spLocks noGrp="1"/>
          </p:cNvSpPr>
          <p:nvPr>
            <p:ph type="body" sz="quarter" idx="20"/>
          </p:nvPr>
        </p:nvSpPr>
        <p:spPr/>
        <p:txBody>
          <a:bodyPr/>
          <a:lstStyle/>
          <a:p>
            <a:pPr marL="0" indent="0">
              <a:buNone/>
            </a:pPr>
            <a:r>
              <a:rPr lang="en-US" dirty="0"/>
              <a:t>Feature image</a:t>
            </a:r>
            <a:endParaRPr lang="en-NL" dirty="0"/>
          </a:p>
        </p:txBody>
      </p:sp>
    </p:spTree>
    <p:extLst>
      <p:ext uri="{BB962C8B-B14F-4D97-AF65-F5344CB8AC3E}">
        <p14:creationId xmlns:p14="http://schemas.microsoft.com/office/powerpoint/2010/main" val="532315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F9906-A2C4-B8A5-C2C7-433A05C24A64}"/>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1BABA49C-8B29-5E91-E609-67A96BD126F5}"/>
              </a:ext>
            </a:extLst>
          </p:cNvPr>
          <p:cNvGrpSpPr/>
          <p:nvPr/>
        </p:nvGrpSpPr>
        <p:grpSpPr>
          <a:xfrm>
            <a:off x="5381205" y="2685075"/>
            <a:ext cx="630627" cy="1284276"/>
            <a:chOff x="282109" y="2231921"/>
            <a:chExt cx="630627" cy="1284276"/>
          </a:xfrm>
        </p:grpSpPr>
        <p:sp>
          <p:nvSpPr>
            <p:cNvPr id="49" name="Oval 48">
              <a:extLst>
                <a:ext uri="{FF2B5EF4-FFF2-40B4-BE49-F238E27FC236}">
                  <a16:creationId xmlns:a16="http://schemas.microsoft.com/office/drawing/2014/main" id="{F9E40EFE-10EF-A7C1-DE3E-010D219915D3}"/>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50" name="Group 49">
              <a:extLst>
                <a:ext uri="{FF2B5EF4-FFF2-40B4-BE49-F238E27FC236}">
                  <a16:creationId xmlns:a16="http://schemas.microsoft.com/office/drawing/2014/main" id="{40992421-438C-EAC3-5434-B8AF631452CE}"/>
                </a:ext>
              </a:extLst>
            </p:cNvPr>
            <p:cNvGrpSpPr/>
            <p:nvPr/>
          </p:nvGrpSpPr>
          <p:grpSpPr>
            <a:xfrm>
              <a:off x="282109" y="2642134"/>
              <a:ext cx="630627" cy="874063"/>
              <a:chOff x="282109" y="2642134"/>
              <a:chExt cx="630627" cy="630627"/>
            </a:xfrm>
          </p:grpSpPr>
          <p:sp>
            <p:nvSpPr>
              <p:cNvPr id="51" name="Oval 50">
                <a:extLst>
                  <a:ext uri="{FF2B5EF4-FFF2-40B4-BE49-F238E27FC236}">
                    <a16:creationId xmlns:a16="http://schemas.microsoft.com/office/drawing/2014/main" id="{AD24DCB8-CB21-D000-7934-682E6EBCEF6E}"/>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2" name="Rectangle 51">
                <a:extLst>
                  <a:ext uri="{FF2B5EF4-FFF2-40B4-BE49-F238E27FC236}">
                    <a16:creationId xmlns:a16="http://schemas.microsoft.com/office/drawing/2014/main" id="{5ACD2E7F-732D-2B78-CAF4-AD4FD39A9BBD}"/>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grpSp>
        <p:nvGrpSpPr>
          <p:cNvPr id="45" name="Group 44">
            <a:extLst>
              <a:ext uri="{FF2B5EF4-FFF2-40B4-BE49-F238E27FC236}">
                <a16:creationId xmlns:a16="http://schemas.microsoft.com/office/drawing/2014/main" id="{D59D5906-21F3-7114-0887-F80203D60711}"/>
              </a:ext>
            </a:extLst>
          </p:cNvPr>
          <p:cNvGrpSpPr/>
          <p:nvPr/>
        </p:nvGrpSpPr>
        <p:grpSpPr>
          <a:xfrm>
            <a:off x="617776" y="2663684"/>
            <a:ext cx="630627" cy="1284276"/>
            <a:chOff x="282109" y="2231921"/>
            <a:chExt cx="630627" cy="1284276"/>
          </a:xfrm>
        </p:grpSpPr>
        <p:sp>
          <p:nvSpPr>
            <p:cNvPr id="39" name="Oval 38">
              <a:extLst>
                <a:ext uri="{FF2B5EF4-FFF2-40B4-BE49-F238E27FC236}">
                  <a16:creationId xmlns:a16="http://schemas.microsoft.com/office/drawing/2014/main" id="{61E1B290-6F0E-AC41-064A-1BDFE5D15C7E}"/>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44" name="Group 43">
              <a:extLst>
                <a:ext uri="{FF2B5EF4-FFF2-40B4-BE49-F238E27FC236}">
                  <a16:creationId xmlns:a16="http://schemas.microsoft.com/office/drawing/2014/main" id="{7DCCB533-7207-E479-7547-690730F90620}"/>
                </a:ext>
              </a:extLst>
            </p:cNvPr>
            <p:cNvGrpSpPr/>
            <p:nvPr/>
          </p:nvGrpSpPr>
          <p:grpSpPr>
            <a:xfrm>
              <a:off x="282109" y="2642134"/>
              <a:ext cx="630627" cy="874063"/>
              <a:chOff x="282109" y="2642134"/>
              <a:chExt cx="630627" cy="630627"/>
            </a:xfrm>
          </p:grpSpPr>
          <p:sp>
            <p:nvSpPr>
              <p:cNvPr id="42" name="Oval 41">
                <a:extLst>
                  <a:ext uri="{FF2B5EF4-FFF2-40B4-BE49-F238E27FC236}">
                    <a16:creationId xmlns:a16="http://schemas.microsoft.com/office/drawing/2014/main" id="{0E4CBF8E-EEDE-F8A1-7532-1237021D86A6}"/>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3" name="Rectangle 42">
                <a:extLst>
                  <a:ext uri="{FF2B5EF4-FFF2-40B4-BE49-F238E27FC236}">
                    <a16:creationId xmlns:a16="http://schemas.microsoft.com/office/drawing/2014/main" id="{0D293756-2998-D0DC-A1B7-DC7532B510F9}"/>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sp>
        <p:nvSpPr>
          <p:cNvPr id="15" name="Rectangle 14">
            <a:extLst>
              <a:ext uri="{FF2B5EF4-FFF2-40B4-BE49-F238E27FC236}">
                <a16:creationId xmlns:a16="http://schemas.microsoft.com/office/drawing/2014/main" id="{61F5F72E-7E2E-CFFA-B95E-F572A44D62BE}"/>
              </a:ext>
            </a:extLst>
          </p:cNvPr>
          <p:cNvSpPr/>
          <p:nvPr/>
        </p:nvSpPr>
        <p:spPr>
          <a:xfrm>
            <a:off x="7121467" y="1352489"/>
            <a:ext cx="923827" cy="1542207"/>
          </a:xfrm>
          <a:prstGeom prst="rect">
            <a:avLst/>
          </a:prstGeom>
          <a:solidFill>
            <a:schemeClr val="bg1"/>
          </a:solidFill>
        </p:spPr>
        <p:txBody>
          <a:bodyPr vert="horz" lIns="0" tIns="0" rIns="0" bIns="0" spcCol="324000" rtlCol="0">
            <a:noAutofit/>
          </a:bodyPr>
          <a:lstStyle/>
          <a:p>
            <a:pPr defTabSz="183600">
              <a:spcAft>
                <a:spcPts val="600"/>
              </a:spcAft>
              <a:buClr>
                <a:srgbClr val="000000"/>
              </a:buClr>
              <a:buSzPct val="75000"/>
            </a:pPr>
            <a:endParaRPr lang="en-NL" sz="1400" dirty="0" err="1">
              <a:latin typeface="Calibri" panose="020F0502020204030204" pitchFamily="34" charset="0"/>
              <a:cs typeface="Calibri Light" panose="020F0302020204030204" pitchFamily="34" charset="0"/>
            </a:endParaRPr>
          </a:p>
        </p:txBody>
      </p:sp>
      <p:graphicFrame>
        <p:nvGraphicFramePr>
          <p:cNvPr id="6" name="Table 5">
            <a:extLst>
              <a:ext uri="{FF2B5EF4-FFF2-40B4-BE49-F238E27FC236}">
                <a16:creationId xmlns:a16="http://schemas.microsoft.com/office/drawing/2014/main" id="{1A61479B-9F03-7F0C-505D-D30565B08A83}"/>
              </a:ext>
            </a:extLst>
          </p:cNvPr>
          <p:cNvGraphicFramePr>
            <a:graphicFrameLocks noGrp="1"/>
          </p:cNvGraphicFramePr>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graphicFrame>
        <p:nvGraphicFramePr>
          <p:cNvPr id="8" name="Table 7">
            <a:extLst>
              <a:ext uri="{FF2B5EF4-FFF2-40B4-BE49-F238E27FC236}">
                <a16:creationId xmlns:a16="http://schemas.microsoft.com/office/drawing/2014/main" id="{78F06FF2-BAA1-3B16-8BE6-CD148539AD5D}"/>
              </a:ext>
            </a:extLst>
          </p:cNvPr>
          <p:cNvGraphicFramePr>
            <a:graphicFrameLocks noGrp="1"/>
          </p:cNvGraphicFramePr>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sp>
        <p:nvSpPr>
          <p:cNvPr id="12" name="Star: 5 Points 11">
            <a:extLst>
              <a:ext uri="{FF2B5EF4-FFF2-40B4-BE49-F238E27FC236}">
                <a16:creationId xmlns:a16="http://schemas.microsoft.com/office/drawing/2014/main" id="{8C7018DE-51E5-8079-3871-D151422924FE}"/>
              </a:ext>
            </a:extLst>
          </p:cNvPr>
          <p:cNvSpPr/>
          <p:nvPr/>
        </p:nvSpPr>
        <p:spPr>
          <a:xfrm>
            <a:off x="1417216"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7" name="Star: 5 Points 16">
            <a:extLst>
              <a:ext uri="{FF2B5EF4-FFF2-40B4-BE49-F238E27FC236}">
                <a16:creationId xmlns:a16="http://schemas.microsoft.com/office/drawing/2014/main" id="{6214B5A6-BF1F-1385-DCA0-22753C4B114B}"/>
              </a:ext>
            </a:extLst>
          </p:cNvPr>
          <p:cNvSpPr/>
          <p:nvPr/>
        </p:nvSpPr>
        <p:spPr>
          <a:xfrm>
            <a:off x="1864583"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 name="Star: 5 Points 19">
            <a:extLst>
              <a:ext uri="{FF2B5EF4-FFF2-40B4-BE49-F238E27FC236}">
                <a16:creationId xmlns:a16="http://schemas.microsoft.com/office/drawing/2014/main" id="{D3E31301-113E-D4DA-25E0-96AFAAB2661C}"/>
              </a:ext>
            </a:extLst>
          </p:cNvPr>
          <p:cNvSpPr/>
          <p:nvPr/>
        </p:nvSpPr>
        <p:spPr>
          <a:xfrm>
            <a:off x="2796887"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2" name="Star: 5 Points 21">
            <a:extLst>
              <a:ext uri="{FF2B5EF4-FFF2-40B4-BE49-F238E27FC236}">
                <a16:creationId xmlns:a16="http://schemas.microsoft.com/office/drawing/2014/main" id="{A7065AED-1527-0241-7318-3B6FD29778D4}"/>
              </a:ext>
            </a:extLst>
          </p:cNvPr>
          <p:cNvSpPr/>
          <p:nvPr/>
        </p:nvSpPr>
        <p:spPr>
          <a:xfrm>
            <a:off x="1417215" y="148770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4" name="Star: 5 Points 23">
            <a:extLst>
              <a:ext uri="{FF2B5EF4-FFF2-40B4-BE49-F238E27FC236}">
                <a16:creationId xmlns:a16="http://schemas.microsoft.com/office/drawing/2014/main" id="{A67F30B9-359F-D143-65FD-EC3A474C5D17}"/>
              </a:ext>
            </a:extLst>
          </p:cNvPr>
          <p:cNvSpPr/>
          <p:nvPr/>
        </p:nvSpPr>
        <p:spPr>
          <a:xfrm>
            <a:off x="2359351" y="1487708"/>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6" name="Star: 5 Points 25">
            <a:extLst>
              <a:ext uri="{FF2B5EF4-FFF2-40B4-BE49-F238E27FC236}">
                <a16:creationId xmlns:a16="http://schemas.microsoft.com/office/drawing/2014/main" id="{3C9FF10A-A840-3F68-5FD0-C0213C41E8B4}"/>
              </a:ext>
            </a:extLst>
          </p:cNvPr>
          <p:cNvSpPr/>
          <p:nvPr/>
        </p:nvSpPr>
        <p:spPr>
          <a:xfrm>
            <a:off x="1877571" y="1881347"/>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8" name="Star: 5 Points 27">
            <a:extLst>
              <a:ext uri="{FF2B5EF4-FFF2-40B4-BE49-F238E27FC236}">
                <a16:creationId xmlns:a16="http://schemas.microsoft.com/office/drawing/2014/main" id="{AB73FD0D-350C-67CC-CDDF-2ADC04803149}"/>
              </a:ext>
            </a:extLst>
          </p:cNvPr>
          <p:cNvSpPr/>
          <p:nvPr/>
        </p:nvSpPr>
        <p:spPr>
          <a:xfrm>
            <a:off x="2359350"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0" name="Star: 5 Points 29">
            <a:extLst>
              <a:ext uri="{FF2B5EF4-FFF2-40B4-BE49-F238E27FC236}">
                <a16:creationId xmlns:a16="http://schemas.microsoft.com/office/drawing/2014/main" id="{F845B31C-F0A1-108B-9F68-D4EFFB5296F2}"/>
              </a:ext>
            </a:extLst>
          </p:cNvPr>
          <p:cNvSpPr/>
          <p:nvPr/>
        </p:nvSpPr>
        <p:spPr>
          <a:xfrm>
            <a:off x="2796887"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2" name="Star: 5 Points 31">
            <a:extLst>
              <a:ext uri="{FF2B5EF4-FFF2-40B4-BE49-F238E27FC236}">
                <a16:creationId xmlns:a16="http://schemas.microsoft.com/office/drawing/2014/main" id="{F63A3C93-EF08-D680-BB6E-3B7093B3867C}"/>
              </a:ext>
            </a:extLst>
          </p:cNvPr>
          <p:cNvSpPr/>
          <p:nvPr/>
        </p:nvSpPr>
        <p:spPr>
          <a:xfrm>
            <a:off x="1417215"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4" name="Star: 5 Points 33">
            <a:extLst>
              <a:ext uri="{FF2B5EF4-FFF2-40B4-BE49-F238E27FC236}">
                <a16:creationId xmlns:a16="http://schemas.microsoft.com/office/drawing/2014/main" id="{A1E994B3-19B7-432D-4973-390B7A476F18}"/>
              </a:ext>
            </a:extLst>
          </p:cNvPr>
          <p:cNvSpPr/>
          <p:nvPr/>
        </p:nvSpPr>
        <p:spPr>
          <a:xfrm>
            <a:off x="2359350"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aphicFrame>
        <p:nvGraphicFramePr>
          <p:cNvPr id="35" name="Table 34">
            <a:extLst>
              <a:ext uri="{FF2B5EF4-FFF2-40B4-BE49-F238E27FC236}">
                <a16:creationId xmlns:a16="http://schemas.microsoft.com/office/drawing/2014/main" id="{5D4648BD-B613-17AD-353C-4BAE5C336C02}"/>
              </a:ext>
            </a:extLst>
          </p:cNvPr>
          <p:cNvGraphicFramePr>
            <a:graphicFrameLocks noGrp="1"/>
          </p:cNvGraphicFramePr>
          <p:nvPr/>
        </p:nvGraphicFramePr>
        <p:xfrm>
          <a:off x="6112962" y="963407"/>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pPr algn="ctr"/>
                      <a:r>
                        <a:rPr lang="en-GB" dirty="0">
                          <a:solidFill>
                            <a:schemeClr val="bg1">
                              <a:lumMod val="75000"/>
                            </a:schemeClr>
                          </a:solidFill>
                        </a:rPr>
                        <a:t>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3</a:t>
                      </a:r>
                      <a:endParaRPr lang="en-NL" dirty="0">
                        <a:solidFill>
                          <a:schemeClr val="bg1">
                            <a:lumMod val="75000"/>
                          </a:schemeClr>
                        </a:solidFill>
                      </a:endParaRPr>
                    </a:p>
                  </a:txBody>
                  <a:tcPr anchor="ctr"/>
                </a:tc>
                <a:extLst>
                  <a:ext uri="{0D108BD9-81ED-4DB2-BD59-A6C34878D82A}">
                    <a16:rowId xmlns:a16="http://schemas.microsoft.com/office/drawing/2014/main" val="285481043"/>
                  </a:ext>
                </a:extLst>
              </a:tr>
              <a:tr h="430417">
                <a:tc>
                  <a:txBody>
                    <a:bodyPr/>
                    <a:lstStyle/>
                    <a:p>
                      <a:pPr algn="ctr"/>
                      <a:r>
                        <a:rPr lang="en-GB" dirty="0">
                          <a:solidFill>
                            <a:schemeClr val="bg1">
                              <a:lumMod val="75000"/>
                            </a:schemeClr>
                          </a:solidFill>
                        </a:rPr>
                        <a:t>4</a:t>
                      </a:r>
                      <a:endParaRPr lang="en-NL" dirty="0">
                        <a:solidFill>
                          <a:schemeClr val="bg1">
                            <a:lumMod val="75000"/>
                          </a:schemeClr>
                        </a:solidFill>
                      </a:endParaRPr>
                    </a:p>
                  </a:txBody>
                  <a:tcPr anchor="ctr"/>
                </a:tc>
                <a:tc>
                  <a:txBody>
                    <a:bodyPr/>
                    <a:lstStyle/>
                    <a:p>
                      <a:pPr algn="ct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6</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7</a:t>
                      </a:r>
                      <a:endParaRPr lang="en-NL" dirty="0">
                        <a:solidFill>
                          <a:schemeClr val="bg1">
                            <a:lumMod val="75000"/>
                          </a:schemeClr>
                        </a:solidFill>
                      </a:endParaRPr>
                    </a:p>
                  </a:txBody>
                  <a:tcPr anchor="ctr"/>
                </a:tc>
                <a:extLst>
                  <a:ext uri="{0D108BD9-81ED-4DB2-BD59-A6C34878D82A}">
                    <a16:rowId xmlns:a16="http://schemas.microsoft.com/office/drawing/2014/main" val="1765123310"/>
                  </a:ext>
                </a:extLst>
              </a:tr>
              <a:tr h="430417">
                <a:tc>
                  <a:txBody>
                    <a:bodyPr/>
                    <a:lstStyle/>
                    <a:p>
                      <a:pPr algn="ctr"/>
                      <a:r>
                        <a:rPr lang="en-GB" dirty="0">
                          <a:solidFill>
                            <a:schemeClr val="bg1">
                              <a:lumMod val="75000"/>
                            </a:schemeClr>
                          </a:solidFill>
                        </a:rPr>
                        <a:t>8</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9</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11</a:t>
                      </a:r>
                      <a:endParaRPr lang="en-NL" dirty="0">
                        <a:solidFill>
                          <a:schemeClr val="bg1">
                            <a:lumMod val="75000"/>
                          </a:schemeClr>
                        </a:solidFill>
                      </a:endParaRPr>
                    </a:p>
                  </a:txBody>
                  <a:tcPr anchor="ctr"/>
                </a:tc>
                <a:extLst>
                  <a:ext uri="{0D108BD9-81ED-4DB2-BD59-A6C34878D82A}">
                    <a16:rowId xmlns:a16="http://schemas.microsoft.com/office/drawing/2014/main" val="1553208812"/>
                  </a:ext>
                </a:extLst>
              </a:tr>
              <a:tr h="430417">
                <a:tc>
                  <a:txBody>
                    <a:bodyPr/>
                    <a:lstStyle/>
                    <a:p>
                      <a:pPr algn="ctr"/>
                      <a:r>
                        <a:rPr lang="en-GB" dirty="0">
                          <a:solidFill>
                            <a:schemeClr val="bg1">
                              <a:lumMod val="75000"/>
                            </a:schemeClr>
                          </a:solidFill>
                        </a:rPr>
                        <a:t>12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13</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14</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15</a:t>
                      </a:r>
                      <a:endParaRPr lang="en-NL" dirty="0">
                        <a:solidFill>
                          <a:schemeClr val="bg1">
                            <a:lumMod val="75000"/>
                          </a:schemeClr>
                        </a:solidFill>
                      </a:endParaRPr>
                    </a:p>
                  </a:txBody>
                  <a:tcPr anchor="ctr"/>
                </a:tc>
                <a:extLst>
                  <a:ext uri="{0D108BD9-81ED-4DB2-BD59-A6C34878D82A}">
                    <a16:rowId xmlns:a16="http://schemas.microsoft.com/office/drawing/2014/main" val="313605339"/>
                  </a:ext>
                </a:extLst>
              </a:tr>
            </a:tbl>
          </a:graphicData>
        </a:graphic>
      </p:graphicFrame>
      <p:grpSp>
        <p:nvGrpSpPr>
          <p:cNvPr id="36" name="Group 35">
            <a:extLst>
              <a:ext uri="{FF2B5EF4-FFF2-40B4-BE49-F238E27FC236}">
                <a16:creationId xmlns:a16="http://schemas.microsoft.com/office/drawing/2014/main" id="{7ED21E44-D797-F637-A183-E1AE31DF086A}"/>
              </a:ext>
            </a:extLst>
          </p:cNvPr>
          <p:cNvGrpSpPr/>
          <p:nvPr/>
        </p:nvGrpSpPr>
        <p:grpSpPr>
          <a:xfrm>
            <a:off x="6653735" y="1479603"/>
            <a:ext cx="265471" cy="265471"/>
            <a:chOff x="5181600" y="1793363"/>
            <a:chExt cx="265471" cy="265471"/>
          </a:xfrm>
        </p:grpSpPr>
        <p:sp>
          <p:nvSpPr>
            <p:cNvPr id="37" name="Oval 36">
              <a:extLst>
                <a:ext uri="{FF2B5EF4-FFF2-40B4-BE49-F238E27FC236}">
                  <a16:creationId xmlns:a16="http://schemas.microsoft.com/office/drawing/2014/main" id="{0C8BF3CE-7613-F689-97BF-8E1B1E1E5DA1}"/>
                </a:ext>
              </a:extLst>
            </p:cNvPr>
            <p:cNvSpPr/>
            <p:nvPr/>
          </p:nvSpPr>
          <p:spPr>
            <a:xfrm>
              <a:off x="5181600" y="1793363"/>
              <a:ext cx="265471" cy="265471"/>
            </a:xfrm>
            <a:prstGeom prst="ellipse">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8" name="Oval 37">
              <a:extLst>
                <a:ext uri="{FF2B5EF4-FFF2-40B4-BE49-F238E27FC236}">
                  <a16:creationId xmlns:a16="http://schemas.microsoft.com/office/drawing/2014/main" id="{C9103574-B928-EC17-75BD-074C9042432D}"/>
                </a:ext>
              </a:extLst>
            </p:cNvPr>
            <p:cNvSpPr/>
            <p:nvPr/>
          </p:nvSpPr>
          <p:spPr>
            <a:xfrm>
              <a:off x="5247968" y="1859731"/>
              <a:ext cx="132734" cy="132734"/>
            </a:xfrm>
            <a:prstGeom prst="ellipse">
              <a:avLst/>
            </a:prstGeom>
            <a:noFill/>
            <a:ln w="381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sp>
        <p:nvSpPr>
          <p:cNvPr id="53" name="TextBox 52">
            <a:extLst>
              <a:ext uri="{FF2B5EF4-FFF2-40B4-BE49-F238E27FC236}">
                <a16:creationId xmlns:a16="http://schemas.microsoft.com/office/drawing/2014/main" id="{99A17DC7-43DE-397F-E198-ECE14ACC957E}"/>
              </a:ext>
            </a:extLst>
          </p:cNvPr>
          <p:cNvSpPr txBox="1"/>
          <p:nvPr/>
        </p:nvSpPr>
        <p:spPr>
          <a:xfrm>
            <a:off x="1237953" y="415596"/>
            <a:ext cx="88387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Alice</a:t>
            </a:r>
            <a:endParaRPr lang="en-NL" sz="2800" dirty="0">
              <a:solidFill>
                <a:schemeClr val="tx2"/>
              </a:solidFill>
            </a:endParaRPr>
          </a:p>
        </p:txBody>
      </p:sp>
      <p:sp>
        <p:nvSpPr>
          <p:cNvPr id="55" name="TextBox 54">
            <a:extLst>
              <a:ext uri="{FF2B5EF4-FFF2-40B4-BE49-F238E27FC236}">
                <a16:creationId xmlns:a16="http://schemas.microsoft.com/office/drawing/2014/main" id="{D1BACAD9-DB1F-2F9D-6C2A-F28C51FF4B1B}"/>
              </a:ext>
            </a:extLst>
          </p:cNvPr>
          <p:cNvSpPr txBox="1"/>
          <p:nvPr/>
        </p:nvSpPr>
        <p:spPr>
          <a:xfrm>
            <a:off x="6035333" y="436987"/>
            <a:ext cx="75563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Bob</a:t>
            </a:r>
            <a:endParaRPr lang="en-NL" sz="2800" dirty="0">
              <a:solidFill>
                <a:schemeClr val="tx2"/>
              </a:solidFill>
            </a:endParaRPr>
          </a:p>
        </p:txBody>
      </p:sp>
      <p:sp>
        <p:nvSpPr>
          <p:cNvPr id="57" name="TextBox 56">
            <a:extLst>
              <a:ext uri="{FF2B5EF4-FFF2-40B4-BE49-F238E27FC236}">
                <a16:creationId xmlns:a16="http://schemas.microsoft.com/office/drawing/2014/main" id="{10623232-0AA5-96CE-92E9-38229E63F577}"/>
              </a:ext>
            </a:extLst>
          </p:cNvPr>
          <p:cNvSpPr txBox="1"/>
          <p:nvPr/>
        </p:nvSpPr>
        <p:spPr>
          <a:xfrm>
            <a:off x="1303749" y="2718221"/>
            <a:ext cx="2852753"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Alice knows the location of the enemy ships (and Bob does not).</a:t>
            </a:r>
            <a:endParaRPr lang="en-NL" sz="1800" dirty="0"/>
          </a:p>
        </p:txBody>
      </p:sp>
      <p:sp>
        <p:nvSpPr>
          <p:cNvPr id="59" name="TextBox 58">
            <a:extLst>
              <a:ext uri="{FF2B5EF4-FFF2-40B4-BE49-F238E27FC236}">
                <a16:creationId xmlns:a16="http://schemas.microsoft.com/office/drawing/2014/main" id="{396D1DB4-77E0-4F23-7357-B4EA6FCB11E0}"/>
              </a:ext>
            </a:extLst>
          </p:cNvPr>
          <p:cNvSpPr txBox="1"/>
          <p:nvPr/>
        </p:nvSpPr>
        <p:spPr>
          <a:xfrm>
            <a:off x="6040007" y="2718221"/>
            <a:ext cx="2249297"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Bob knows where the gun is pointing (and Alice does not).</a:t>
            </a:r>
            <a:endParaRPr lang="en-NL" sz="1800" dirty="0"/>
          </a:p>
        </p:txBody>
      </p:sp>
      <p:cxnSp>
        <p:nvCxnSpPr>
          <p:cNvPr id="61" name="Straight Arrow Connector 60">
            <a:extLst>
              <a:ext uri="{FF2B5EF4-FFF2-40B4-BE49-F238E27FC236}">
                <a16:creationId xmlns:a16="http://schemas.microsoft.com/office/drawing/2014/main" id="{3B4DA822-8AA0-EBC4-8D60-63E725566343}"/>
              </a:ext>
            </a:extLst>
          </p:cNvPr>
          <p:cNvCxnSpPr/>
          <p:nvPr/>
        </p:nvCxnSpPr>
        <p:spPr>
          <a:xfrm>
            <a:off x="3905655" y="1802850"/>
            <a:ext cx="133268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0BB9C11-B19F-BF39-BD5B-E360CE9F6A52}"/>
              </a:ext>
            </a:extLst>
          </p:cNvPr>
          <p:cNvSpPr txBox="1"/>
          <p:nvPr/>
        </p:nvSpPr>
        <p:spPr>
          <a:xfrm>
            <a:off x="4023006" y="1280078"/>
            <a:ext cx="1862165" cy="371513"/>
          </a:xfrm>
          <a:prstGeom prst="rect">
            <a:avLst/>
          </a:prstGeom>
          <a:noFill/>
          <a:ln>
            <a:noFill/>
          </a:ln>
        </p:spPr>
        <p:txBody>
          <a:bodyPr wrap="square" lIns="90000" tIns="46800" rIns="90000" bIns="46800" rtlCol="0">
            <a:spAutoFit/>
          </a:bodyPr>
          <a:lstStyle/>
          <a:p>
            <a:pPr>
              <a:spcAft>
                <a:spcPts val="600"/>
              </a:spcAft>
              <a:buSzPct val="75000"/>
            </a:pPr>
            <a:r>
              <a:rPr lang="en-US" sz="1800" dirty="0"/>
              <a:t>One bit</a:t>
            </a:r>
            <a:endParaRPr lang="en-NL" sz="1800" dirty="0"/>
          </a:p>
        </p:txBody>
      </p:sp>
      <p:sp>
        <p:nvSpPr>
          <p:cNvPr id="65" name="TextBox 64">
            <a:extLst>
              <a:ext uri="{FF2B5EF4-FFF2-40B4-BE49-F238E27FC236}">
                <a16:creationId xmlns:a16="http://schemas.microsoft.com/office/drawing/2014/main" id="{14537A91-2F94-573C-F501-7820C7A155CC}"/>
              </a:ext>
            </a:extLst>
          </p:cNvPr>
          <p:cNvSpPr txBox="1"/>
          <p:nvPr/>
        </p:nvSpPr>
        <p:spPr>
          <a:xfrm>
            <a:off x="1150970" y="3712823"/>
            <a:ext cx="6982675" cy="463846"/>
          </a:xfrm>
          <a:prstGeom prst="rect">
            <a:avLst/>
          </a:prstGeom>
          <a:noFill/>
          <a:ln>
            <a:noFill/>
          </a:ln>
        </p:spPr>
        <p:txBody>
          <a:bodyPr wrap="square" lIns="90000" tIns="46800" rIns="90000" bIns="46800" rtlCol="0">
            <a:spAutoFit/>
          </a:bodyPr>
          <a:lstStyle/>
          <a:p>
            <a:pPr>
              <a:spcAft>
                <a:spcPts val="600"/>
              </a:spcAft>
              <a:buSzPct val="75000"/>
            </a:pPr>
            <a:r>
              <a:rPr lang="en-NL" sz="2400" dirty="0"/>
              <a:t>Bob has to make a binary decision: Shoot or Hold Fire.</a:t>
            </a:r>
            <a:endParaRPr lang="en-NL" sz="2400" b="1" dirty="0">
              <a:solidFill>
                <a:schemeClr val="tx2"/>
              </a:solidFill>
            </a:endParaRPr>
          </a:p>
        </p:txBody>
      </p:sp>
      <p:pic>
        <p:nvPicPr>
          <p:cNvPr id="3" name="Picture 2">
            <a:extLst>
              <a:ext uri="{FF2B5EF4-FFF2-40B4-BE49-F238E27FC236}">
                <a16:creationId xmlns:a16="http://schemas.microsoft.com/office/drawing/2014/main" id="{8DC84164-AC9D-58C8-7C83-37C6AA968DA4}"/>
              </a:ext>
            </a:extLst>
          </p:cNvPr>
          <p:cNvPicPr>
            <a:picLocks noChangeAspect="1"/>
          </p:cNvPicPr>
          <p:nvPr/>
        </p:nvPicPr>
        <p:blipFill>
          <a:blip r:embed="rId3"/>
          <a:stretch>
            <a:fillRect/>
          </a:stretch>
        </p:blipFill>
        <p:spPr>
          <a:xfrm>
            <a:off x="0" y="4877871"/>
            <a:ext cx="9144000" cy="1699846"/>
          </a:xfrm>
          <a:prstGeom prst="rect">
            <a:avLst/>
          </a:prstGeom>
        </p:spPr>
      </p:pic>
    </p:spTree>
    <p:extLst>
      <p:ext uri="{BB962C8B-B14F-4D97-AF65-F5344CB8AC3E}">
        <p14:creationId xmlns:p14="http://schemas.microsoft.com/office/powerpoint/2010/main" val="325478020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75496F-26D8-04C7-114B-B95552F18E77}"/>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2553A462-1333-ACC1-286C-5E228CCE44B3}"/>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3</a:t>
            </a:fld>
            <a:endParaRPr lang="en-US" dirty="0"/>
          </a:p>
        </p:txBody>
      </p:sp>
      <p:sp>
        <p:nvSpPr>
          <p:cNvPr id="4" name="Text Placeholder 3">
            <a:extLst>
              <a:ext uri="{FF2B5EF4-FFF2-40B4-BE49-F238E27FC236}">
                <a16:creationId xmlns:a16="http://schemas.microsoft.com/office/drawing/2014/main" id="{3A1EB7CB-0EC5-14D2-F1A7-5053D0F4AEC7}"/>
              </a:ext>
            </a:extLst>
          </p:cNvPr>
          <p:cNvSpPr>
            <a:spLocks noGrp="1"/>
          </p:cNvSpPr>
          <p:nvPr>
            <p:ph type="body" sz="quarter" idx="20"/>
          </p:nvPr>
        </p:nvSpPr>
        <p:spPr/>
        <p:txBody>
          <a:bodyPr/>
          <a:lstStyle/>
          <a:p>
            <a:pPr marL="0" indent="0">
              <a:buNone/>
            </a:pPr>
            <a:r>
              <a:rPr lang="en-NL" b="1" dirty="0"/>
              <a:t>[FIGURE 1 — header image, placed above or directly under the title]</a:t>
            </a:r>
            <a:r>
              <a:rPr lang="en-NL" dirty="0"/>
              <a:t> </a:t>
            </a:r>
            <a:r>
              <a:rPr lang="en-NL" b="1" dirty="0"/>
              <a:t>Caption:</a:t>
            </a:r>
            <a:r>
              <a:rPr lang="en-NL" dirty="0"/>
              <a:t> </a:t>
            </a:r>
            <a:r>
              <a:rPr lang="en-NL" i="1" dirty="0"/>
              <a:t>The game: Alice sees the whole battlefield, Bob </a:t>
            </a:r>
            <a:r>
              <a:rPr lang="en-US" i="1" dirty="0"/>
              <a:t>decides whether to shoot</a:t>
            </a:r>
            <a:r>
              <a:rPr lang="en-NL" i="1" dirty="0"/>
              <a:t> the gun</a:t>
            </a:r>
            <a:r>
              <a:rPr lang="en-US" i="1" dirty="0"/>
              <a:t> (or not)</a:t>
            </a:r>
            <a:r>
              <a:rPr lang="en-NL" i="1" dirty="0"/>
              <a:t>, and neither controls where </a:t>
            </a:r>
            <a:r>
              <a:rPr lang="en-US" i="1" dirty="0"/>
              <a:t>the gun </a:t>
            </a:r>
            <a:r>
              <a:rPr lang="en-NL" i="1" dirty="0"/>
              <a:t>points. </a:t>
            </a:r>
            <a:r>
              <a:rPr lang="en-US" i="1" dirty="0"/>
              <a:t>Alice can share one</a:t>
            </a:r>
            <a:r>
              <a:rPr lang="en-NL" i="1" dirty="0"/>
              <a:t> bit.</a:t>
            </a:r>
            <a:r>
              <a:rPr lang="en-NL" dirty="0"/>
              <a:t> </a:t>
            </a:r>
            <a:r>
              <a:rPr lang="en-NL" b="1" dirty="0"/>
              <a:t>Alt-text:</a:t>
            </a:r>
            <a:r>
              <a:rPr lang="en-NL" dirty="0"/>
              <a:t> A </a:t>
            </a:r>
            <a:r>
              <a:rPr lang="en-US" dirty="0"/>
              <a:t>4</a:t>
            </a:r>
            <a:r>
              <a:rPr lang="en-NL" dirty="0"/>
              <a:t>-by-</a:t>
            </a:r>
            <a:r>
              <a:rPr lang="en-US" dirty="0"/>
              <a:t>4</a:t>
            </a:r>
            <a:r>
              <a:rPr lang="en-NL" dirty="0"/>
              <a:t> naval battle grid with ships hidden in some cells. On one side a figure (Alice) overlooking the full grid; on the other a figure (Bob) at a gun aimed at a single highlighted cell. A single line between them carries the message "1 bit".</a:t>
            </a:r>
          </a:p>
        </p:txBody>
      </p:sp>
      <p:sp>
        <p:nvSpPr>
          <p:cNvPr id="5" name="Title 4">
            <a:extLst>
              <a:ext uri="{FF2B5EF4-FFF2-40B4-BE49-F238E27FC236}">
                <a16:creationId xmlns:a16="http://schemas.microsoft.com/office/drawing/2014/main" id="{906516D1-C404-C1C2-78D1-984DFFB0E591}"/>
              </a:ext>
            </a:extLst>
          </p:cNvPr>
          <p:cNvSpPr>
            <a:spLocks noGrp="1"/>
          </p:cNvSpPr>
          <p:nvPr>
            <p:ph type="title"/>
          </p:nvPr>
        </p:nvSpPr>
        <p:spPr/>
        <p:txBody>
          <a:bodyPr/>
          <a:lstStyle/>
          <a:p>
            <a:r>
              <a:rPr lang="en-GB" dirty="0"/>
              <a:t>Figure 1</a:t>
            </a:r>
            <a:endParaRPr lang="en-NL" dirty="0"/>
          </a:p>
        </p:txBody>
      </p:sp>
    </p:spTree>
    <p:extLst>
      <p:ext uri="{BB962C8B-B14F-4D97-AF65-F5344CB8AC3E}">
        <p14:creationId xmlns:p14="http://schemas.microsoft.com/office/powerpoint/2010/main" val="167432926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F1BE-9333-53D2-621F-C4CA9236E629}"/>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08D275CE-5692-BBBC-51C1-464E941A3B1E}"/>
              </a:ext>
            </a:extLst>
          </p:cNvPr>
          <p:cNvGrpSpPr/>
          <p:nvPr/>
        </p:nvGrpSpPr>
        <p:grpSpPr>
          <a:xfrm>
            <a:off x="5381205" y="2685075"/>
            <a:ext cx="630627" cy="1284276"/>
            <a:chOff x="282109" y="2231921"/>
            <a:chExt cx="630627" cy="1284276"/>
          </a:xfrm>
        </p:grpSpPr>
        <p:sp>
          <p:nvSpPr>
            <p:cNvPr id="49" name="Oval 48">
              <a:extLst>
                <a:ext uri="{FF2B5EF4-FFF2-40B4-BE49-F238E27FC236}">
                  <a16:creationId xmlns:a16="http://schemas.microsoft.com/office/drawing/2014/main" id="{A620B2AB-0015-B359-AE17-A6D7AE45F28C}"/>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50" name="Group 49">
              <a:extLst>
                <a:ext uri="{FF2B5EF4-FFF2-40B4-BE49-F238E27FC236}">
                  <a16:creationId xmlns:a16="http://schemas.microsoft.com/office/drawing/2014/main" id="{C2A1EF25-2B0F-D8F5-DDF5-B5EC55F04DC1}"/>
                </a:ext>
              </a:extLst>
            </p:cNvPr>
            <p:cNvGrpSpPr/>
            <p:nvPr/>
          </p:nvGrpSpPr>
          <p:grpSpPr>
            <a:xfrm>
              <a:off x="282109" y="2642134"/>
              <a:ext cx="630627" cy="874063"/>
              <a:chOff x="282109" y="2642134"/>
              <a:chExt cx="630627" cy="630627"/>
            </a:xfrm>
          </p:grpSpPr>
          <p:sp>
            <p:nvSpPr>
              <p:cNvPr id="51" name="Oval 50">
                <a:extLst>
                  <a:ext uri="{FF2B5EF4-FFF2-40B4-BE49-F238E27FC236}">
                    <a16:creationId xmlns:a16="http://schemas.microsoft.com/office/drawing/2014/main" id="{1323BF64-8EE3-93B9-A4C5-FD1332D781AC}"/>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2" name="Rectangle 51">
                <a:extLst>
                  <a:ext uri="{FF2B5EF4-FFF2-40B4-BE49-F238E27FC236}">
                    <a16:creationId xmlns:a16="http://schemas.microsoft.com/office/drawing/2014/main" id="{832AF274-8127-8C14-F02B-73ACCDAFB85D}"/>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grpSp>
        <p:nvGrpSpPr>
          <p:cNvPr id="45" name="Group 44">
            <a:extLst>
              <a:ext uri="{FF2B5EF4-FFF2-40B4-BE49-F238E27FC236}">
                <a16:creationId xmlns:a16="http://schemas.microsoft.com/office/drawing/2014/main" id="{6073BEF2-FFCE-FC1E-660D-CBFBA1F6D7AE}"/>
              </a:ext>
            </a:extLst>
          </p:cNvPr>
          <p:cNvGrpSpPr/>
          <p:nvPr/>
        </p:nvGrpSpPr>
        <p:grpSpPr>
          <a:xfrm>
            <a:off x="617776" y="2663684"/>
            <a:ext cx="630627" cy="1284276"/>
            <a:chOff x="282109" y="2231921"/>
            <a:chExt cx="630627" cy="1284276"/>
          </a:xfrm>
        </p:grpSpPr>
        <p:sp>
          <p:nvSpPr>
            <p:cNvPr id="39" name="Oval 38">
              <a:extLst>
                <a:ext uri="{FF2B5EF4-FFF2-40B4-BE49-F238E27FC236}">
                  <a16:creationId xmlns:a16="http://schemas.microsoft.com/office/drawing/2014/main" id="{8E033708-D43B-406A-6E5C-F941531A87EA}"/>
                </a:ext>
              </a:extLst>
            </p:cNvPr>
            <p:cNvSpPr/>
            <p:nvPr/>
          </p:nvSpPr>
          <p:spPr>
            <a:xfrm>
              <a:off x="382096" y="2231921"/>
              <a:ext cx="415572" cy="415572"/>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44" name="Group 43">
              <a:extLst>
                <a:ext uri="{FF2B5EF4-FFF2-40B4-BE49-F238E27FC236}">
                  <a16:creationId xmlns:a16="http://schemas.microsoft.com/office/drawing/2014/main" id="{95C4347C-0878-8B3A-E8F7-AFC94043EE6A}"/>
                </a:ext>
              </a:extLst>
            </p:cNvPr>
            <p:cNvGrpSpPr/>
            <p:nvPr/>
          </p:nvGrpSpPr>
          <p:grpSpPr>
            <a:xfrm>
              <a:off x="282109" y="2642134"/>
              <a:ext cx="630627" cy="874063"/>
              <a:chOff x="282109" y="2642134"/>
              <a:chExt cx="630627" cy="630627"/>
            </a:xfrm>
          </p:grpSpPr>
          <p:sp>
            <p:nvSpPr>
              <p:cNvPr id="42" name="Oval 41">
                <a:extLst>
                  <a:ext uri="{FF2B5EF4-FFF2-40B4-BE49-F238E27FC236}">
                    <a16:creationId xmlns:a16="http://schemas.microsoft.com/office/drawing/2014/main" id="{821FB913-D566-6C7A-9B09-39061F4E3410}"/>
                  </a:ext>
                </a:extLst>
              </p:cNvPr>
              <p:cNvSpPr/>
              <p:nvPr/>
            </p:nvSpPr>
            <p:spPr>
              <a:xfrm>
                <a:off x="282109" y="2642134"/>
                <a:ext cx="630627" cy="630627"/>
              </a:xfrm>
              <a:prstGeom prst="ellipse">
                <a:avLst/>
              </a:prstGeom>
              <a:solidFill>
                <a:schemeClr val="tx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3" name="Rectangle 42">
                <a:extLst>
                  <a:ext uri="{FF2B5EF4-FFF2-40B4-BE49-F238E27FC236}">
                    <a16:creationId xmlns:a16="http://schemas.microsoft.com/office/drawing/2014/main" id="{82B5BCF9-4F3D-0176-4391-88B96D3A3604}"/>
                  </a:ext>
                </a:extLst>
              </p:cNvPr>
              <p:cNvSpPr/>
              <p:nvPr/>
            </p:nvSpPr>
            <p:spPr>
              <a:xfrm>
                <a:off x="282109" y="2947481"/>
                <a:ext cx="630627" cy="319913"/>
              </a:xfrm>
              <a:prstGeom prst="rect">
                <a:avLst/>
              </a:prstGeom>
              <a:solidFill>
                <a:schemeClr val="bg1"/>
              </a:solidFill>
              <a:ln w="254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grpSp>
      <p:sp>
        <p:nvSpPr>
          <p:cNvPr id="10" name="Text Placeholder 3">
            <a:extLst>
              <a:ext uri="{FF2B5EF4-FFF2-40B4-BE49-F238E27FC236}">
                <a16:creationId xmlns:a16="http://schemas.microsoft.com/office/drawing/2014/main" id="{EF6A0F16-DE34-1D10-4FDD-332C0E98EC73}"/>
              </a:ext>
            </a:extLst>
          </p:cNvPr>
          <p:cNvSpPr txBox="1">
            <a:spLocks/>
          </p:cNvSpPr>
          <p:nvPr/>
        </p:nvSpPr>
        <p:spPr>
          <a:xfrm>
            <a:off x="382097" y="5368901"/>
            <a:ext cx="8685369" cy="1627301"/>
          </a:xfrm>
          <a:prstGeom prst="rect">
            <a:avLst/>
          </a:prstGeom>
          <a:solidFill>
            <a:schemeClr val="bg1"/>
          </a:solidFill>
        </p:spPr>
        <p:txBody>
          <a:bodyPr vert="horz" lIns="0" tIns="0" rIns="0" bIns="0" spcCol="324000" rtlCol="0">
            <a:noAutofit/>
          </a:bodyPr>
          <a:lst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a:lstStyle>
          <a:p>
            <a:pPr marL="444096" lvl="3" indent="0">
              <a:buNone/>
            </a:pPr>
            <a:r>
              <a:rPr lang="en-US" sz="1800" b="1" dirty="0"/>
              <a:t>Rules																										</a:t>
            </a:r>
          </a:p>
          <a:p>
            <a:pPr marL="786996" lvl="3" indent="-342900">
              <a:spcAft>
                <a:spcPts val="0"/>
              </a:spcAft>
              <a:buFont typeface="+mj-lt"/>
              <a:buAutoNum type="arabicPeriod"/>
            </a:pPr>
            <a:r>
              <a:rPr lang="en-US" sz="1800" dirty="0"/>
              <a:t>Game is played on </a:t>
            </a:r>
            <a:r>
              <a:rPr lang="en-US" sz="1800" i="1" dirty="0" err="1"/>
              <a:t>n</a:t>
            </a:r>
            <a:r>
              <a:rPr lang="en-US" dirty="0" err="1"/>
              <a:t>x</a:t>
            </a:r>
            <a:r>
              <a:rPr lang="en-US" sz="1800" i="1" dirty="0" err="1"/>
              <a:t>n</a:t>
            </a:r>
            <a:r>
              <a:rPr lang="en-US" sz="1800" dirty="0"/>
              <a:t> grid</a:t>
            </a:r>
          </a:p>
          <a:p>
            <a:pPr marL="786996" lvl="3" indent="-342900">
              <a:spcAft>
                <a:spcPts val="0"/>
              </a:spcAft>
              <a:buFont typeface="+mj-lt"/>
              <a:buAutoNum type="arabicPeriod"/>
            </a:pPr>
            <a:r>
              <a:rPr lang="en-US" sz="1800" dirty="0"/>
              <a:t>Each cell has equal probability to contain enemy ship															</a:t>
            </a:r>
          </a:p>
          <a:p>
            <a:pPr marL="786996" lvl="3" indent="-342900">
              <a:spcAft>
                <a:spcPts val="0"/>
              </a:spcAft>
              <a:buFont typeface="+mj-lt"/>
              <a:buAutoNum type="arabicPeriod"/>
            </a:pPr>
            <a:r>
              <a:rPr lang="en-US" sz="1800" dirty="0"/>
              <a:t>Alice knows the position of enemy ships										</a:t>
            </a:r>
          </a:p>
          <a:p>
            <a:pPr marL="786996" lvl="3" indent="-342900">
              <a:spcAft>
                <a:spcPts val="0"/>
              </a:spcAft>
              <a:buFont typeface="+mj-lt"/>
              <a:buAutoNum type="arabicPeriod"/>
            </a:pPr>
            <a:r>
              <a:rPr lang="en-US" sz="1800" dirty="0"/>
              <a:t>Bob knows where the gun is pointing											</a:t>
            </a:r>
          </a:p>
          <a:p>
            <a:pPr marL="786996" lvl="3" indent="-342900">
              <a:spcAft>
                <a:spcPts val="0"/>
              </a:spcAft>
              <a:buFont typeface="+mj-lt"/>
              <a:buAutoNum type="arabicPeriod"/>
            </a:pPr>
            <a:r>
              <a:rPr lang="en-US" sz="1800" dirty="0"/>
              <a:t>Alice communicates 1 bit to Bob													</a:t>
            </a:r>
          </a:p>
          <a:p>
            <a:pPr marL="786996" lvl="3" indent="-342900">
              <a:spcAft>
                <a:spcPts val="0"/>
              </a:spcAft>
              <a:buFont typeface="+mj-lt"/>
              <a:buAutoNum type="arabicPeriod"/>
            </a:pPr>
            <a:r>
              <a:rPr lang="en-US" sz="1800" dirty="0"/>
              <a:t>Bob decides whether to shoot, or not shoot the gun</a:t>
            </a:r>
          </a:p>
          <a:p>
            <a:pPr marL="786996" lvl="3" indent="-342900">
              <a:spcAft>
                <a:spcPts val="0"/>
              </a:spcAft>
              <a:buFont typeface="+mj-lt"/>
              <a:buAutoNum type="arabicPeriod"/>
            </a:pPr>
            <a:r>
              <a:rPr lang="en-US" sz="1800" dirty="0"/>
              <a:t>If they hit the enemy or decide to not shoot an empty cell they win.</a:t>
            </a:r>
          </a:p>
          <a:p>
            <a:pPr marL="786996" lvl="3" indent="-342900">
              <a:spcAft>
                <a:spcPts val="0"/>
              </a:spcAft>
              <a:buFont typeface="+mj-lt"/>
              <a:buAutoNum type="arabicPeriod"/>
            </a:pPr>
            <a:r>
              <a:rPr lang="en-US" sz="1800" dirty="0"/>
              <a:t>If they shoot an empty cell or not shoot the enemy, they lose.</a:t>
            </a:r>
          </a:p>
          <a:p>
            <a:pPr marL="0" indent="0">
              <a:buNone/>
            </a:pPr>
            <a:endParaRPr lang="en-US" sz="1800" dirty="0"/>
          </a:p>
          <a:p>
            <a:pPr marL="0" indent="0">
              <a:buNone/>
            </a:pPr>
            <a:endParaRPr lang="en-NL" sz="1800" dirty="0"/>
          </a:p>
        </p:txBody>
      </p:sp>
      <p:sp>
        <p:nvSpPr>
          <p:cNvPr id="15" name="Rectangle 14">
            <a:extLst>
              <a:ext uri="{FF2B5EF4-FFF2-40B4-BE49-F238E27FC236}">
                <a16:creationId xmlns:a16="http://schemas.microsoft.com/office/drawing/2014/main" id="{F47FF262-E05B-6B4F-AA47-7B2994B29387}"/>
              </a:ext>
            </a:extLst>
          </p:cNvPr>
          <p:cNvSpPr/>
          <p:nvPr/>
        </p:nvSpPr>
        <p:spPr>
          <a:xfrm>
            <a:off x="7121467" y="1352489"/>
            <a:ext cx="923827" cy="1542207"/>
          </a:xfrm>
          <a:prstGeom prst="rect">
            <a:avLst/>
          </a:prstGeom>
          <a:solidFill>
            <a:schemeClr val="bg1"/>
          </a:solidFill>
        </p:spPr>
        <p:txBody>
          <a:bodyPr vert="horz" lIns="0" tIns="0" rIns="0" bIns="0" spcCol="324000" rtlCol="0">
            <a:noAutofit/>
          </a:bodyPr>
          <a:lstStyle/>
          <a:p>
            <a:pPr defTabSz="183600">
              <a:spcAft>
                <a:spcPts val="600"/>
              </a:spcAft>
              <a:buClr>
                <a:srgbClr val="000000"/>
              </a:buClr>
              <a:buSzPct val="75000"/>
            </a:pPr>
            <a:endParaRPr lang="en-NL" sz="1400" dirty="0" err="1">
              <a:latin typeface="Calibri" panose="020F0502020204030204" pitchFamily="34" charset="0"/>
              <a:cs typeface="Calibri Light" panose="020F0302020204030204" pitchFamily="34" charset="0"/>
            </a:endParaRPr>
          </a:p>
        </p:txBody>
      </p:sp>
      <p:sp>
        <p:nvSpPr>
          <p:cNvPr id="16" name="Rectangle 15">
            <a:extLst>
              <a:ext uri="{FF2B5EF4-FFF2-40B4-BE49-F238E27FC236}">
                <a16:creationId xmlns:a16="http://schemas.microsoft.com/office/drawing/2014/main" id="{CEC4FD15-7EB7-AFCB-E168-91D5821D31D2}"/>
              </a:ext>
            </a:extLst>
          </p:cNvPr>
          <p:cNvSpPr/>
          <p:nvPr/>
        </p:nvSpPr>
        <p:spPr>
          <a:xfrm>
            <a:off x="1554866" y="3822325"/>
            <a:ext cx="2786343" cy="1058195"/>
          </a:xfrm>
          <a:prstGeom prst="rect">
            <a:avLst/>
          </a:prstGeom>
          <a:solidFill>
            <a:schemeClr val="bg2">
              <a:lumMod val="90000"/>
            </a:schemeClr>
          </a:solidFill>
        </p:spPr>
        <p:txBody>
          <a:bodyPr vert="horz" lIns="0" tIns="0" rIns="0" bIns="0" spcCol="324000" rtlCol="0">
            <a:noAutofit/>
          </a:bodyPr>
          <a:lstStyle/>
          <a:p>
            <a:pPr defTabSz="183600">
              <a:spcAft>
                <a:spcPts val="600"/>
              </a:spcAft>
              <a:buClr>
                <a:srgbClr val="000000"/>
              </a:buClr>
              <a:buSzPct val="75000"/>
            </a:pPr>
            <a:r>
              <a:rPr lang="en-US" sz="1800" dirty="0">
                <a:latin typeface="Calibri" panose="020F0502020204030204" pitchFamily="34" charset="0"/>
                <a:cs typeface="Calibri Light" panose="020F0302020204030204" pitchFamily="34" charset="0"/>
              </a:rPr>
              <a:t>Winning is:</a:t>
            </a:r>
          </a:p>
          <a:p>
            <a:pPr marL="285750" indent="-285750" defTabSz="183600">
              <a:spcAft>
                <a:spcPts val="600"/>
              </a:spcAft>
              <a:buClr>
                <a:srgbClr val="000000"/>
              </a:buClr>
              <a:buSzPct val="75000"/>
              <a:buFontTx/>
              <a:buChar char="-"/>
            </a:pPr>
            <a:r>
              <a:rPr lang="en-US" sz="1800" dirty="0">
                <a:latin typeface="Calibri" panose="020F0502020204030204" pitchFamily="34" charset="0"/>
                <a:cs typeface="Calibri Light" panose="020F0302020204030204" pitchFamily="34" charset="0"/>
              </a:rPr>
              <a:t>Shoot the enemy</a:t>
            </a:r>
          </a:p>
          <a:p>
            <a:pPr marL="285750" indent="-285750" defTabSz="183600">
              <a:spcAft>
                <a:spcPts val="600"/>
              </a:spcAft>
              <a:buClr>
                <a:srgbClr val="000000"/>
              </a:buClr>
              <a:buSzPct val="75000"/>
              <a:buFontTx/>
              <a:buChar char="-"/>
            </a:pPr>
            <a:r>
              <a:rPr lang="en-US" sz="1800" dirty="0">
                <a:latin typeface="Calibri" panose="020F0502020204030204" pitchFamily="34" charset="0"/>
                <a:cs typeface="Calibri Light" panose="020F0302020204030204" pitchFamily="34" charset="0"/>
              </a:rPr>
              <a:t>Not shoot an empty cell</a:t>
            </a:r>
            <a:endParaRPr lang="en-NL" sz="1800" dirty="0" err="1">
              <a:latin typeface="Calibri" panose="020F0502020204030204" pitchFamily="34" charset="0"/>
              <a:cs typeface="Calibri Light" panose="020F0302020204030204" pitchFamily="34" charset="0"/>
            </a:endParaRPr>
          </a:p>
        </p:txBody>
      </p:sp>
      <p:cxnSp>
        <p:nvCxnSpPr>
          <p:cNvPr id="18" name="Straight Connector 17">
            <a:extLst>
              <a:ext uri="{FF2B5EF4-FFF2-40B4-BE49-F238E27FC236}">
                <a16:creationId xmlns:a16="http://schemas.microsoft.com/office/drawing/2014/main" id="{7C4979D6-CC25-3FEF-C66B-E3739E9B64BD}"/>
              </a:ext>
            </a:extLst>
          </p:cNvPr>
          <p:cNvCxnSpPr/>
          <p:nvPr/>
        </p:nvCxnSpPr>
        <p:spPr>
          <a:xfrm>
            <a:off x="808129" y="5200728"/>
            <a:ext cx="7598004"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9B1B8E4F-6F43-5E19-1429-4C2F6BD373D2}"/>
              </a:ext>
            </a:extLst>
          </p:cNvPr>
          <p:cNvGraphicFramePr>
            <a:graphicFrameLocks noGrp="1"/>
          </p:cNvGraphicFramePr>
          <p:nvPr>
            <p:extLst>
              <p:ext uri="{D42A27DB-BD31-4B8C-83A1-F6EECF244321}">
                <p14:modId xmlns:p14="http://schemas.microsoft.com/office/powerpoint/2010/main" val="101427325"/>
              </p:ext>
            </p:extLst>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graphicFrame>
        <p:nvGraphicFramePr>
          <p:cNvPr id="8" name="Table 7">
            <a:extLst>
              <a:ext uri="{FF2B5EF4-FFF2-40B4-BE49-F238E27FC236}">
                <a16:creationId xmlns:a16="http://schemas.microsoft.com/office/drawing/2014/main" id="{BCF7B9E9-A44D-332A-C921-8BCDFE8E0F64}"/>
              </a:ext>
            </a:extLst>
          </p:cNvPr>
          <p:cNvGraphicFramePr>
            <a:graphicFrameLocks noGrp="1"/>
          </p:cNvGraphicFramePr>
          <p:nvPr>
            <p:extLst>
              <p:ext uri="{D42A27DB-BD31-4B8C-83A1-F6EECF244321}">
                <p14:modId xmlns:p14="http://schemas.microsoft.com/office/powerpoint/2010/main" val="1114888375"/>
              </p:ext>
            </p:extLst>
          </p:nvPr>
        </p:nvGraphicFramePr>
        <p:xfrm>
          <a:off x="1348389" y="942016"/>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sp>
        <p:nvSpPr>
          <p:cNvPr id="12" name="Star: 5 Points 11">
            <a:extLst>
              <a:ext uri="{FF2B5EF4-FFF2-40B4-BE49-F238E27FC236}">
                <a16:creationId xmlns:a16="http://schemas.microsoft.com/office/drawing/2014/main" id="{E5AC2301-4104-D35B-FA1C-CFA3BEF781CF}"/>
              </a:ext>
            </a:extLst>
          </p:cNvPr>
          <p:cNvSpPr/>
          <p:nvPr/>
        </p:nvSpPr>
        <p:spPr>
          <a:xfrm>
            <a:off x="1417216"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7" name="Star: 5 Points 16">
            <a:extLst>
              <a:ext uri="{FF2B5EF4-FFF2-40B4-BE49-F238E27FC236}">
                <a16:creationId xmlns:a16="http://schemas.microsoft.com/office/drawing/2014/main" id="{D7303C4D-FDFE-524E-63B1-FF34FBE4DBF8}"/>
              </a:ext>
            </a:extLst>
          </p:cNvPr>
          <p:cNvSpPr/>
          <p:nvPr/>
        </p:nvSpPr>
        <p:spPr>
          <a:xfrm>
            <a:off x="1864583"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 name="Star: 5 Points 19">
            <a:extLst>
              <a:ext uri="{FF2B5EF4-FFF2-40B4-BE49-F238E27FC236}">
                <a16:creationId xmlns:a16="http://schemas.microsoft.com/office/drawing/2014/main" id="{63D79076-6334-E6E3-8DA4-00595286C27B}"/>
              </a:ext>
            </a:extLst>
          </p:cNvPr>
          <p:cNvSpPr/>
          <p:nvPr/>
        </p:nvSpPr>
        <p:spPr>
          <a:xfrm>
            <a:off x="2796887" y="102067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2" name="Star: 5 Points 21">
            <a:extLst>
              <a:ext uri="{FF2B5EF4-FFF2-40B4-BE49-F238E27FC236}">
                <a16:creationId xmlns:a16="http://schemas.microsoft.com/office/drawing/2014/main" id="{28E0FF37-EAAC-BF73-2461-63CA68E2DE99}"/>
              </a:ext>
            </a:extLst>
          </p:cNvPr>
          <p:cNvSpPr/>
          <p:nvPr/>
        </p:nvSpPr>
        <p:spPr>
          <a:xfrm>
            <a:off x="1417215" y="148770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4" name="Star: 5 Points 23">
            <a:extLst>
              <a:ext uri="{FF2B5EF4-FFF2-40B4-BE49-F238E27FC236}">
                <a16:creationId xmlns:a16="http://schemas.microsoft.com/office/drawing/2014/main" id="{28CDB2CA-3940-2B55-05B6-E4239B966A7E}"/>
              </a:ext>
            </a:extLst>
          </p:cNvPr>
          <p:cNvSpPr/>
          <p:nvPr/>
        </p:nvSpPr>
        <p:spPr>
          <a:xfrm>
            <a:off x="2359351" y="1487708"/>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6" name="Star: 5 Points 25">
            <a:extLst>
              <a:ext uri="{FF2B5EF4-FFF2-40B4-BE49-F238E27FC236}">
                <a16:creationId xmlns:a16="http://schemas.microsoft.com/office/drawing/2014/main" id="{5A23A37F-033B-52B8-A98A-B6009EFA717A}"/>
              </a:ext>
            </a:extLst>
          </p:cNvPr>
          <p:cNvSpPr/>
          <p:nvPr/>
        </p:nvSpPr>
        <p:spPr>
          <a:xfrm>
            <a:off x="1877571" y="1881347"/>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8" name="Star: 5 Points 27">
            <a:extLst>
              <a:ext uri="{FF2B5EF4-FFF2-40B4-BE49-F238E27FC236}">
                <a16:creationId xmlns:a16="http://schemas.microsoft.com/office/drawing/2014/main" id="{1ABDA00E-EFA9-C90D-3818-226ED09A7E5F}"/>
              </a:ext>
            </a:extLst>
          </p:cNvPr>
          <p:cNvSpPr/>
          <p:nvPr/>
        </p:nvSpPr>
        <p:spPr>
          <a:xfrm>
            <a:off x="2359350"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0" name="Star: 5 Points 29">
            <a:extLst>
              <a:ext uri="{FF2B5EF4-FFF2-40B4-BE49-F238E27FC236}">
                <a16:creationId xmlns:a16="http://schemas.microsoft.com/office/drawing/2014/main" id="{A8A19EAD-19AB-7E06-E322-27264813C059}"/>
              </a:ext>
            </a:extLst>
          </p:cNvPr>
          <p:cNvSpPr/>
          <p:nvPr/>
        </p:nvSpPr>
        <p:spPr>
          <a:xfrm>
            <a:off x="2796887" y="1881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2" name="Star: 5 Points 31">
            <a:extLst>
              <a:ext uri="{FF2B5EF4-FFF2-40B4-BE49-F238E27FC236}">
                <a16:creationId xmlns:a16="http://schemas.microsoft.com/office/drawing/2014/main" id="{31FCAF18-BB19-EE6E-13CC-0F9BC46B5C35}"/>
              </a:ext>
            </a:extLst>
          </p:cNvPr>
          <p:cNvSpPr/>
          <p:nvPr/>
        </p:nvSpPr>
        <p:spPr>
          <a:xfrm>
            <a:off x="1417215"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4" name="Star: 5 Points 33">
            <a:extLst>
              <a:ext uri="{FF2B5EF4-FFF2-40B4-BE49-F238E27FC236}">
                <a16:creationId xmlns:a16="http://schemas.microsoft.com/office/drawing/2014/main" id="{99032F47-2404-225E-9C2E-8E94B8BC6FC8}"/>
              </a:ext>
            </a:extLst>
          </p:cNvPr>
          <p:cNvSpPr/>
          <p:nvPr/>
        </p:nvSpPr>
        <p:spPr>
          <a:xfrm>
            <a:off x="2359350" y="2308703"/>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aphicFrame>
        <p:nvGraphicFramePr>
          <p:cNvPr id="35" name="Table 34">
            <a:extLst>
              <a:ext uri="{FF2B5EF4-FFF2-40B4-BE49-F238E27FC236}">
                <a16:creationId xmlns:a16="http://schemas.microsoft.com/office/drawing/2014/main" id="{9587D663-FAE9-B0AD-A97B-5C39DC99DBC2}"/>
              </a:ext>
            </a:extLst>
          </p:cNvPr>
          <p:cNvGraphicFramePr>
            <a:graphicFrameLocks noGrp="1"/>
          </p:cNvGraphicFramePr>
          <p:nvPr>
            <p:extLst>
              <p:ext uri="{D42A27DB-BD31-4B8C-83A1-F6EECF244321}">
                <p14:modId xmlns:p14="http://schemas.microsoft.com/office/powerpoint/2010/main" val="385637029"/>
              </p:ext>
            </p:extLst>
          </p:nvPr>
        </p:nvGraphicFramePr>
        <p:xfrm>
          <a:off x="6112962" y="963407"/>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pPr algn="ctr"/>
                      <a:r>
                        <a:rPr lang="en-GB" dirty="0">
                          <a:solidFill>
                            <a:schemeClr val="bg1">
                              <a:lumMod val="75000"/>
                            </a:schemeClr>
                          </a:solidFill>
                        </a:rPr>
                        <a:t>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3</a:t>
                      </a:r>
                      <a:endParaRPr lang="en-NL" dirty="0">
                        <a:solidFill>
                          <a:schemeClr val="bg1">
                            <a:lumMod val="75000"/>
                          </a:schemeClr>
                        </a:solidFill>
                      </a:endParaRPr>
                    </a:p>
                  </a:txBody>
                  <a:tcPr anchor="ctr"/>
                </a:tc>
                <a:extLst>
                  <a:ext uri="{0D108BD9-81ED-4DB2-BD59-A6C34878D82A}">
                    <a16:rowId xmlns:a16="http://schemas.microsoft.com/office/drawing/2014/main" val="285481043"/>
                  </a:ext>
                </a:extLst>
              </a:tr>
              <a:tr h="430417">
                <a:tc>
                  <a:txBody>
                    <a:bodyPr/>
                    <a:lstStyle/>
                    <a:p>
                      <a:pPr algn="ctr"/>
                      <a:r>
                        <a:rPr lang="en-GB" dirty="0">
                          <a:solidFill>
                            <a:schemeClr val="bg1">
                              <a:lumMod val="75000"/>
                            </a:schemeClr>
                          </a:solidFill>
                        </a:rPr>
                        <a:t>4</a:t>
                      </a:r>
                      <a:endParaRPr lang="en-NL" dirty="0">
                        <a:solidFill>
                          <a:schemeClr val="bg1">
                            <a:lumMod val="75000"/>
                          </a:schemeClr>
                        </a:solidFill>
                      </a:endParaRPr>
                    </a:p>
                  </a:txBody>
                  <a:tcPr anchor="ctr"/>
                </a:tc>
                <a:tc>
                  <a:txBody>
                    <a:bodyPr/>
                    <a:lstStyle/>
                    <a:p>
                      <a:pPr algn="ct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6</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7</a:t>
                      </a:r>
                      <a:endParaRPr lang="en-NL" dirty="0">
                        <a:solidFill>
                          <a:schemeClr val="bg1">
                            <a:lumMod val="75000"/>
                          </a:schemeClr>
                        </a:solidFill>
                      </a:endParaRPr>
                    </a:p>
                  </a:txBody>
                  <a:tcPr anchor="ctr"/>
                </a:tc>
                <a:extLst>
                  <a:ext uri="{0D108BD9-81ED-4DB2-BD59-A6C34878D82A}">
                    <a16:rowId xmlns:a16="http://schemas.microsoft.com/office/drawing/2014/main" val="1765123310"/>
                  </a:ext>
                </a:extLst>
              </a:tr>
              <a:tr h="430417">
                <a:tc>
                  <a:txBody>
                    <a:bodyPr/>
                    <a:lstStyle/>
                    <a:p>
                      <a:pPr algn="ctr"/>
                      <a:r>
                        <a:rPr lang="en-GB" dirty="0">
                          <a:solidFill>
                            <a:schemeClr val="bg1">
                              <a:lumMod val="75000"/>
                            </a:schemeClr>
                          </a:solidFill>
                        </a:rPr>
                        <a:t>8</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9</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11</a:t>
                      </a:r>
                      <a:endParaRPr lang="en-NL" dirty="0">
                        <a:solidFill>
                          <a:schemeClr val="bg1">
                            <a:lumMod val="75000"/>
                          </a:schemeClr>
                        </a:solidFill>
                      </a:endParaRPr>
                    </a:p>
                  </a:txBody>
                  <a:tcPr anchor="ctr"/>
                </a:tc>
                <a:extLst>
                  <a:ext uri="{0D108BD9-81ED-4DB2-BD59-A6C34878D82A}">
                    <a16:rowId xmlns:a16="http://schemas.microsoft.com/office/drawing/2014/main" val="1553208812"/>
                  </a:ext>
                </a:extLst>
              </a:tr>
              <a:tr h="430417">
                <a:tc>
                  <a:txBody>
                    <a:bodyPr/>
                    <a:lstStyle/>
                    <a:p>
                      <a:pPr algn="ctr"/>
                      <a:r>
                        <a:rPr lang="en-GB" dirty="0">
                          <a:solidFill>
                            <a:schemeClr val="bg1">
                              <a:lumMod val="75000"/>
                            </a:schemeClr>
                          </a:solidFill>
                        </a:rPr>
                        <a:t>12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13</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14</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15</a:t>
                      </a:r>
                      <a:endParaRPr lang="en-NL" dirty="0">
                        <a:solidFill>
                          <a:schemeClr val="bg1">
                            <a:lumMod val="75000"/>
                          </a:schemeClr>
                        </a:solidFill>
                      </a:endParaRPr>
                    </a:p>
                  </a:txBody>
                  <a:tcPr anchor="ctr"/>
                </a:tc>
                <a:extLst>
                  <a:ext uri="{0D108BD9-81ED-4DB2-BD59-A6C34878D82A}">
                    <a16:rowId xmlns:a16="http://schemas.microsoft.com/office/drawing/2014/main" val="313605339"/>
                  </a:ext>
                </a:extLst>
              </a:tr>
            </a:tbl>
          </a:graphicData>
        </a:graphic>
      </p:graphicFrame>
      <p:grpSp>
        <p:nvGrpSpPr>
          <p:cNvPr id="36" name="Group 35">
            <a:extLst>
              <a:ext uri="{FF2B5EF4-FFF2-40B4-BE49-F238E27FC236}">
                <a16:creationId xmlns:a16="http://schemas.microsoft.com/office/drawing/2014/main" id="{467739B5-50C9-A3BE-BEC8-43274BDA4BE9}"/>
              </a:ext>
            </a:extLst>
          </p:cNvPr>
          <p:cNvGrpSpPr/>
          <p:nvPr/>
        </p:nvGrpSpPr>
        <p:grpSpPr>
          <a:xfrm>
            <a:off x="6653735" y="1479603"/>
            <a:ext cx="265471" cy="265471"/>
            <a:chOff x="5181600" y="1793363"/>
            <a:chExt cx="265471" cy="265471"/>
          </a:xfrm>
        </p:grpSpPr>
        <p:sp>
          <p:nvSpPr>
            <p:cNvPr id="37" name="Oval 36">
              <a:extLst>
                <a:ext uri="{FF2B5EF4-FFF2-40B4-BE49-F238E27FC236}">
                  <a16:creationId xmlns:a16="http://schemas.microsoft.com/office/drawing/2014/main" id="{3BED04A2-6B4A-A5D0-BD7D-6E5F5DF6E1BC}"/>
                </a:ext>
              </a:extLst>
            </p:cNvPr>
            <p:cNvSpPr/>
            <p:nvPr/>
          </p:nvSpPr>
          <p:spPr>
            <a:xfrm>
              <a:off x="5181600" y="1793363"/>
              <a:ext cx="265471" cy="265471"/>
            </a:xfrm>
            <a:prstGeom prst="ellipse">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38" name="Oval 37">
              <a:extLst>
                <a:ext uri="{FF2B5EF4-FFF2-40B4-BE49-F238E27FC236}">
                  <a16:creationId xmlns:a16="http://schemas.microsoft.com/office/drawing/2014/main" id="{D9165804-2F16-5E28-000A-880FCC458AF2}"/>
                </a:ext>
              </a:extLst>
            </p:cNvPr>
            <p:cNvSpPr/>
            <p:nvPr/>
          </p:nvSpPr>
          <p:spPr>
            <a:xfrm>
              <a:off x="5247968" y="1859731"/>
              <a:ext cx="132734" cy="132734"/>
            </a:xfrm>
            <a:prstGeom prst="ellipse">
              <a:avLst/>
            </a:prstGeom>
            <a:noFill/>
            <a:ln w="381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sp>
        <p:nvSpPr>
          <p:cNvPr id="53" name="TextBox 52">
            <a:extLst>
              <a:ext uri="{FF2B5EF4-FFF2-40B4-BE49-F238E27FC236}">
                <a16:creationId xmlns:a16="http://schemas.microsoft.com/office/drawing/2014/main" id="{55A73950-DC57-C450-9811-B6F59D4B66E3}"/>
              </a:ext>
            </a:extLst>
          </p:cNvPr>
          <p:cNvSpPr txBox="1"/>
          <p:nvPr/>
        </p:nvSpPr>
        <p:spPr>
          <a:xfrm>
            <a:off x="1237953" y="415596"/>
            <a:ext cx="88387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Alice</a:t>
            </a:r>
            <a:endParaRPr lang="en-NL" sz="2800" dirty="0">
              <a:solidFill>
                <a:schemeClr val="tx2"/>
              </a:solidFill>
            </a:endParaRPr>
          </a:p>
        </p:txBody>
      </p:sp>
      <p:sp>
        <p:nvSpPr>
          <p:cNvPr id="55" name="TextBox 54">
            <a:extLst>
              <a:ext uri="{FF2B5EF4-FFF2-40B4-BE49-F238E27FC236}">
                <a16:creationId xmlns:a16="http://schemas.microsoft.com/office/drawing/2014/main" id="{E6335A92-6272-9843-E302-998D92995032}"/>
              </a:ext>
            </a:extLst>
          </p:cNvPr>
          <p:cNvSpPr txBox="1"/>
          <p:nvPr/>
        </p:nvSpPr>
        <p:spPr>
          <a:xfrm>
            <a:off x="6035333" y="436987"/>
            <a:ext cx="755633" cy="525401"/>
          </a:xfrm>
          <a:prstGeom prst="rect">
            <a:avLst/>
          </a:prstGeom>
          <a:noFill/>
          <a:ln>
            <a:noFill/>
          </a:ln>
        </p:spPr>
        <p:txBody>
          <a:bodyPr wrap="none" lIns="90000" tIns="46800" rIns="90000" bIns="46800" rtlCol="0">
            <a:spAutoFit/>
          </a:bodyPr>
          <a:lstStyle/>
          <a:p>
            <a:pPr>
              <a:spcAft>
                <a:spcPts val="600"/>
              </a:spcAft>
              <a:buSzPct val="75000"/>
            </a:pPr>
            <a:r>
              <a:rPr lang="en-US" sz="2800" dirty="0">
                <a:solidFill>
                  <a:schemeClr val="tx2"/>
                </a:solidFill>
              </a:rPr>
              <a:t>Bob</a:t>
            </a:r>
            <a:endParaRPr lang="en-NL" sz="2800" dirty="0">
              <a:solidFill>
                <a:schemeClr val="tx2"/>
              </a:solidFill>
            </a:endParaRPr>
          </a:p>
        </p:txBody>
      </p:sp>
      <p:sp>
        <p:nvSpPr>
          <p:cNvPr id="57" name="TextBox 56">
            <a:extLst>
              <a:ext uri="{FF2B5EF4-FFF2-40B4-BE49-F238E27FC236}">
                <a16:creationId xmlns:a16="http://schemas.microsoft.com/office/drawing/2014/main" id="{AEA2BC47-6B85-4492-BED6-11F9F6B4A247}"/>
              </a:ext>
            </a:extLst>
          </p:cNvPr>
          <p:cNvSpPr txBox="1"/>
          <p:nvPr/>
        </p:nvSpPr>
        <p:spPr>
          <a:xfrm>
            <a:off x="1303749" y="2718221"/>
            <a:ext cx="2852753"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Alice knows the location of the enemy ships (and Bob does not).</a:t>
            </a:r>
            <a:endParaRPr lang="en-NL" sz="1800" dirty="0"/>
          </a:p>
        </p:txBody>
      </p:sp>
      <p:sp>
        <p:nvSpPr>
          <p:cNvPr id="59" name="TextBox 58">
            <a:extLst>
              <a:ext uri="{FF2B5EF4-FFF2-40B4-BE49-F238E27FC236}">
                <a16:creationId xmlns:a16="http://schemas.microsoft.com/office/drawing/2014/main" id="{AE0B185C-D60E-4F2A-E1BE-5B676149DE70}"/>
              </a:ext>
            </a:extLst>
          </p:cNvPr>
          <p:cNvSpPr txBox="1"/>
          <p:nvPr/>
        </p:nvSpPr>
        <p:spPr>
          <a:xfrm>
            <a:off x="6040007" y="2718221"/>
            <a:ext cx="2249297" cy="925511"/>
          </a:xfrm>
          <a:prstGeom prst="rect">
            <a:avLst/>
          </a:prstGeom>
          <a:noFill/>
          <a:ln>
            <a:noFill/>
          </a:ln>
        </p:spPr>
        <p:txBody>
          <a:bodyPr wrap="square" lIns="90000" tIns="46800" rIns="90000" bIns="46800" rtlCol="0">
            <a:spAutoFit/>
          </a:bodyPr>
          <a:lstStyle/>
          <a:p>
            <a:pPr>
              <a:spcAft>
                <a:spcPts val="600"/>
              </a:spcAft>
              <a:buSzPct val="75000"/>
            </a:pPr>
            <a:r>
              <a:rPr lang="en-US" sz="1800" dirty="0"/>
              <a:t>Bob knows where the gun is pointing (and Alice does not).</a:t>
            </a:r>
            <a:endParaRPr lang="en-NL" sz="1800" dirty="0"/>
          </a:p>
        </p:txBody>
      </p:sp>
      <p:cxnSp>
        <p:nvCxnSpPr>
          <p:cNvPr id="61" name="Straight Arrow Connector 60">
            <a:extLst>
              <a:ext uri="{FF2B5EF4-FFF2-40B4-BE49-F238E27FC236}">
                <a16:creationId xmlns:a16="http://schemas.microsoft.com/office/drawing/2014/main" id="{FA4F5821-67E8-04D2-654B-642DADDC0558}"/>
              </a:ext>
            </a:extLst>
          </p:cNvPr>
          <p:cNvCxnSpPr/>
          <p:nvPr/>
        </p:nvCxnSpPr>
        <p:spPr>
          <a:xfrm>
            <a:off x="3905655" y="1802850"/>
            <a:ext cx="133268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E9AAA22-96B9-E3A7-B8FD-F768083E0692}"/>
              </a:ext>
            </a:extLst>
          </p:cNvPr>
          <p:cNvSpPr txBox="1"/>
          <p:nvPr/>
        </p:nvSpPr>
        <p:spPr>
          <a:xfrm>
            <a:off x="3429010" y="1280078"/>
            <a:ext cx="2456162" cy="371513"/>
          </a:xfrm>
          <a:prstGeom prst="rect">
            <a:avLst/>
          </a:prstGeom>
          <a:noFill/>
          <a:ln>
            <a:noFill/>
          </a:ln>
        </p:spPr>
        <p:txBody>
          <a:bodyPr wrap="square" lIns="90000" tIns="46800" rIns="90000" bIns="46800" rtlCol="0">
            <a:spAutoFit/>
          </a:bodyPr>
          <a:lstStyle/>
          <a:p>
            <a:pPr>
              <a:spcAft>
                <a:spcPts val="600"/>
              </a:spcAft>
              <a:buSzPct val="75000"/>
            </a:pPr>
            <a:r>
              <a:rPr lang="en-US" sz="1800" dirty="0"/>
              <a:t>One bit communication</a:t>
            </a:r>
            <a:endParaRPr lang="en-NL" sz="1800" dirty="0"/>
          </a:p>
        </p:txBody>
      </p:sp>
      <p:sp>
        <p:nvSpPr>
          <p:cNvPr id="65" name="TextBox 64">
            <a:extLst>
              <a:ext uri="{FF2B5EF4-FFF2-40B4-BE49-F238E27FC236}">
                <a16:creationId xmlns:a16="http://schemas.microsoft.com/office/drawing/2014/main" id="{53D2752F-3E99-A0F9-8E29-41BE17FF8091}"/>
              </a:ext>
            </a:extLst>
          </p:cNvPr>
          <p:cNvSpPr txBox="1"/>
          <p:nvPr/>
        </p:nvSpPr>
        <p:spPr>
          <a:xfrm>
            <a:off x="4772115" y="3947960"/>
            <a:ext cx="2249297" cy="463846"/>
          </a:xfrm>
          <a:prstGeom prst="rect">
            <a:avLst/>
          </a:prstGeom>
          <a:noFill/>
          <a:ln>
            <a:noFill/>
          </a:ln>
        </p:spPr>
        <p:txBody>
          <a:bodyPr wrap="square" lIns="90000" tIns="46800" rIns="90000" bIns="46800" rtlCol="0">
            <a:spAutoFit/>
          </a:bodyPr>
          <a:lstStyle/>
          <a:p>
            <a:pPr>
              <a:spcAft>
                <a:spcPts val="600"/>
              </a:spcAft>
              <a:buSzPct val="75000"/>
            </a:pPr>
            <a:r>
              <a:rPr lang="en-US" sz="2400" b="1" dirty="0">
                <a:solidFill>
                  <a:schemeClr val="tx2"/>
                </a:solidFill>
              </a:rPr>
              <a:t>Bob to decide: </a:t>
            </a:r>
            <a:endParaRPr lang="en-NL" sz="2400" b="1" dirty="0">
              <a:solidFill>
                <a:schemeClr val="tx2"/>
              </a:solidFill>
            </a:endParaRPr>
          </a:p>
        </p:txBody>
      </p:sp>
      <p:sp>
        <p:nvSpPr>
          <p:cNvPr id="69" name="TextBox 68">
            <a:extLst>
              <a:ext uri="{FF2B5EF4-FFF2-40B4-BE49-F238E27FC236}">
                <a16:creationId xmlns:a16="http://schemas.microsoft.com/office/drawing/2014/main" id="{43F19BBD-2F1C-6E9F-4E8E-61726D01E877}"/>
              </a:ext>
            </a:extLst>
          </p:cNvPr>
          <p:cNvSpPr txBox="1"/>
          <p:nvPr/>
        </p:nvSpPr>
        <p:spPr>
          <a:xfrm>
            <a:off x="6928677" y="3791565"/>
            <a:ext cx="1309406" cy="371513"/>
          </a:xfrm>
          <a:prstGeom prst="rect">
            <a:avLst/>
          </a:prstGeom>
          <a:noFill/>
          <a:ln w="12700">
            <a:solidFill>
              <a:schemeClr val="tx1"/>
            </a:solidFill>
          </a:ln>
        </p:spPr>
        <p:txBody>
          <a:bodyPr wrap="square" lIns="90000" tIns="46800" rIns="90000" bIns="46800" rtlCol="0">
            <a:spAutoFit/>
          </a:bodyPr>
          <a:lstStyle/>
          <a:p>
            <a:pPr>
              <a:spcAft>
                <a:spcPts val="600"/>
              </a:spcAft>
              <a:buSzPct val="75000"/>
            </a:pPr>
            <a:r>
              <a:rPr lang="en-US" sz="1800" dirty="0"/>
              <a:t>Shoot</a:t>
            </a:r>
            <a:endParaRPr lang="en-NL" sz="1800" dirty="0"/>
          </a:p>
        </p:txBody>
      </p:sp>
      <p:sp>
        <p:nvSpPr>
          <p:cNvPr id="71" name="TextBox 70">
            <a:extLst>
              <a:ext uri="{FF2B5EF4-FFF2-40B4-BE49-F238E27FC236}">
                <a16:creationId xmlns:a16="http://schemas.microsoft.com/office/drawing/2014/main" id="{4E9081CA-4DE0-4037-54FD-C906148BA537}"/>
              </a:ext>
            </a:extLst>
          </p:cNvPr>
          <p:cNvSpPr txBox="1"/>
          <p:nvPr/>
        </p:nvSpPr>
        <p:spPr>
          <a:xfrm>
            <a:off x="6928677" y="4255151"/>
            <a:ext cx="1309406" cy="371513"/>
          </a:xfrm>
          <a:prstGeom prst="rect">
            <a:avLst/>
          </a:prstGeom>
          <a:noFill/>
          <a:ln w="12700">
            <a:solidFill>
              <a:schemeClr val="tx1"/>
            </a:solidFill>
          </a:ln>
        </p:spPr>
        <p:txBody>
          <a:bodyPr wrap="square" lIns="90000" tIns="46800" rIns="90000" bIns="46800" rtlCol="0">
            <a:spAutoFit/>
          </a:bodyPr>
          <a:lstStyle/>
          <a:p>
            <a:pPr>
              <a:spcAft>
                <a:spcPts val="600"/>
              </a:spcAft>
              <a:buSzPct val="75000"/>
            </a:pPr>
            <a:r>
              <a:rPr lang="en-US" sz="1800" dirty="0"/>
              <a:t>No shoot</a:t>
            </a:r>
            <a:endParaRPr lang="en-NL" sz="1800" dirty="0"/>
          </a:p>
        </p:txBody>
      </p:sp>
    </p:spTree>
    <p:extLst>
      <p:ext uri="{BB962C8B-B14F-4D97-AF65-F5344CB8AC3E}">
        <p14:creationId xmlns:p14="http://schemas.microsoft.com/office/powerpoint/2010/main" val="146326299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746DBE-DC70-A4FE-FD40-C2F146C9A14A}"/>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6C6635D-11F2-F50F-79C7-460CE00EFBAC}"/>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5</a:t>
            </a:fld>
            <a:endParaRPr lang="en-US" dirty="0"/>
          </a:p>
        </p:txBody>
      </p:sp>
      <p:sp>
        <p:nvSpPr>
          <p:cNvPr id="4" name="Text Placeholder 3">
            <a:extLst>
              <a:ext uri="{FF2B5EF4-FFF2-40B4-BE49-F238E27FC236}">
                <a16:creationId xmlns:a16="http://schemas.microsoft.com/office/drawing/2014/main" id="{97B8C96A-6455-2C89-06A9-27F6B2DA14C3}"/>
              </a:ext>
            </a:extLst>
          </p:cNvPr>
          <p:cNvSpPr>
            <a:spLocks noGrp="1"/>
          </p:cNvSpPr>
          <p:nvPr>
            <p:ph type="body" sz="quarter" idx="20"/>
          </p:nvPr>
        </p:nvSpPr>
        <p:spPr/>
        <p:txBody>
          <a:bodyPr/>
          <a:lstStyle/>
          <a:p>
            <a:pPr marL="0" indent="0">
              <a:buNone/>
            </a:pPr>
            <a:r>
              <a:rPr lang="en-NL" b="1" dirty="0"/>
              <a:t>[FIGURE 2 — placed after the paragraph above]</a:t>
            </a:r>
            <a:r>
              <a:rPr lang="en-NL" dirty="0"/>
              <a:t> </a:t>
            </a:r>
            <a:r>
              <a:rPr lang="en-NL" b="1" dirty="0"/>
              <a:t>Caption:</a:t>
            </a:r>
            <a:r>
              <a:rPr lang="en-NL" dirty="0"/>
              <a:t> </a:t>
            </a:r>
            <a:r>
              <a:rPr lang="en-NL" i="1" dirty="0"/>
              <a:t>Stripped of the ships: a </a:t>
            </a:r>
            <a:r>
              <a:rPr lang="en-US" i="1" dirty="0"/>
              <a:t>4</a:t>
            </a:r>
            <a:r>
              <a:rPr lang="en-NL" i="1" dirty="0"/>
              <a:t>×</a:t>
            </a:r>
            <a:r>
              <a:rPr lang="en-US" i="1" dirty="0"/>
              <a:t>4</a:t>
            </a:r>
            <a:r>
              <a:rPr lang="en-NL" i="1" dirty="0"/>
              <a:t> board read in a fixed order is a string of four bits — ship is 1, sea is 0. The gun's cell is Bob's index.</a:t>
            </a:r>
            <a:r>
              <a:rPr lang="en-NL" dirty="0"/>
              <a:t> </a:t>
            </a:r>
            <a:r>
              <a:rPr lang="en-NL" b="1" dirty="0"/>
              <a:t>Alt-text:</a:t>
            </a:r>
            <a:r>
              <a:rPr lang="en-NL" dirty="0"/>
              <a:t> </a:t>
            </a:r>
            <a:r>
              <a:rPr lang="en-US" dirty="0"/>
              <a:t>Top</a:t>
            </a:r>
            <a:r>
              <a:rPr lang="en-NL" dirty="0"/>
              <a:t>: a </a:t>
            </a:r>
            <a:r>
              <a:rPr lang="en-US" dirty="0"/>
              <a:t>4</a:t>
            </a:r>
            <a:r>
              <a:rPr lang="en-NL" dirty="0"/>
              <a:t>-by-</a:t>
            </a:r>
            <a:r>
              <a:rPr lang="en-US" dirty="0"/>
              <a:t>4</a:t>
            </a:r>
            <a:r>
              <a:rPr lang="en-NL" dirty="0"/>
              <a:t> battle grid with a ship in the top-left and bottom-right cells, cells numbered </a:t>
            </a:r>
            <a:r>
              <a:rPr lang="en-US" dirty="0"/>
              <a:t>0</a:t>
            </a:r>
            <a:r>
              <a:rPr lang="en-NL" dirty="0"/>
              <a:t> to </a:t>
            </a:r>
            <a:r>
              <a:rPr lang="en-US" dirty="0"/>
              <a:t>15</a:t>
            </a:r>
            <a:r>
              <a:rPr lang="en-NL" dirty="0"/>
              <a:t> in reading order. </a:t>
            </a:r>
            <a:r>
              <a:rPr lang="en-US" dirty="0"/>
              <a:t>Bottom</a:t>
            </a:r>
            <a:r>
              <a:rPr lang="en-NL" dirty="0"/>
              <a:t>: the same board written as the bitstring. An arrow labelled "same game" connects them.</a:t>
            </a:r>
          </a:p>
        </p:txBody>
      </p:sp>
      <p:sp>
        <p:nvSpPr>
          <p:cNvPr id="5" name="Title 4">
            <a:extLst>
              <a:ext uri="{FF2B5EF4-FFF2-40B4-BE49-F238E27FC236}">
                <a16:creationId xmlns:a16="http://schemas.microsoft.com/office/drawing/2014/main" id="{0D3966E4-5A64-6BAD-CE76-D98F19186FF6}"/>
              </a:ext>
            </a:extLst>
          </p:cNvPr>
          <p:cNvSpPr>
            <a:spLocks noGrp="1"/>
          </p:cNvSpPr>
          <p:nvPr>
            <p:ph type="title"/>
          </p:nvPr>
        </p:nvSpPr>
        <p:spPr/>
        <p:txBody>
          <a:bodyPr/>
          <a:lstStyle/>
          <a:p>
            <a:r>
              <a:rPr lang="en-GB" dirty="0"/>
              <a:t>Figure 2</a:t>
            </a:r>
            <a:endParaRPr lang="en-NL" dirty="0"/>
          </a:p>
        </p:txBody>
      </p:sp>
    </p:spTree>
    <p:extLst>
      <p:ext uri="{BB962C8B-B14F-4D97-AF65-F5344CB8AC3E}">
        <p14:creationId xmlns:p14="http://schemas.microsoft.com/office/powerpoint/2010/main" val="429198960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0958697-9488-9E9B-6445-97B0D5FA1B94}"/>
              </a:ext>
            </a:extLst>
          </p:cNvPr>
          <p:cNvGraphicFramePr>
            <a:graphicFrameLocks noGrp="1"/>
          </p:cNvGraphicFramePr>
          <p:nvPr>
            <p:extLst>
              <p:ext uri="{D42A27DB-BD31-4B8C-83A1-F6EECF244321}">
                <p14:modId xmlns:p14="http://schemas.microsoft.com/office/powerpoint/2010/main" val="2147474043"/>
              </p:ext>
            </p:extLst>
          </p:nvPr>
        </p:nvGraphicFramePr>
        <p:xfrm>
          <a:off x="1012723" y="2490659"/>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285481043"/>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765123310"/>
                  </a:ext>
                </a:extLst>
              </a:tr>
              <a:tr h="430417">
                <a:tc>
                  <a:txBody>
                    <a:bodyPr/>
                    <a:lstStyle/>
                    <a:p>
                      <a:endParaRPr lang="en-NL"/>
                    </a:p>
                  </a:txBody>
                  <a:tcPr/>
                </a:tc>
                <a:tc>
                  <a:txBody>
                    <a:bodyPr/>
                    <a:lstStyle/>
                    <a:p>
                      <a:endParaRPr lang="en-NL"/>
                    </a:p>
                  </a:txBody>
                  <a:tcPr/>
                </a:tc>
                <a:tc>
                  <a:txBody>
                    <a:bodyPr/>
                    <a:lstStyle/>
                    <a:p>
                      <a:endParaRPr lang="en-NL"/>
                    </a:p>
                  </a:txBody>
                  <a:tcPr/>
                </a:tc>
                <a:tc>
                  <a:txBody>
                    <a:bodyPr/>
                    <a:lstStyle/>
                    <a:p>
                      <a:endParaRPr lang="en-NL"/>
                    </a:p>
                  </a:txBody>
                  <a:tcPr/>
                </a:tc>
                <a:extLst>
                  <a:ext uri="{0D108BD9-81ED-4DB2-BD59-A6C34878D82A}">
                    <a16:rowId xmlns:a16="http://schemas.microsoft.com/office/drawing/2014/main" val="1553208812"/>
                  </a:ext>
                </a:extLst>
              </a:tr>
              <a:tr h="430417">
                <a:tc>
                  <a:txBody>
                    <a:bodyPr/>
                    <a:lstStyle/>
                    <a:p>
                      <a:endParaRPr lang="en-NL"/>
                    </a:p>
                  </a:txBody>
                  <a:tcPr/>
                </a:tc>
                <a:tc>
                  <a:txBody>
                    <a:bodyPr/>
                    <a:lstStyle/>
                    <a:p>
                      <a:endParaRPr lang="en-NL" dirty="0"/>
                    </a:p>
                  </a:txBody>
                  <a:tcPr/>
                </a:tc>
                <a:tc>
                  <a:txBody>
                    <a:bodyPr/>
                    <a:lstStyle/>
                    <a:p>
                      <a:endParaRPr lang="en-NL"/>
                    </a:p>
                  </a:txBody>
                  <a:tcPr/>
                </a:tc>
                <a:tc>
                  <a:txBody>
                    <a:bodyPr/>
                    <a:lstStyle/>
                    <a:p>
                      <a:endParaRPr lang="en-NL" dirty="0"/>
                    </a:p>
                  </a:txBody>
                  <a:tcPr/>
                </a:tc>
                <a:extLst>
                  <a:ext uri="{0D108BD9-81ED-4DB2-BD59-A6C34878D82A}">
                    <a16:rowId xmlns:a16="http://schemas.microsoft.com/office/drawing/2014/main" val="313605339"/>
                  </a:ext>
                </a:extLst>
              </a:tr>
            </a:tbl>
          </a:graphicData>
        </a:graphic>
      </p:graphicFrame>
      <p:sp>
        <p:nvSpPr>
          <p:cNvPr id="7" name="Star: 5 Points 6">
            <a:extLst>
              <a:ext uri="{FF2B5EF4-FFF2-40B4-BE49-F238E27FC236}">
                <a16:creationId xmlns:a16="http://schemas.microsoft.com/office/drawing/2014/main" id="{B87EEBE5-923E-9CA1-8BAC-BC456C842130}"/>
              </a:ext>
            </a:extLst>
          </p:cNvPr>
          <p:cNvSpPr/>
          <p:nvPr/>
        </p:nvSpPr>
        <p:spPr>
          <a:xfrm>
            <a:off x="1081550"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8" name="Star: 5 Points 7">
            <a:extLst>
              <a:ext uri="{FF2B5EF4-FFF2-40B4-BE49-F238E27FC236}">
                <a16:creationId xmlns:a16="http://schemas.microsoft.com/office/drawing/2014/main" id="{39A04C0E-E5A6-E464-E5C6-55E0DB7A1F58}"/>
              </a:ext>
            </a:extLst>
          </p:cNvPr>
          <p:cNvSpPr/>
          <p:nvPr/>
        </p:nvSpPr>
        <p:spPr>
          <a:xfrm>
            <a:off x="1528917"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9" name="Star: 5 Points 8">
            <a:extLst>
              <a:ext uri="{FF2B5EF4-FFF2-40B4-BE49-F238E27FC236}">
                <a16:creationId xmlns:a16="http://schemas.microsoft.com/office/drawing/2014/main" id="{C8EF7ED2-7604-E900-347A-E3FCA6A0FDAB}"/>
              </a:ext>
            </a:extLst>
          </p:cNvPr>
          <p:cNvSpPr/>
          <p:nvPr/>
        </p:nvSpPr>
        <p:spPr>
          <a:xfrm>
            <a:off x="2461221" y="256931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0" name="Star: 5 Points 9">
            <a:extLst>
              <a:ext uri="{FF2B5EF4-FFF2-40B4-BE49-F238E27FC236}">
                <a16:creationId xmlns:a16="http://schemas.microsoft.com/office/drawing/2014/main" id="{9C321743-D23E-6B69-A8BF-BAF8EE658F8C}"/>
              </a:ext>
            </a:extLst>
          </p:cNvPr>
          <p:cNvSpPr/>
          <p:nvPr/>
        </p:nvSpPr>
        <p:spPr>
          <a:xfrm>
            <a:off x="1081549" y="3036352"/>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1" name="Star: 5 Points 10">
            <a:extLst>
              <a:ext uri="{FF2B5EF4-FFF2-40B4-BE49-F238E27FC236}">
                <a16:creationId xmlns:a16="http://schemas.microsoft.com/office/drawing/2014/main" id="{62B94278-8F71-B31E-6F96-B4ABF70379F0}"/>
              </a:ext>
            </a:extLst>
          </p:cNvPr>
          <p:cNvSpPr/>
          <p:nvPr/>
        </p:nvSpPr>
        <p:spPr>
          <a:xfrm>
            <a:off x="2023685" y="3036351"/>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2" name="Star: 5 Points 11">
            <a:extLst>
              <a:ext uri="{FF2B5EF4-FFF2-40B4-BE49-F238E27FC236}">
                <a16:creationId xmlns:a16="http://schemas.microsoft.com/office/drawing/2014/main" id="{CDF456FD-831F-5306-DC27-7741490075D4}"/>
              </a:ext>
            </a:extLst>
          </p:cNvPr>
          <p:cNvSpPr/>
          <p:nvPr/>
        </p:nvSpPr>
        <p:spPr>
          <a:xfrm>
            <a:off x="1541905" y="3429990"/>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3" name="Star: 5 Points 12">
            <a:extLst>
              <a:ext uri="{FF2B5EF4-FFF2-40B4-BE49-F238E27FC236}">
                <a16:creationId xmlns:a16="http://schemas.microsoft.com/office/drawing/2014/main" id="{1353483C-54E2-9A4A-DCCE-2A6BCD0D7267}"/>
              </a:ext>
            </a:extLst>
          </p:cNvPr>
          <p:cNvSpPr/>
          <p:nvPr/>
        </p:nvSpPr>
        <p:spPr>
          <a:xfrm>
            <a:off x="2023684" y="342998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4" name="Star: 5 Points 13">
            <a:extLst>
              <a:ext uri="{FF2B5EF4-FFF2-40B4-BE49-F238E27FC236}">
                <a16:creationId xmlns:a16="http://schemas.microsoft.com/office/drawing/2014/main" id="{8D152F34-CF74-6C16-B195-A03B9F6A0851}"/>
              </a:ext>
            </a:extLst>
          </p:cNvPr>
          <p:cNvSpPr/>
          <p:nvPr/>
        </p:nvSpPr>
        <p:spPr>
          <a:xfrm>
            <a:off x="2461221" y="3429989"/>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5" name="Star: 5 Points 14">
            <a:extLst>
              <a:ext uri="{FF2B5EF4-FFF2-40B4-BE49-F238E27FC236}">
                <a16:creationId xmlns:a16="http://schemas.microsoft.com/office/drawing/2014/main" id="{2C1B8246-5DBA-29FA-B189-C0120C78C18A}"/>
              </a:ext>
            </a:extLst>
          </p:cNvPr>
          <p:cNvSpPr/>
          <p:nvPr/>
        </p:nvSpPr>
        <p:spPr>
          <a:xfrm>
            <a:off x="1081549" y="3857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16" name="Star: 5 Points 15">
            <a:extLst>
              <a:ext uri="{FF2B5EF4-FFF2-40B4-BE49-F238E27FC236}">
                <a16:creationId xmlns:a16="http://schemas.microsoft.com/office/drawing/2014/main" id="{F769B286-D4F3-B19E-19EF-17DD661795F4}"/>
              </a:ext>
            </a:extLst>
          </p:cNvPr>
          <p:cNvSpPr/>
          <p:nvPr/>
        </p:nvSpPr>
        <p:spPr>
          <a:xfrm>
            <a:off x="2023684" y="3857346"/>
            <a:ext cx="275303" cy="275303"/>
          </a:xfrm>
          <a:prstGeom prst="star5">
            <a:avLst/>
          </a:prstGeom>
          <a:solidFill>
            <a:schemeClr val="tx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aphicFrame>
        <p:nvGraphicFramePr>
          <p:cNvPr id="17" name="Table 16">
            <a:extLst>
              <a:ext uri="{FF2B5EF4-FFF2-40B4-BE49-F238E27FC236}">
                <a16:creationId xmlns:a16="http://schemas.microsoft.com/office/drawing/2014/main" id="{9076353B-1B68-E834-7809-8848C01880B1}"/>
              </a:ext>
            </a:extLst>
          </p:cNvPr>
          <p:cNvGraphicFramePr>
            <a:graphicFrameLocks noGrp="1"/>
          </p:cNvGraphicFramePr>
          <p:nvPr>
            <p:extLst>
              <p:ext uri="{D42A27DB-BD31-4B8C-83A1-F6EECF244321}">
                <p14:modId xmlns:p14="http://schemas.microsoft.com/office/powerpoint/2010/main" val="1231878771"/>
              </p:ext>
            </p:extLst>
          </p:nvPr>
        </p:nvGraphicFramePr>
        <p:xfrm>
          <a:off x="193429" y="6383939"/>
          <a:ext cx="5760000" cy="3657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807347107"/>
                    </a:ext>
                  </a:extLst>
                </a:gridCol>
                <a:gridCol w="360000">
                  <a:extLst>
                    <a:ext uri="{9D8B030D-6E8A-4147-A177-3AD203B41FA5}">
                      <a16:colId xmlns:a16="http://schemas.microsoft.com/office/drawing/2014/main" val="1383284543"/>
                    </a:ext>
                  </a:extLst>
                </a:gridCol>
                <a:gridCol w="360000">
                  <a:extLst>
                    <a:ext uri="{9D8B030D-6E8A-4147-A177-3AD203B41FA5}">
                      <a16:colId xmlns:a16="http://schemas.microsoft.com/office/drawing/2014/main" val="2120981709"/>
                    </a:ext>
                  </a:extLst>
                </a:gridCol>
                <a:gridCol w="360000">
                  <a:extLst>
                    <a:ext uri="{9D8B030D-6E8A-4147-A177-3AD203B41FA5}">
                      <a16:colId xmlns:a16="http://schemas.microsoft.com/office/drawing/2014/main" val="2745673552"/>
                    </a:ext>
                  </a:extLst>
                </a:gridCol>
                <a:gridCol w="360000">
                  <a:extLst>
                    <a:ext uri="{9D8B030D-6E8A-4147-A177-3AD203B41FA5}">
                      <a16:colId xmlns:a16="http://schemas.microsoft.com/office/drawing/2014/main" val="2731282547"/>
                    </a:ext>
                  </a:extLst>
                </a:gridCol>
                <a:gridCol w="360000">
                  <a:extLst>
                    <a:ext uri="{9D8B030D-6E8A-4147-A177-3AD203B41FA5}">
                      <a16:colId xmlns:a16="http://schemas.microsoft.com/office/drawing/2014/main" val="3202398390"/>
                    </a:ext>
                  </a:extLst>
                </a:gridCol>
                <a:gridCol w="360000">
                  <a:extLst>
                    <a:ext uri="{9D8B030D-6E8A-4147-A177-3AD203B41FA5}">
                      <a16:colId xmlns:a16="http://schemas.microsoft.com/office/drawing/2014/main" val="2652986057"/>
                    </a:ext>
                  </a:extLst>
                </a:gridCol>
                <a:gridCol w="360000">
                  <a:extLst>
                    <a:ext uri="{9D8B030D-6E8A-4147-A177-3AD203B41FA5}">
                      <a16:colId xmlns:a16="http://schemas.microsoft.com/office/drawing/2014/main" val="2330260008"/>
                    </a:ext>
                  </a:extLst>
                </a:gridCol>
                <a:gridCol w="360000">
                  <a:extLst>
                    <a:ext uri="{9D8B030D-6E8A-4147-A177-3AD203B41FA5}">
                      <a16:colId xmlns:a16="http://schemas.microsoft.com/office/drawing/2014/main" val="3895733143"/>
                    </a:ext>
                  </a:extLst>
                </a:gridCol>
                <a:gridCol w="360000">
                  <a:extLst>
                    <a:ext uri="{9D8B030D-6E8A-4147-A177-3AD203B41FA5}">
                      <a16:colId xmlns:a16="http://schemas.microsoft.com/office/drawing/2014/main" val="3196864432"/>
                    </a:ext>
                  </a:extLst>
                </a:gridCol>
                <a:gridCol w="360000">
                  <a:extLst>
                    <a:ext uri="{9D8B030D-6E8A-4147-A177-3AD203B41FA5}">
                      <a16:colId xmlns:a16="http://schemas.microsoft.com/office/drawing/2014/main" val="2049872826"/>
                    </a:ext>
                  </a:extLst>
                </a:gridCol>
                <a:gridCol w="360000">
                  <a:extLst>
                    <a:ext uri="{9D8B030D-6E8A-4147-A177-3AD203B41FA5}">
                      <a16:colId xmlns:a16="http://schemas.microsoft.com/office/drawing/2014/main" val="2846674667"/>
                    </a:ext>
                  </a:extLst>
                </a:gridCol>
                <a:gridCol w="360000">
                  <a:extLst>
                    <a:ext uri="{9D8B030D-6E8A-4147-A177-3AD203B41FA5}">
                      <a16:colId xmlns:a16="http://schemas.microsoft.com/office/drawing/2014/main" val="1144552802"/>
                    </a:ext>
                  </a:extLst>
                </a:gridCol>
                <a:gridCol w="360000">
                  <a:extLst>
                    <a:ext uri="{9D8B030D-6E8A-4147-A177-3AD203B41FA5}">
                      <a16:colId xmlns:a16="http://schemas.microsoft.com/office/drawing/2014/main" val="1299629492"/>
                    </a:ext>
                  </a:extLst>
                </a:gridCol>
                <a:gridCol w="360000">
                  <a:extLst>
                    <a:ext uri="{9D8B030D-6E8A-4147-A177-3AD203B41FA5}">
                      <a16:colId xmlns:a16="http://schemas.microsoft.com/office/drawing/2014/main" val="2671680828"/>
                    </a:ext>
                  </a:extLst>
                </a:gridCol>
                <a:gridCol w="360000">
                  <a:extLst>
                    <a:ext uri="{9D8B030D-6E8A-4147-A177-3AD203B41FA5}">
                      <a16:colId xmlns:a16="http://schemas.microsoft.com/office/drawing/2014/main" val="4226787541"/>
                    </a:ext>
                  </a:extLst>
                </a:gridCol>
              </a:tblGrid>
              <a:tr h="360000">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1</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800" dirty="0">
                          <a:solidFill>
                            <a:schemeClr val="tx1"/>
                          </a:solidFill>
                        </a:rPr>
                        <a:t>0</a:t>
                      </a:r>
                      <a:endParaRPr lang="en-NL" sz="18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44793474"/>
                  </a:ext>
                </a:extLst>
              </a:tr>
            </a:tbl>
          </a:graphicData>
        </a:graphic>
      </p:graphicFrame>
      <p:graphicFrame>
        <p:nvGraphicFramePr>
          <p:cNvPr id="18" name="Table 17">
            <a:extLst>
              <a:ext uri="{FF2B5EF4-FFF2-40B4-BE49-F238E27FC236}">
                <a16:creationId xmlns:a16="http://schemas.microsoft.com/office/drawing/2014/main" id="{8BDFFAF2-B2C9-98EA-B0C9-0A511B8E92DA}"/>
              </a:ext>
            </a:extLst>
          </p:cNvPr>
          <p:cNvGraphicFramePr>
            <a:graphicFrameLocks noGrp="1"/>
          </p:cNvGraphicFramePr>
          <p:nvPr>
            <p:extLst>
              <p:ext uri="{D42A27DB-BD31-4B8C-83A1-F6EECF244321}">
                <p14:modId xmlns:p14="http://schemas.microsoft.com/office/powerpoint/2010/main" val="1148434382"/>
              </p:ext>
            </p:extLst>
          </p:nvPr>
        </p:nvGraphicFramePr>
        <p:xfrm>
          <a:off x="5953429" y="2490659"/>
          <a:ext cx="1800000" cy="1721668"/>
        </p:xfrm>
        <a:graphic>
          <a:graphicData uri="http://schemas.openxmlformats.org/drawingml/2006/table">
            <a:tbl>
              <a:tblPr firstRow="1" bandRow="1">
                <a:tableStyleId>{5940675A-B579-460E-94D1-54222C63F5DA}</a:tableStyleId>
              </a:tblPr>
              <a:tblGrid>
                <a:gridCol w="450000">
                  <a:extLst>
                    <a:ext uri="{9D8B030D-6E8A-4147-A177-3AD203B41FA5}">
                      <a16:colId xmlns:a16="http://schemas.microsoft.com/office/drawing/2014/main" val="215840497"/>
                    </a:ext>
                  </a:extLst>
                </a:gridCol>
                <a:gridCol w="450000">
                  <a:extLst>
                    <a:ext uri="{9D8B030D-6E8A-4147-A177-3AD203B41FA5}">
                      <a16:colId xmlns:a16="http://schemas.microsoft.com/office/drawing/2014/main" val="2415648940"/>
                    </a:ext>
                  </a:extLst>
                </a:gridCol>
                <a:gridCol w="450000">
                  <a:extLst>
                    <a:ext uri="{9D8B030D-6E8A-4147-A177-3AD203B41FA5}">
                      <a16:colId xmlns:a16="http://schemas.microsoft.com/office/drawing/2014/main" val="1275721448"/>
                    </a:ext>
                  </a:extLst>
                </a:gridCol>
                <a:gridCol w="450000">
                  <a:extLst>
                    <a:ext uri="{9D8B030D-6E8A-4147-A177-3AD203B41FA5}">
                      <a16:colId xmlns:a16="http://schemas.microsoft.com/office/drawing/2014/main" val="2350683941"/>
                    </a:ext>
                  </a:extLst>
                </a:gridCol>
              </a:tblGrid>
              <a:tr h="430417">
                <a:tc>
                  <a:txBody>
                    <a:bodyPr/>
                    <a:lstStyle/>
                    <a:p>
                      <a:pPr algn="ctr"/>
                      <a:r>
                        <a:rPr lang="en-GB" dirty="0">
                          <a:solidFill>
                            <a:schemeClr val="bg1">
                              <a:lumMod val="75000"/>
                            </a:schemeClr>
                          </a:solidFill>
                        </a:rPr>
                        <a:t>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3</a:t>
                      </a:r>
                      <a:endParaRPr lang="en-NL" dirty="0">
                        <a:solidFill>
                          <a:schemeClr val="bg1">
                            <a:lumMod val="75000"/>
                          </a:schemeClr>
                        </a:solidFill>
                      </a:endParaRPr>
                    </a:p>
                  </a:txBody>
                  <a:tcPr anchor="ctr"/>
                </a:tc>
                <a:extLst>
                  <a:ext uri="{0D108BD9-81ED-4DB2-BD59-A6C34878D82A}">
                    <a16:rowId xmlns:a16="http://schemas.microsoft.com/office/drawing/2014/main" val="285481043"/>
                  </a:ext>
                </a:extLst>
              </a:tr>
              <a:tr h="430417">
                <a:tc>
                  <a:txBody>
                    <a:bodyPr/>
                    <a:lstStyle/>
                    <a:p>
                      <a:pPr algn="ctr"/>
                      <a:r>
                        <a:rPr lang="en-GB" dirty="0">
                          <a:solidFill>
                            <a:schemeClr val="bg1">
                              <a:lumMod val="75000"/>
                            </a:schemeClr>
                          </a:solidFill>
                        </a:rPr>
                        <a:t>4</a:t>
                      </a:r>
                      <a:endParaRPr lang="en-NL" dirty="0">
                        <a:solidFill>
                          <a:schemeClr val="bg1">
                            <a:lumMod val="75000"/>
                          </a:schemeClr>
                        </a:solidFill>
                      </a:endParaRPr>
                    </a:p>
                  </a:txBody>
                  <a:tcPr anchor="ctr"/>
                </a:tc>
                <a:tc>
                  <a:txBody>
                    <a:bodyPr/>
                    <a:lstStyle/>
                    <a:p>
                      <a:pPr algn="ct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6</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7</a:t>
                      </a:r>
                      <a:endParaRPr lang="en-NL" dirty="0">
                        <a:solidFill>
                          <a:schemeClr val="bg1">
                            <a:lumMod val="75000"/>
                          </a:schemeClr>
                        </a:solidFill>
                      </a:endParaRPr>
                    </a:p>
                  </a:txBody>
                  <a:tcPr anchor="ctr"/>
                </a:tc>
                <a:extLst>
                  <a:ext uri="{0D108BD9-81ED-4DB2-BD59-A6C34878D82A}">
                    <a16:rowId xmlns:a16="http://schemas.microsoft.com/office/drawing/2014/main" val="1765123310"/>
                  </a:ext>
                </a:extLst>
              </a:tr>
              <a:tr h="430417">
                <a:tc>
                  <a:txBody>
                    <a:bodyPr/>
                    <a:lstStyle/>
                    <a:p>
                      <a:pPr algn="ctr"/>
                      <a:r>
                        <a:rPr lang="en-GB" dirty="0">
                          <a:solidFill>
                            <a:schemeClr val="bg1">
                              <a:lumMod val="75000"/>
                            </a:schemeClr>
                          </a:solidFill>
                        </a:rPr>
                        <a:t>8</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9</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10</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11</a:t>
                      </a:r>
                      <a:endParaRPr lang="en-NL" dirty="0">
                        <a:solidFill>
                          <a:schemeClr val="bg1">
                            <a:lumMod val="75000"/>
                          </a:schemeClr>
                        </a:solidFill>
                      </a:endParaRPr>
                    </a:p>
                  </a:txBody>
                  <a:tcPr anchor="ctr"/>
                </a:tc>
                <a:extLst>
                  <a:ext uri="{0D108BD9-81ED-4DB2-BD59-A6C34878D82A}">
                    <a16:rowId xmlns:a16="http://schemas.microsoft.com/office/drawing/2014/main" val="1553208812"/>
                  </a:ext>
                </a:extLst>
              </a:tr>
              <a:tr h="430417">
                <a:tc>
                  <a:txBody>
                    <a:bodyPr/>
                    <a:lstStyle/>
                    <a:p>
                      <a:pPr algn="ctr"/>
                      <a:r>
                        <a:rPr lang="en-GB" dirty="0">
                          <a:solidFill>
                            <a:schemeClr val="bg1">
                              <a:lumMod val="75000"/>
                            </a:schemeClr>
                          </a:solidFill>
                        </a:rPr>
                        <a:t>12</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13</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14</a:t>
                      </a:r>
                      <a:endParaRPr lang="en-NL" dirty="0">
                        <a:solidFill>
                          <a:schemeClr val="bg1">
                            <a:lumMod val="75000"/>
                          </a:schemeClr>
                        </a:solidFill>
                      </a:endParaRPr>
                    </a:p>
                  </a:txBody>
                  <a:tcPr anchor="ctr"/>
                </a:tc>
                <a:tc>
                  <a:txBody>
                    <a:bodyPr/>
                    <a:lstStyle/>
                    <a:p>
                      <a:pPr algn="ctr"/>
                      <a:r>
                        <a:rPr lang="en-GB" dirty="0">
                          <a:solidFill>
                            <a:schemeClr val="bg1">
                              <a:lumMod val="75000"/>
                            </a:schemeClr>
                          </a:solidFill>
                        </a:rPr>
                        <a:t>15</a:t>
                      </a:r>
                      <a:endParaRPr lang="en-NL" dirty="0">
                        <a:solidFill>
                          <a:schemeClr val="bg1">
                            <a:lumMod val="75000"/>
                          </a:schemeClr>
                        </a:solidFill>
                      </a:endParaRPr>
                    </a:p>
                  </a:txBody>
                  <a:tcPr anchor="ctr"/>
                </a:tc>
                <a:extLst>
                  <a:ext uri="{0D108BD9-81ED-4DB2-BD59-A6C34878D82A}">
                    <a16:rowId xmlns:a16="http://schemas.microsoft.com/office/drawing/2014/main" val="313605339"/>
                  </a:ext>
                </a:extLst>
              </a:tr>
            </a:tbl>
          </a:graphicData>
        </a:graphic>
      </p:graphicFrame>
      <p:grpSp>
        <p:nvGrpSpPr>
          <p:cNvPr id="21" name="Group 20">
            <a:extLst>
              <a:ext uri="{FF2B5EF4-FFF2-40B4-BE49-F238E27FC236}">
                <a16:creationId xmlns:a16="http://schemas.microsoft.com/office/drawing/2014/main" id="{60A599BB-64A0-96EF-4D81-E15BBDD0CFA0}"/>
              </a:ext>
            </a:extLst>
          </p:cNvPr>
          <p:cNvGrpSpPr/>
          <p:nvPr/>
        </p:nvGrpSpPr>
        <p:grpSpPr>
          <a:xfrm>
            <a:off x="6494202" y="3006855"/>
            <a:ext cx="265471" cy="265471"/>
            <a:chOff x="5181600" y="1793363"/>
            <a:chExt cx="265471" cy="265471"/>
          </a:xfrm>
        </p:grpSpPr>
        <p:sp>
          <p:nvSpPr>
            <p:cNvPr id="19" name="Oval 18">
              <a:extLst>
                <a:ext uri="{FF2B5EF4-FFF2-40B4-BE49-F238E27FC236}">
                  <a16:creationId xmlns:a16="http://schemas.microsoft.com/office/drawing/2014/main" id="{6DD1990D-F078-6642-7DC7-9EC52DE37504}"/>
                </a:ext>
              </a:extLst>
            </p:cNvPr>
            <p:cNvSpPr/>
            <p:nvPr/>
          </p:nvSpPr>
          <p:spPr>
            <a:xfrm>
              <a:off x="5181600" y="1793363"/>
              <a:ext cx="265471" cy="265471"/>
            </a:xfrm>
            <a:prstGeom prst="ellipse">
              <a:avLst/>
            </a:prstGeom>
            <a:solidFill>
              <a:srgbClr val="FF000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0" name="Oval 19">
              <a:extLst>
                <a:ext uri="{FF2B5EF4-FFF2-40B4-BE49-F238E27FC236}">
                  <a16:creationId xmlns:a16="http://schemas.microsoft.com/office/drawing/2014/main" id="{478E7599-D7F7-4917-01A8-8A30337C28EA}"/>
                </a:ext>
              </a:extLst>
            </p:cNvPr>
            <p:cNvSpPr/>
            <p:nvPr/>
          </p:nvSpPr>
          <p:spPr>
            <a:xfrm>
              <a:off x="5247968" y="1859731"/>
              <a:ext cx="132734" cy="132734"/>
            </a:xfrm>
            <a:prstGeom prst="ellipse">
              <a:avLst/>
            </a:prstGeom>
            <a:noFill/>
            <a:ln w="38100"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sp>
        <p:nvSpPr>
          <p:cNvPr id="22" name="TextBox 21">
            <a:extLst>
              <a:ext uri="{FF2B5EF4-FFF2-40B4-BE49-F238E27FC236}">
                <a16:creationId xmlns:a16="http://schemas.microsoft.com/office/drawing/2014/main" id="{D78D4F7A-6BE2-2B28-006A-007E5A141447}"/>
              </a:ext>
            </a:extLst>
          </p:cNvPr>
          <p:cNvSpPr txBox="1"/>
          <p:nvPr/>
        </p:nvSpPr>
        <p:spPr>
          <a:xfrm>
            <a:off x="116523" y="5061594"/>
            <a:ext cx="4089622" cy="602345"/>
          </a:xfrm>
          <a:prstGeom prst="rect">
            <a:avLst/>
          </a:prstGeom>
          <a:noFill/>
          <a:ln>
            <a:noFill/>
          </a:ln>
        </p:spPr>
        <p:txBody>
          <a:bodyPr wrap="none" lIns="90000" tIns="46800" rIns="90000" bIns="46800" rtlCol="0">
            <a:spAutoFit/>
          </a:bodyPr>
          <a:lstStyle/>
          <a:p>
            <a:pPr>
              <a:spcAft>
                <a:spcPts val="600"/>
              </a:spcAft>
              <a:buSzPct val="75000"/>
            </a:pPr>
            <a:r>
              <a:rPr lang="en-GB" sz="1400" b="1" dirty="0"/>
              <a:t>Hidden binary field (only known to Alice)</a:t>
            </a:r>
          </a:p>
          <a:p>
            <a:pPr>
              <a:spcAft>
                <a:spcPts val="600"/>
              </a:spcAft>
              <a:buSzPct val="75000"/>
            </a:pPr>
            <a:r>
              <a:rPr lang="en-GB" sz="1400" dirty="0"/>
              <a:t>Alice’s bit string (representing the ships on the board)</a:t>
            </a:r>
            <a:endParaRPr lang="en-NL" sz="1400" dirty="0"/>
          </a:p>
        </p:txBody>
      </p:sp>
      <p:sp>
        <p:nvSpPr>
          <p:cNvPr id="23" name="TextBox 22">
            <a:extLst>
              <a:ext uri="{FF2B5EF4-FFF2-40B4-BE49-F238E27FC236}">
                <a16:creationId xmlns:a16="http://schemas.microsoft.com/office/drawing/2014/main" id="{A8E5948E-175F-14C4-4D60-C5A766B8068F}"/>
              </a:ext>
            </a:extLst>
          </p:cNvPr>
          <p:cNvSpPr txBox="1"/>
          <p:nvPr/>
        </p:nvSpPr>
        <p:spPr>
          <a:xfrm>
            <a:off x="5174073" y="5070379"/>
            <a:ext cx="3474519" cy="1187121"/>
          </a:xfrm>
          <a:prstGeom prst="rect">
            <a:avLst/>
          </a:prstGeom>
          <a:noFill/>
          <a:ln>
            <a:noFill/>
          </a:ln>
        </p:spPr>
        <p:txBody>
          <a:bodyPr wrap="none" lIns="90000" tIns="46800" rIns="90000" bIns="46800" rtlCol="0">
            <a:spAutoFit/>
          </a:bodyPr>
          <a:lstStyle/>
          <a:p>
            <a:pPr>
              <a:spcAft>
                <a:spcPts val="600"/>
              </a:spcAft>
              <a:buSzPct val="75000"/>
            </a:pPr>
            <a:r>
              <a:rPr lang="en-GB" sz="1400" b="1" dirty="0"/>
              <a:t>Random query index (only known to Bob)</a:t>
            </a:r>
          </a:p>
          <a:p>
            <a:pPr>
              <a:spcAft>
                <a:spcPts val="600"/>
              </a:spcAft>
              <a:buSzPct val="75000"/>
            </a:pPr>
            <a:r>
              <a:rPr lang="en-GB" sz="1400" dirty="0"/>
              <a:t>Bob’s assignment (representing gun position)</a:t>
            </a:r>
          </a:p>
          <a:p>
            <a:pPr>
              <a:spcAft>
                <a:spcPts val="600"/>
              </a:spcAft>
              <a:buSzPct val="75000"/>
            </a:pPr>
            <a:r>
              <a:rPr lang="en-GB" sz="1400" dirty="0"/>
              <a:t>to guess the value at index 5 </a:t>
            </a:r>
          </a:p>
          <a:p>
            <a:pPr>
              <a:spcAft>
                <a:spcPts val="600"/>
              </a:spcAft>
              <a:buSzPct val="75000"/>
            </a:pPr>
            <a:r>
              <a:rPr lang="en-GB" sz="1400" dirty="0"/>
              <a:t>(first cell is index 0, last index 15)</a:t>
            </a:r>
            <a:endParaRPr lang="en-NL" sz="1400" dirty="0"/>
          </a:p>
        </p:txBody>
      </p:sp>
      <p:sp>
        <p:nvSpPr>
          <p:cNvPr id="26" name="Arrow: Up-Down 25">
            <a:extLst>
              <a:ext uri="{FF2B5EF4-FFF2-40B4-BE49-F238E27FC236}">
                <a16:creationId xmlns:a16="http://schemas.microsoft.com/office/drawing/2014/main" id="{1E3331E3-2810-0326-D38E-42404B527561}"/>
              </a:ext>
            </a:extLst>
          </p:cNvPr>
          <p:cNvSpPr/>
          <p:nvPr/>
        </p:nvSpPr>
        <p:spPr>
          <a:xfrm>
            <a:off x="1912723" y="4377416"/>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 name="TextBox 1">
            <a:extLst>
              <a:ext uri="{FF2B5EF4-FFF2-40B4-BE49-F238E27FC236}">
                <a16:creationId xmlns:a16="http://schemas.microsoft.com/office/drawing/2014/main" id="{E4C73121-B89D-2C19-F2F2-8196A4D42E55}"/>
              </a:ext>
            </a:extLst>
          </p:cNvPr>
          <p:cNvSpPr txBox="1"/>
          <p:nvPr/>
        </p:nvSpPr>
        <p:spPr>
          <a:xfrm>
            <a:off x="116523" y="6776339"/>
            <a:ext cx="3456693" cy="787011"/>
          </a:xfrm>
          <a:prstGeom prst="rect">
            <a:avLst/>
          </a:prstGeom>
          <a:noFill/>
          <a:ln>
            <a:noFill/>
          </a:ln>
        </p:spPr>
        <p:txBody>
          <a:bodyPr wrap="none" lIns="90000" tIns="46800" rIns="90000" bIns="46800" rtlCol="0">
            <a:spAutoFit/>
          </a:bodyPr>
          <a:lstStyle/>
          <a:p>
            <a:pPr>
              <a:spcAft>
                <a:spcPts val="600"/>
              </a:spcAft>
              <a:buSzPct val="75000"/>
            </a:pPr>
            <a:r>
              <a:rPr lang="en-GB" sz="2000" dirty="0"/>
              <a:t>Bob guesses:		0 </a:t>
            </a:r>
            <a:r>
              <a:rPr lang="en-GB" sz="2000" dirty="0">
                <a:sym typeface="Wingdings" panose="05000000000000000000" pitchFamily="2" charset="2"/>
              </a:rPr>
              <a:t> 	Win!</a:t>
            </a:r>
          </a:p>
          <a:p>
            <a:pPr>
              <a:spcAft>
                <a:spcPts val="600"/>
              </a:spcAft>
              <a:buSzPct val="75000"/>
            </a:pPr>
            <a:r>
              <a:rPr lang="en-GB" sz="2000" dirty="0">
                <a:sym typeface="Wingdings" panose="05000000000000000000" pitchFamily="2" charset="2"/>
              </a:rPr>
              <a:t>			1  	Loss</a:t>
            </a:r>
            <a:endParaRPr lang="en-NL" sz="2000" dirty="0"/>
          </a:p>
        </p:txBody>
      </p:sp>
      <p:sp>
        <p:nvSpPr>
          <p:cNvPr id="5" name="Oval 4">
            <a:extLst>
              <a:ext uri="{FF2B5EF4-FFF2-40B4-BE49-F238E27FC236}">
                <a16:creationId xmlns:a16="http://schemas.microsoft.com/office/drawing/2014/main" id="{71110D9C-133D-945B-02A0-4798CBD77B40}"/>
              </a:ext>
            </a:extLst>
          </p:cNvPr>
          <p:cNvSpPr/>
          <p:nvPr/>
        </p:nvSpPr>
        <p:spPr>
          <a:xfrm>
            <a:off x="2031304" y="6429659"/>
            <a:ext cx="272848" cy="274320"/>
          </a:xfrm>
          <a:prstGeom prst="ellipse">
            <a:avLst/>
          </a:prstGeom>
          <a:noFill/>
          <a:ln w="38100" cap="flat" cmpd="sng" algn="ctr">
            <a:solidFill>
              <a:srgbClr val="FF0000"/>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4" name="Oval 23">
            <a:extLst>
              <a:ext uri="{FF2B5EF4-FFF2-40B4-BE49-F238E27FC236}">
                <a16:creationId xmlns:a16="http://schemas.microsoft.com/office/drawing/2014/main" id="{0E8D4EAA-A6B1-59EF-3A7B-68A6E51F0422}"/>
              </a:ext>
            </a:extLst>
          </p:cNvPr>
          <p:cNvSpPr/>
          <p:nvPr/>
        </p:nvSpPr>
        <p:spPr>
          <a:xfrm>
            <a:off x="7125921" y="5681458"/>
            <a:ext cx="272848" cy="274320"/>
          </a:xfrm>
          <a:prstGeom prst="ellipse">
            <a:avLst/>
          </a:prstGeom>
          <a:noFill/>
          <a:ln w="38100" cap="flat" cmpd="sng" algn="ctr">
            <a:solidFill>
              <a:srgbClr val="FF0000"/>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25" name="Arrow: Up-Down 24">
            <a:extLst>
              <a:ext uri="{FF2B5EF4-FFF2-40B4-BE49-F238E27FC236}">
                <a16:creationId xmlns:a16="http://schemas.microsoft.com/office/drawing/2014/main" id="{993A83B5-A4A4-6FD9-6C20-90075E2EF6E4}"/>
              </a:ext>
            </a:extLst>
          </p:cNvPr>
          <p:cNvSpPr/>
          <p:nvPr/>
        </p:nvSpPr>
        <p:spPr>
          <a:xfrm>
            <a:off x="6693303" y="4377416"/>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4" name="Arrow: Up-Down 3">
            <a:extLst>
              <a:ext uri="{FF2B5EF4-FFF2-40B4-BE49-F238E27FC236}">
                <a16:creationId xmlns:a16="http://schemas.microsoft.com/office/drawing/2014/main" id="{7C82FADA-E736-603F-26EB-506853243709}"/>
              </a:ext>
            </a:extLst>
          </p:cNvPr>
          <p:cNvSpPr/>
          <p:nvPr/>
        </p:nvSpPr>
        <p:spPr>
          <a:xfrm>
            <a:off x="1920444" y="5653529"/>
            <a:ext cx="240890" cy="604498"/>
          </a:xfrm>
          <a:prstGeom prst="upDownArrow">
            <a:avLst/>
          </a:prstGeom>
          <a:solidFill>
            <a:schemeClr val="tx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Tree>
    <p:extLst>
      <p:ext uri="{BB962C8B-B14F-4D97-AF65-F5344CB8AC3E}">
        <p14:creationId xmlns:p14="http://schemas.microsoft.com/office/powerpoint/2010/main" val="99652364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8F319E-141D-CF50-C365-CF7E693CB378}"/>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1AF0057-D688-F74B-99ED-33B3625F68B7}"/>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7</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B73A38D-3EF3-0D50-76DB-1407F168F57A}"/>
                  </a:ext>
                </a:extLst>
              </p:cNvPr>
              <p:cNvSpPr>
                <a:spLocks noGrp="1"/>
              </p:cNvSpPr>
              <p:nvPr>
                <p:ph type="body" sz="quarter" idx="20"/>
              </p:nvPr>
            </p:nvSpPr>
            <p:spPr/>
            <p:txBody>
              <a:bodyPr/>
              <a:lstStyle/>
              <a:p>
                <a:pPr marL="0" indent="0">
                  <a:buNone/>
                </a:pPr>
                <a:r>
                  <a:rPr lang="en-NL" b="1" dirty="0"/>
                  <a:t>[FIGURE 3 — placed here, before the counting paragraph]</a:t>
                </a:r>
                <a:r>
                  <a:rPr lang="en-NL" dirty="0"/>
                  <a:t> </a:t>
                </a:r>
                <a:r>
                  <a:rPr lang="en-NL" b="1" dirty="0"/>
                  <a:t>Caption:</a:t>
                </a:r>
                <a:r>
                  <a:rPr lang="en-NL" dirty="0"/>
                  <a:t> *Alice's encoding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m:t>
                    </m:r>
                  </m:oMath>
                </a14:m>
                <a:r>
                  <a:rPr lang="en-NL" dirty="0"/>
                  <a:t>: all sixteen boards arranged by number of ships (1, 4, 6, 4, 1). The bottom rows say 'hold', the top rows say 'shoot' — and the six tied boards in the middle belong to neither until a tie-break agreement assigns them.* </a:t>
                </a:r>
                <a:r>
                  <a:rPr lang="en-NL" b="1" dirty="0"/>
                  <a:t>Alt-text:</a:t>
                </a:r>
                <a:r>
                  <a:rPr lang="en-NL" dirty="0"/>
                  <a:t> Sixteen small </a:t>
                </a:r>
                <a:r>
                  <a:rPr lang="en-US" dirty="0"/>
                  <a:t>4-bit strings </a:t>
                </a:r>
                <a:r>
                  <a:rPr lang="en-NL" dirty="0"/>
                  <a:t>arranged by ship count: one board with no ships, four with one ship, six with two ships, four with three ships, one with four ships. The bottom two rows are tinted </a:t>
                </a:r>
                <a:r>
                  <a:rPr lang="en-US" dirty="0"/>
                  <a:t>red </a:t>
                </a:r>
                <a:r>
                  <a:rPr lang="en-NL" dirty="0"/>
                  <a:t>and labelled "send: hold"; the top two rows are tinted </a:t>
                </a:r>
                <a:r>
                  <a:rPr lang="en-US" dirty="0"/>
                  <a:t>blue</a:t>
                </a:r>
                <a:r>
                  <a:rPr lang="en-NL" dirty="0"/>
                  <a:t> and labelled "send: shoot"; the middle row of six boards is grey and labelled "tied — no majority".</a:t>
                </a:r>
              </a:p>
            </p:txBody>
          </p:sp>
        </mc:Choice>
        <mc:Fallback xmlns="">
          <p:sp>
            <p:nvSpPr>
              <p:cNvPr id="4" name="Text Placeholder 3">
                <a:extLst>
                  <a:ext uri="{FF2B5EF4-FFF2-40B4-BE49-F238E27FC236}">
                    <a16:creationId xmlns:a16="http://schemas.microsoft.com/office/drawing/2014/main" id="{2B73A38D-3EF3-0D50-76DB-1407F168F57A}"/>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988" r="-1348"/>
                </a:stretch>
              </a:blipFill>
            </p:spPr>
            <p:txBody>
              <a:bodyPr/>
              <a:lstStyle/>
              <a:p>
                <a:r>
                  <a:rPr lang="en-NL">
                    <a:noFill/>
                  </a:rPr>
                  <a:t> </a:t>
                </a:r>
              </a:p>
            </p:txBody>
          </p:sp>
        </mc:Fallback>
      </mc:AlternateContent>
      <p:sp>
        <p:nvSpPr>
          <p:cNvPr id="5" name="Title 4">
            <a:extLst>
              <a:ext uri="{FF2B5EF4-FFF2-40B4-BE49-F238E27FC236}">
                <a16:creationId xmlns:a16="http://schemas.microsoft.com/office/drawing/2014/main" id="{B356995D-E734-FA62-01FF-2C415FF6442F}"/>
              </a:ext>
            </a:extLst>
          </p:cNvPr>
          <p:cNvSpPr>
            <a:spLocks noGrp="1"/>
          </p:cNvSpPr>
          <p:nvPr>
            <p:ph type="title"/>
          </p:nvPr>
        </p:nvSpPr>
        <p:spPr/>
        <p:txBody>
          <a:bodyPr/>
          <a:lstStyle/>
          <a:p>
            <a:r>
              <a:rPr lang="en-GB" dirty="0"/>
              <a:t>Figure 3</a:t>
            </a:r>
            <a:endParaRPr lang="en-NL" dirty="0"/>
          </a:p>
        </p:txBody>
      </p:sp>
    </p:spTree>
    <p:extLst>
      <p:ext uri="{BB962C8B-B14F-4D97-AF65-F5344CB8AC3E}">
        <p14:creationId xmlns:p14="http://schemas.microsoft.com/office/powerpoint/2010/main" val="393432298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0D5725C-AF3C-CADB-DD75-5AF231C295C6}"/>
              </a:ext>
            </a:extLst>
          </p:cNvPr>
          <p:cNvGraphicFramePr>
            <a:graphicFrameLocks noGrp="1"/>
          </p:cNvGraphicFramePr>
          <p:nvPr>
            <p:extLst>
              <p:ext uri="{D42A27DB-BD31-4B8C-83A1-F6EECF244321}">
                <p14:modId xmlns:p14="http://schemas.microsoft.com/office/powerpoint/2010/main" val="197506205"/>
              </p:ext>
            </p:extLst>
          </p:nvPr>
        </p:nvGraphicFramePr>
        <p:xfrm>
          <a:off x="924232" y="2850377"/>
          <a:ext cx="85628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0828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7" name="Table 6">
            <a:extLst>
              <a:ext uri="{FF2B5EF4-FFF2-40B4-BE49-F238E27FC236}">
                <a16:creationId xmlns:a16="http://schemas.microsoft.com/office/drawing/2014/main" id="{77553F66-F712-D730-A86D-13CA0D9E77C3}"/>
              </a:ext>
            </a:extLst>
          </p:cNvPr>
          <p:cNvGraphicFramePr>
            <a:graphicFrameLocks noGrp="1"/>
          </p:cNvGraphicFramePr>
          <p:nvPr>
            <p:extLst>
              <p:ext uri="{D42A27DB-BD31-4B8C-83A1-F6EECF244321}">
                <p14:modId xmlns:p14="http://schemas.microsoft.com/office/powerpoint/2010/main" val="1417814082"/>
              </p:ext>
            </p:extLst>
          </p:nvPr>
        </p:nvGraphicFramePr>
        <p:xfrm>
          <a:off x="924232" y="3147201"/>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8" name="Table 7">
            <a:extLst>
              <a:ext uri="{FF2B5EF4-FFF2-40B4-BE49-F238E27FC236}">
                <a16:creationId xmlns:a16="http://schemas.microsoft.com/office/drawing/2014/main" id="{D541F4CE-B0FC-EE3A-C36A-FEE97B10335B}"/>
              </a:ext>
            </a:extLst>
          </p:cNvPr>
          <p:cNvGraphicFramePr>
            <a:graphicFrameLocks noGrp="1"/>
          </p:cNvGraphicFramePr>
          <p:nvPr>
            <p:extLst>
              <p:ext uri="{D42A27DB-BD31-4B8C-83A1-F6EECF244321}">
                <p14:modId xmlns:p14="http://schemas.microsoft.com/office/powerpoint/2010/main" val="966121776"/>
              </p:ext>
            </p:extLst>
          </p:nvPr>
        </p:nvGraphicFramePr>
        <p:xfrm>
          <a:off x="924232" y="3394865"/>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9" name="Table 8">
            <a:extLst>
              <a:ext uri="{FF2B5EF4-FFF2-40B4-BE49-F238E27FC236}">
                <a16:creationId xmlns:a16="http://schemas.microsoft.com/office/drawing/2014/main" id="{386C95D9-9A54-896D-1153-EE91C1DA37CE}"/>
              </a:ext>
            </a:extLst>
          </p:cNvPr>
          <p:cNvGraphicFramePr>
            <a:graphicFrameLocks noGrp="1"/>
          </p:cNvGraphicFramePr>
          <p:nvPr>
            <p:extLst>
              <p:ext uri="{D42A27DB-BD31-4B8C-83A1-F6EECF244321}">
                <p14:modId xmlns:p14="http://schemas.microsoft.com/office/powerpoint/2010/main" val="3068181485"/>
              </p:ext>
            </p:extLst>
          </p:nvPr>
        </p:nvGraphicFramePr>
        <p:xfrm>
          <a:off x="923054" y="3642529"/>
          <a:ext cx="863999" cy="274320"/>
        </p:xfrm>
        <a:graphic>
          <a:graphicData uri="http://schemas.openxmlformats.org/drawingml/2006/table">
            <a:tbl>
              <a:tblPr firstRow="1" bandRow="1">
                <a:tableStyleId>{5940675A-B579-460E-94D1-54222C63F5DA}</a:tableStyleId>
              </a:tblPr>
              <a:tblGrid>
                <a:gridCol w="212327">
                  <a:extLst>
                    <a:ext uri="{9D8B030D-6E8A-4147-A177-3AD203B41FA5}">
                      <a16:colId xmlns:a16="http://schemas.microsoft.com/office/drawing/2014/main" val="3251467049"/>
                    </a:ext>
                  </a:extLst>
                </a:gridCol>
                <a:gridCol w="217170">
                  <a:extLst>
                    <a:ext uri="{9D8B030D-6E8A-4147-A177-3AD203B41FA5}">
                      <a16:colId xmlns:a16="http://schemas.microsoft.com/office/drawing/2014/main" val="1022413958"/>
                    </a:ext>
                  </a:extLst>
                </a:gridCol>
                <a:gridCol w="228038">
                  <a:extLst>
                    <a:ext uri="{9D8B030D-6E8A-4147-A177-3AD203B41FA5}">
                      <a16:colId xmlns:a16="http://schemas.microsoft.com/office/drawing/2014/main" val="3264569812"/>
                    </a:ext>
                  </a:extLst>
                </a:gridCol>
                <a:gridCol w="206464">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1</a:t>
                      </a:r>
                      <a:endParaRPr lang="en-NL" sz="12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0</a:t>
                      </a:r>
                      <a:endParaRPr lang="en-NL" sz="12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marL="83127" marR="8312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0" name="Table 9">
            <a:extLst>
              <a:ext uri="{FF2B5EF4-FFF2-40B4-BE49-F238E27FC236}">
                <a16:creationId xmlns:a16="http://schemas.microsoft.com/office/drawing/2014/main" id="{F4D43140-03E0-7BCF-A105-7B6B63233731}"/>
              </a:ext>
            </a:extLst>
          </p:cNvPr>
          <p:cNvGraphicFramePr>
            <a:graphicFrameLocks noGrp="1"/>
          </p:cNvGraphicFramePr>
          <p:nvPr>
            <p:extLst>
              <p:ext uri="{D42A27DB-BD31-4B8C-83A1-F6EECF244321}">
                <p14:modId xmlns:p14="http://schemas.microsoft.com/office/powerpoint/2010/main" val="2177908943"/>
              </p:ext>
            </p:extLst>
          </p:nvPr>
        </p:nvGraphicFramePr>
        <p:xfrm>
          <a:off x="924232" y="3890193"/>
          <a:ext cx="864000" cy="27432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251467049"/>
                    </a:ext>
                  </a:extLst>
                </a:gridCol>
                <a:gridCol w="22372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973167946"/>
                  </a:ext>
                </a:extLst>
              </a:tr>
            </a:tbl>
          </a:graphicData>
        </a:graphic>
      </p:graphicFrame>
      <p:graphicFrame>
        <p:nvGraphicFramePr>
          <p:cNvPr id="11" name="Table 10">
            <a:extLst>
              <a:ext uri="{FF2B5EF4-FFF2-40B4-BE49-F238E27FC236}">
                <a16:creationId xmlns:a16="http://schemas.microsoft.com/office/drawing/2014/main" id="{A5D439D6-FA43-AEFE-04EC-54F0ADF60885}"/>
              </a:ext>
            </a:extLst>
          </p:cNvPr>
          <p:cNvGraphicFramePr>
            <a:graphicFrameLocks noGrp="1"/>
          </p:cNvGraphicFramePr>
          <p:nvPr>
            <p:extLst>
              <p:ext uri="{D42A27DB-BD31-4B8C-83A1-F6EECF244321}">
                <p14:modId xmlns:p14="http://schemas.microsoft.com/office/powerpoint/2010/main" val="2923957282"/>
              </p:ext>
            </p:extLst>
          </p:nvPr>
        </p:nvGraphicFramePr>
        <p:xfrm>
          <a:off x="924232" y="4187017"/>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2" name="Table 11">
            <a:extLst>
              <a:ext uri="{FF2B5EF4-FFF2-40B4-BE49-F238E27FC236}">
                <a16:creationId xmlns:a16="http://schemas.microsoft.com/office/drawing/2014/main" id="{EDC4EE39-0FDD-A3B6-2DAE-C73E3BACA303}"/>
              </a:ext>
            </a:extLst>
          </p:cNvPr>
          <p:cNvGraphicFramePr>
            <a:graphicFrameLocks noGrp="1"/>
          </p:cNvGraphicFramePr>
          <p:nvPr>
            <p:extLst>
              <p:ext uri="{D42A27DB-BD31-4B8C-83A1-F6EECF244321}">
                <p14:modId xmlns:p14="http://schemas.microsoft.com/office/powerpoint/2010/main" val="1248644057"/>
              </p:ext>
            </p:extLst>
          </p:nvPr>
        </p:nvGraphicFramePr>
        <p:xfrm>
          <a:off x="924232" y="4434681"/>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3" name="Table 12">
            <a:extLst>
              <a:ext uri="{FF2B5EF4-FFF2-40B4-BE49-F238E27FC236}">
                <a16:creationId xmlns:a16="http://schemas.microsoft.com/office/drawing/2014/main" id="{15D50BD2-C803-3008-5987-41E3DA6E8B4B}"/>
              </a:ext>
            </a:extLst>
          </p:cNvPr>
          <p:cNvGraphicFramePr>
            <a:graphicFrameLocks noGrp="1"/>
          </p:cNvGraphicFramePr>
          <p:nvPr>
            <p:extLst>
              <p:ext uri="{D42A27DB-BD31-4B8C-83A1-F6EECF244321}">
                <p14:modId xmlns:p14="http://schemas.microsoft.com/office/powerpoint/2010/main" val="605489547"/>
              </p:ext>
            </p:extLst>
          </p:nvPr>
        </p:nvGraphicFramePr>
        <p:xfrm>
          <a:off x="924232" y="4682345"/>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4" name="Table 13">
            <a:extLst>
              <a:ext uri="{FF2B5EF4-FFF2-40B4-BE49-F238E27FC236}">
                <a16:creationId xmlns:a16="http://schemas.microsoft.com/office/drawing/2014/main" id="{4E999BCE-9937-96A4-AF88-60E52BEA3087}"/>
              </a:ext>
            </a:extLst>
          </p:cNvPr>
          <p:cNvGraphicFramePr>
            <a:graphicFrameLocks noGrp="1"/>
          </p:cNvGraphicFramePr>
          <p:nvPr>
            <p:extLst>
              <p:ext uri="{D42A27DB-BD31-4B8C-83A1-F6EECF244321}">
                <p14:modId xmlns:p14="http://schemas.microsoft.com/office/powerpoint/2010/main" val="364386786"/>
              </p:ext>
            </p:extLst>
          </p:nvPr>
        </p:nvGraphicFramePr>
        <p:xfrm>
          <a:off x="924232" y="4930009"/>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5" name="Table 14">
            <a:extLst>
              <a:ext uri="{FF2B5EF4-FFF2-40B4-BE49-F238E27FC236}">
                <a16:creationId xmlns:a16="http://schemas.microsoft.com/office/drawing/2014/main" id="{A8EC1DE2-04BF-06BD-F9FB-47BE4B406052}"/>
              </a:ext>
            </a:extLst>
          </p:cNvPr>
          <p:cNvGraphicFramePr>
            <a:graphicFrameLocks noGrp="1"/>
          </p:cNvGraphicFramePr>
          <p:nvPr>
            <p:extLst>
              <p:ext uri="{D42A27DB-BD31-4B8C-83A1-F6EECF244321}">
                <p14:modId xmlns:p14="http://schemas.microsoft.com/office/powerpoint/2010/main" val="2489342990"/>
              </p:ext>
            </p:extLst>
          </p:nvPr>
        </p:nvGraphicFramePr>
        <p:xfrm>
          <a:off x="924232" y="5177673"/>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6" name="Table 15">
            <a:extLst>
              <a:ext uri="{FF2B5EF4-FFF2-40B4-BE49-F238E27FC236}">
                <a16:creationId xmlns:a16="http://schemas.microsoft.com/office/drawing/2014/main" id="{1A8A7333-9DEC-2AA3-B8CB-5C13B5E05834}"/>
              </a:ext>
            </a:extLst>
          </p:cNvPr>
          <p:cNvGraphicFramePr>
            <a:graphicFrameLocks noGrp="1"/>
          </p:cNvGraphicFramePr>
          <p:nvPr>
            <p:extLst>
              <p:ext uri="{D42A27DB-BD31-4B8C-83A1-F6EECF244321}">
                <p14:modId xmlns:p14="http://schemas.microsoft.com/office/powerpoint/2010/main" val="3302269964"/>
              </p:ext>
            </p:extLst>
          </p:nvPr>
        </p:nvGraphicFramePr>
        <p:xfrm>
          <a:off x="924232" y="5425337"/>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0</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a:r>
                        <a:rPr lang="en-GB" sz="1200" dirty="0"/>
                        <a:t>1</a:t>
                      </a:r>
                      <a:endParaRPr lang="en-NL"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3167946"/>
                  </a:ext>
                </a:extLst>
              </a:tr>
            </a:tbl>
          </a:graphicData>
        </a:graphic>
      </p:graphicFrame>
      <p:graphicFrame>
        <p:nvGraphicFramePr>
          <p:cNvPr id="17" name="Table 16">
            <a:extLst>
              <a:ext uri="{FF2B5EF4-FFF2-40B4-BE49-F238E27FC236}">
                <a16:creationId xmlns:a16="http://schemas.microsoft.com/office/drawing/2014/main" id="{139E9FEB-5999-2BC7-1275-067B5D442414}"/>
              </a:ext>
            </a:extLst>
          </p:cNvPr>
          <p:cNvGraphicFramePr>
            <a:graphicFrameLocks noGrp="1"/>
          </p:cNvGraphicFramePr>
          <p:nvPr>
            <p:extLst>
              <p:ext uri="{D42A27DB-BD31-4B8C-83A1-F6EECF244321}">
                <p14:modId xmlns:p14="http://schemas.microsoft.com/office/powerpoint/2010/main" val="1768246185"/>
              </p:ext>
            </p:extLst>
          </p:nvPr>
        </p:nvGraphicFramePr>
        <p:xfrm>
          <a:off x="924232" y="5722161"/>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18" name="Table 17">
            <a:extLst>
              <a:ext uri="{FF2B5EF4-FFF2-40B4-BE49-F238E27FC236}">
                <a16:creationId xmlns:a16="http://schemas.microsoft.com/office/drawing/2014/main" id="{EFA3D599-C5F5-0A68-1B52-6585463FE95E}"/>
              </a:ext>
            </a:extLst>
          </p:cNvPr>
          <p:cNvGraphicFramePr>
            <a:graphicFrameLocks noGrp="1"/>
          </p:cNvGraphicFramePr>
          <p:nvPr>
            <p:extLst>
              <p:ext uri="{D42A27DB-BD31-4B8C-83A1-F6EECF244321}">
                <p14:modId xmlns:p14="http://schemas.microsoft.com/office/powerpoint/2010/main" val="989991407"/>
              </p:ext>
            </p:extLst>
          </p:nvPr>
        </p:nvGraphicFramePr>
        <p:xfrm>
          <a:off x="924232" y="5969825"/>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19" name="Table 18">
            <a:extLst>
              <a:ext uri="{FF2B5EF4-FFF2-40B4-BE49-F238E27FC236}">
                <a16:creationId xmlns:a16="http://schemas.microsoft.com/office/drawing/2014/main" id="{45904872-B182-A3DB-E7FE-5F2C7F5D8A43}"/>
              </a:ext>
            </a:extLst>
          </p:cNvPr>
          <p:cNvGraphicFramePr>
            <a:graphicFrameLocks noGrp="1"/>
          </p:cNvGraphicFramePr>
          <p:nvPr>
            <p:extLst>
              <p:ext uri="{D42A27DB-BD31-4B8C-83A1-F6EECF244321}">
                <p14:modId xmlns:p14="http://schemas.microsoft.com/office/powerpoint/2010/main" val="2078663541"/>
              </p:ext>
            </p:extLst>
          </p:nvPr>
        </p:nvGraphicFramePr>
        <p:xfrm>
          <a:off x="924232" y="6217489"/>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20" name="Table 19">
            <a:extLst>
              <a:ext uri="{FF2B5EF4-FFF2-40B4-BE49-F238E27FC236}">
                <a16:creationId xmlns:a16="http://schemas.microsoft.com/office/drawing/2014/main" id="{DF0FBCFD-BAD3-FB9D-26EF-BDBAEF088C3D}"/>
              </a:ext>
            </a:extLst>
          </p:cNvPr>
          <p:cNvGraphicFramePr>
            <a:graphicFrameLocks noGrp="1"/>
          </p:cNvGraphicFramePr>
          <p:nvPr>
            <p:extLst>
              <p:ext uri="{D42A27DB-BD31-4B8C-83A1-F6EECF244321}">
                <p14:modId xmlns:p14="http://schemas.microsoft.com/office/powerpoint/2010/main" val="1030498580"/>
              </p:ext>
            </p:extLst>
          </p:nvPr>
        </p:nvGraphicFramePr>
        <p:xfrm>
          <a:off x="924232" y="6465153"/>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1</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graphicFrame>
        <p:nvGraphicFramePr>
          <p:cNvPr id="21" name="Table 20">
            <a:extLst>
              <a:ext uri="{FF2B5EF4-FFF2-40B4-BE49-F238E27FC236}">
                <a16:creationId xmlns:a16="http://schemas.microsoft.com/office/drawing/2014/main" id="{2B199C55-B234-A74E-90C8-8348C1A2D82D}"/>
              </a:ext>
            </a:extLst>
          </p:cNvPr>
          <p:cNvGraphicFramePr>
            <a:graphicFrameLocks noGrp="1"/>
          </p:cNvGraphicFramePr>
          <p:nvPr>
            <p:extLst>
              <p:ext uri="{D42A27DB-BD31-4B8C-83A1-F6EECF244321}">
                <p14:modId xmlns:p14="http://schemas.microsoft.com/office/powerpoint/2010/main" val="1012825053"/>
              </p:ext>
            </p:extLst>
          </p:nvPr>
        </p:nvGraphicFramePr>
        <p:xfrm>
          <a:off x="924232" y="6761972"/>
          <a:ext cx="864000" cy="27432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val="3251467049"/>
                    </a:ext>
                  </a:extLst>
                </a:gridCol>
                <a:gridCol w="216000">
                  <a:extLst>
                    <a:ext uri="{9D8B030D-6E8A-4147-A177-3AD203B41FA5}">
                      <a16:colId xmlns:a16="http://schemas.microsoft.com/office/drawing/2014/main" val="1022413958"/>
                    </a:ext>
                  </a:extLst>
                </a:gridCol>
                <a:gridCol w="216000">
                  <a:extLst>
                    <a:ext uri="{9D8B030D-6E8A-4147-A177-3AD203B41FA5}">
                      <a16:colId xmlns:a16="http://schemas.microsoft.com/office/drawing/2014/main" val="3264569812"/>
                    </a:ext>
                  </a:extLst>
                </a:gridCol>
                <a:gridCol w="216000">
                  <a:extLst>
                    <a:ext uri="{9D8B030D-6E8A-4147-A177-3AD203B41FA5}">
                      <a16:colId xmlns:a16="http://schemas.microsoft.com/office/drawing/2014/main" val="2049397774"/>
                    </a:ext>
                  </a:extLst>
                </a:gridCol>
              </a:tblGrid>
              <a:tr h="216000">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GB" sz="1200" dirty="0">
                          <a:solidFill>
                            <a:schemeClr val="bg1"/>
                          </a:solidFill>
                        </a:rPr>
                        <a:t>0</a:t>
                      </a:r>
                      <a:endParaRPr lang="en-NL"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973167946"/>
                  </a:ext>
                </a:extLst>
              </a:tr>
            </a:tbl>
          </a:graphicData>
        </a:graphic>
      </p:graphicFrame>
      <p:sp>
        <p:nvSpPr>
          <p:cNvPr id="23" name="Right Brace 22">
            <a:extLst>
              <a:ext uri="{FF2B5EF4-FFF2-40B4-BE49-F238E27FC236}">
                <a16:creationId xmlns:a16="http://schemas.microsoft.com/office/drawing/2014/main" id="{50C2E583-1A27-8C34-00C5-7CB6E52C42F3}"/>
              </a:ext>
            </a:extLst>
          </p:cNvPr>
          <p:cNvSpPr/>
          <p:nvPr/>
        </p:nvSpPr>
        <p:spPr>
          <a:xfrm>
            <a:off x="1837393" y="2850377"/>
            <a:ext cx="45719" cy="216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sz="1600">
              <a:solidFill>
                <a:sysClr val="windowText" lastClr="000000"/>
              </a:solidFill>
            </a:endParaRPr>
          </a:p>
        </p:txBody>
      </p:sp>
      <p:sp>
        <p:nvSpPr>
          <p:cNvPr id="25" name="Right Brace 24">
            <a:extLst>
              <a:ext uri="{FF2B5EF4-FFF2-40B4-BE49-F238E27FC236}">
                <a16:creationId xmlns:a16="http://schemas.microsoft.com/office/drawing/2014/main" id="{31F06EBE-44E9-2F63-8515-C2001A529AE4}"/>
              </a:ext>
            </a:extLst>
          </p:cNvPr>
          <p:cNvSpPr/>
          <p:nvPr/>
        </p:nvSpPr>
        <p:spPr>
          <a:xfrm>
            <a:off x="1837393" y="3150939"/>
            <a:ext cx="45719" cy="95525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sz="1600">
              <a:solidFill>
                <a:sysClr val="windowText" lastClr="000000"/>
              </a:solidFill>
            </a:endParaRPr>
          </a:p>
        </p:txBody>
      </p:sp>
      <p:sp>
        <p:nvSpPr>
          <p:cNvPr id="26" name="Right Brace 25">
            <a:extLst>
              <a:ext uri="{FF2B5EF4-FFF2-40B4-BE49-F238E27FC236}">
                <a16:creationId xmlns:a16="http://schemas.microsoft.com/office/drawing/2014/main" id="{39D73D2C-60F0-3C2D-73A7-B5813DF244E3}"/>
              </a:ext>
            </a:extLst>
          </p:cNvPr>
          <p:cNvSpPr/>
          <p:nvPr/>
        </p:nvSpPr>
        <p:spPr>
          <a:xfrm>
            <a:off x="1837393" y="6761972"/>
            <a:ext cx="45719" cy="216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sz="1600">
              <a:solidFill>
                <a:sysClr val="windowText" lastClr="000000"/>
              </a:solidFill>
            </a:endParaRPr>
          </a:p>
        </p:txBody>
      </p:sp>
      <p:sp>
        <p:nvSpPr>
          <p:cNvPr id="27" name="Right Brace 26">
            <a:extLst>
              <a:ext uri="{FF2B5EF4-FFF2-40B4-BE49-F238E27FC236}">
                <a16:creationId xmlns:a16="http://schemas.microsoft.com/office/drawing/2014/main" id="{9C9CD67A-A371-D10E-8B34-F3DFF43DD652}"/>
              </a:ext>
            </a:extLst>
          </p:cNvPr>
          <p:cNvSpPr/>
          <p:nvPr/>
        </p:nvSpPr>
        <p:spPr>
          <a:xfrm>
            <a:off x="1837393" y="5761492"/>
            <a:ext cx="45719" cy="95525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sz="1600">
              <a:solidFill>
                <a:sysClr val="windowText" lastClr="000000"/>
              </a:solidFill>
            </a:endParaRPr>
          </a:p>
        </p:txBody>
      </p:sp>
      <p:sp>
        <p:nvSpPr>
          <p:cNvPr id="28" name="Right Brace 27">
            <a:extLst>
              <a:ext uri="{FF2B5EF4-FFF2-40B4-BE49-F238E27FC236}">
                <a16:creationId xmlns:a16="http://schemas.microsoft.com/office/drawing/2014/main" id="{86D03F12-B69D-BE76-2A0F-ECE715FDA984}"/>
              </a:ext>
            </a:extLst>
          </p:cNvPr>
          <p:cNvSpPr/>
          <p:nvPr/>
        </p:nvSpPr>
        <p:spPr>
          <a:xfrm>
            <a:off x="1837393" y="4192439"/>
            <a:ext cx="69345" cy="144889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sz="1600">
              <a:solidFill>
                <a:sysClr val="windowText" lastClr="000000"/>
              </a:solidFill>
            </a:endParaRPr>
          </a:p>
        </p:txBody>
      </p:sp>
      <p:sp>
        <p:nvSpPr>
          <p:cNvPr id="29" name="TextBox 28">
            <a:extLst>
              <a:ext uri="{FF2B5EF4-FFF2-40B4-BE49-F238E27FC236}">
                <a16:creationId xmlns:a16="http://schemas.microsoft.com/office/drawing/2014/main" id="{64B04867-0FB2-8CF7-0887-631561DCC284}"/>
              </a:ext>
            </a:extLst>
          </p:cNvPr>
          <p:cNvSpPr txBox="1"/>
          <p:nvPr/>
        </p:nvSpPr>
        <p:spPr>
          <a:xfrm>
            <a:off x="2015490" y="2719876"/>
            <a:ext cx="6586908" cy="586957"/>
          </a:xfrm>
          <a:prstGeom prst="rect">
            <a:avLst/>
          </a:prstGeom>
          <a:noFill/>
          <a:ln>
            <a:noFill/>
          </a:ln>
        </p:spPr>
        <p:txBody>
          <a:bodyPr wrap="square" lIns="90000" tIns="46800" rIns="90000" bIns="46800" rtlCol="0">
            <a:spAutoFit/>
          </a:bodyPr>
          <a:lstStyle/>
          <a:p>
            <a:pPr>
              <a:buSzPct val="75000"/>
            </a:pPr>
            <a:r>
              <a:rPr lang="en-GB" sz="1600" dirty="0"/>
              <a:t>4 ships. Alice sends 1. Bob success rate: 100%. Occurrence: 1/16. </a:t>
            </a:r>
          </a:p>
          <a:p>
            <a:pPr>
              <a:buSzPct val="75000"/>
            </a:pPr>
            <a:r>
              <a:rPr lang="en-GB" sz="1600" dirty="0"/>
              <a:t>Hamming weight 4</a:t>
            </a:r>
            <a:endParaRPr lang="en-NL" sz="1600" dirty="0"/>
          </a:p>
        </p:txBody>
      </p:sp>
      <p:sp>
        <p:nvSpPr>
          <p:cNvPr id="30" name="TextBox 29">
            <a:extLst>
              <a:ext uri="{FF2B5EF4-FFF2-40B4-BE49-F238E27FC236}">
                <a16:creationId xmlns:a16="http://schemas.microsoft.com/office/drawing/2014/main" id="{E2C08D37-2DEF-3B4F-A121-AC1DF325625D}"/>
              </a:ext>
            </a:extLst>
          </p:cNvPr>
          <p:cNvSpPr txBox="1"/>
          <p:nvPr/>
        </p:nvSpPr>
        <p:spPr>
          <a:xfrm>
            <a:off x="2015490" y="3350231"/>
            <a:ext cx="6586908" cy="586957"/>
          </a:xfrm>
          <a:prstGeom prst="rect">
            <a:avLst/>
          </a:prstGeom>
          <a:noFill/>
          <a:ln>
            <a:noFill/>
          </a:ln>
        </p:spPr>
        <p:txBody>
          <a:bodyPr wrap="square" lIns="90000" tIns="46800" rIns="90000" bIns="46800" rtlCol="0">
            <a:spAutoFit/>
          </a:bodyPr>
          <a:lstStyle/>
          <a:p>
            <a:pPr>
              <a:buSzPct val="75000"/>
            </a:pPr>
            <a:r>
              <a:rPr lang="en-GB" sz="1600" dirty="0"/>
              <a:t>3 ships. Alice sends 1. Bob success rate: 75%. Occurrence: 4/16</a:t>
            </a:r>
          </a:p>
          <a:p>
            <a:pPr>
              <a:buSzPct val="75000"/>
            </a:pPr>
            <a:r>
              <a:rPr lang="en-GB" sz="1600" dirty="0"/>
              <a:t>Hamming weight 3</a:t>
            </a:r>
            <a:endParaRPr lang="en-NL" sz="1600" dirty="0"/>
          </a:p>
        </p:txBody>
      </p:sp>
      <p:sp>
        <p:nvSpPr>
          <p:cNvPr id="31" name="TextBox 30">
            <a:extLst>
              <a:ext uri="{FF2B5EF4-FFF2-40B4-BE49-F238E27FC236}">
                <a16:creationId xmlns:a16="http://schemas.microsoft.com/office/drawing/2014/main" id="{9F6FBC71-7BBD-6C0D-CA61-4E5335DA235C}"/>
              </a:ext>
            </a:extLst>
          </p:cNvPr>
          <p:cNvSpPr txBox="1"/>
          <p:nvPr/>
        </p:nvSpPr>
        <p:spPr>
          <a:xfrm>
            <a:off x="2015490" y="4632183"/>
            <a:ext cx="6586908" cy="586957"/>
          </a:xfrm>
          <a:prstGeom prst="rect">
            <a:avLst/>
          </a:prstGeom>
          <a:noFill/>
          <a:ln>
            <a:noFill/>
          </a:ln>
        </p:spPr>
        <p:txBody>
          <a:bodyPr wrap="square" lIns="90000" tIns="46800" rIns="90000" bIns="46800" rtlCol="0">
            <a:spAutoFit/>
          </a:bodyPr>
          <a:lstStyle/>
          <a:p>
            <a:pPr>
              <a:buSzPct val="75000"/>
            </a:pPr>
            <a:r>
              <a:rPr lang="en-GB" sz="1600" dirty="0"/>
              <a:t>2 ships. Alice sends ?. Bob success rate: 50%. Occurrence: 6/16</a:t>
            </a:r>
          </a:p>
          <a:p>
            <a:pPr>
              <a:buSzPct val="75000"/>
            </a:pPr>
            <a:r>
              <a:rPr lang="en-GB" sz="1600" dirty="0"/>
              <a:t>Hamming weight 2</a:t>
            </a:r>
            <a:endParaRPr lang="en-NL" sz="1600" dirty="0"/>
          </a:p>
        </p:txBody>
      </p:sp>
      <p:sp>
        <p:nvSpPr>
          <p:cNvPr id="32" name="TextBox 31">
            <a:extLst>
              <a:ext uri="{FF2B5EF4-FFF2-40B4-BE49-F238E27FC236}">
                <a16:creationId xmlns:a16="http://schemas.microsoft.com/office/drawing/2014/main" id="{1F823A13-DFA8-C1FC-26B2-21AB1E18C63E}"/>
              </a:ext>
            </a:extLst>
          </p:cNvPr>
          <p:cNvSpPr txBox="1"/>
          <p:nvPr/>
        </p:nvSpPr>
        <p:spPr>
          <a:xfrm>
            <a:off x="2015490" y="5945640"/>
            <a:ext cx="6586908" cy="586957"/>
          </a:xfrm>
          <a:prstGeom prst="rect">
            <a:avLst/>
          </a:prstGeom>
          <a:noFill/>
          <a:ln>
            <a:noFill/>
          </a:ln>
        </p:spPr>
        <p:txBody>
          <a:bodyPr wrap="square" lIns="90000" tIns="46800" rIns="90000" bIns="46800" rtlCol="0">
            <a:spAutoFit/>
          </a:bodyPr>
          <a:lstStyle/>
          <a:p>
            <a:pPr>
              <a:buSzPct val="75000"/>
            </a:pPr>
            <a:r>
              <a:rPr lang="en-GB" sz="1600" dirty="0"/>
              <a:t>1 ship.  Alice sends 0. Bob success rate: 75%. Occurrence: 4/16</a:t>
            </a:r>
          </a:p>
          <a:p>
            <a:pPr>
              <a:buSzPct val="75000"/>
            </a:pPr>
            <a:r>
              <a:rPr lang="en-GB" sz="1600" dirty="0"/>
              <a:t>Hamming weight 1</a:t>
            </a:r>
            <a:endParaRPr lang="en-NL" sz="1600" dirty="0"/>
          </a:p>
        </p:txBody>
      </p:sp>
      <p:sp>
        <p:nvSpPr>
          <p:cNvPr id="33" name="TextBox 32">
            <a:extLst>
              <a:ext uri="{FF2B5EF4-FFF2-40B4-BE49-F238E27FC236}">
                <a16:creationId xmlns:a16="http://schemas.microsoft.com/office/drawing/2014/main" id="{AC963CBD-DD51-21EB-FA24-6F007E03F6D8}"/>
              </a:ext>
            </a:extLst>
          </p:cNvPr>
          <p:cNvSpPr txBox="1"/>
          <p:nvPr/>
        </p:nvSpPr>
        <p:spPr>
          <a:xfrm>
            <a:off x="2015490" y="6532597"/>
            <a:ext cx="6586908" cy="586957"/>
          </a:xfrm>
          <a:prstGeom prst="rect">
            <a:avLst/>
          </a:prstGeom>
          <a:noFill/>
          <a:ln>
            <a:noFill/>
          </a:ln>
        </p:spPr>
        <p:txBody>
          <a:bodyPr wrap="square" lIns="90000" tIns="46800" rIns="90000" bIns="46800" rtlCol="0">
            <a:spAutoFit/>
          </a:bodyPr>
          <a:lstStyle/>
          <a:p>
            <a:pPr>
              <a:buSzPct val="75000"/>
            </a:pPr>
            <a:r>
              <a:rPr lang="en-GB" sz="1600" dirty="0"/>
              <a:t>0 ships.  Alice sends 0. Bob success rate: 100%. Occurrence: 1/16</a:t>
            </a:r>
          </a:p>
          <a:p>
            <a:pPr>
              <a:buSzPct val="75000"/>
            </a:pPr>
            <a:r>
              <a:rPr lang="en-GB" sz="1600" dirty="0"/>
              <a:t>Hamming weight 0</a:t>
            </a:r>
            <a:endParaRPr lang="en-NL" sz="1600" dirty="0"/>
          </a:p>
        </p:txBody>
      </p:sp>
      <p:sp>
        <p:nvSpPr>
          <p:cNvPr id="34" name="TextBox 33">
            <a:extLst>
              <a:ext uri="{FF2B5EF4-FFF2-40B4-BE49-F238E27FC236}">
                <a16:creationId xmlns:a16="http://schemas.microsoft.com/office/drawing/2014/main" id="{FEE8F5FA-3363-36C3-565A-5AF5D9E8D67B}"/>
              </a:ext>
            </a:extLst>
          </p:cNvPr>
          <p:cNvSpPr txBox="1"/>
          <p:nvPr/>
        </p:nvSpPr>
        <p:spPr>
          <a:xfrm>
            <a:off x="817124" y="2174959"/>
            <a:ext cx="7521396" cy="340735"/>
          </a:xfrm>
          <a:prstGeom prst="rect">
            <a:avLst/>
          </a:prstGeom>
          <a:noFill/>
          <a:ln>
            <a:noFill/>
          </a:ln>
        </p:spPr>
        <p:txBody>
          <a:bodyPr wrap="none" lIns="90000" tIns="46800" rIns="90000" bIns="46800" rtlCol="0">
            <a:spAutoFit/>
          </a:bodyPr>
          <a:lstStyle/>
          <a:p>
            <a:pPr>
              <a:spcAft>
                <a:spcPts val="600"/>
              </a:spcAft>
              <a:buSzPct val="75000"/>
            </a:pPr>
            <a:r>
              <a:rPr lang="en-GB" sz="1600" b="1" dirty="0"/>
              <a:t>Majority strategy</a:t>
            </a:r>
            <a:r>
              <a:rPr lang="en-GB" sz="1600" dirty="0"/>
              <a:t>: Alice sends the majority value, and Bob guesses whatever Alice sends</a:t>
            </a:r>
            <a:endParaRPr lang="en-NL" sz="1600" dirty="0"/>
          </a:p>
        </p:txBody>
      </p:sp>
    </p:spTree>
    <p:extLst>
      <p:ext uri="{BB962C8B-B14F-4D97-AF65-F5344CB8AC3E}">
        <p14:creationId xmlns:p14="http://schemas.microsoft.com/office/powerpoint/2010/main" val="180636886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5C1A4E-C75D-6DA0-08E4-69B276C81AA0}"/>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15CB7561-A87E-6343-28A3-CC4225756A51}"/>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9</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B94FECC-56DD-485A-82A5-C07464A6F985}"/>
                  </a:ext>
                </a:extLst>
              </p:cNvPr>
              <p:cNvSpPr>
                <a:spLocks noGrp="1"/>
              </p:cNvSpPr>
              <p:nvPr>
                <p:ph type="body" sz="quarter" idx="20"/>
              </p:nvPr>
            </p:nvSpPr>
            <p:spPr/>
            <p:txBody>
              <a:bodyPr/>
              <a:lstStyle/>
              <a:p>
                <a:pPr marL="0" indent="0">
                  <a:buNone/>
                </a:pPr>
                <a:r>
                  <a:rPr lang="en-NL" b="1" dirty="0"/>
                  <a:t>[FIGURE 4 — the table, rendered as an image for Medium; placed here]</a:t>
                </a:r>
                <a:r>
                  <a:rPr lang="en-NL" dirty="0"/>
                  <a:t> </a:t>
                </a:r>
                <a:r>
                  <a:rPr lang="en-NL" b="1" dirty="0"/>
                  <a:t>Caption:</a:t>
                </a:r>
                <a:r>
                  <a:rPr lang="en-NL" dirty="0"/>
                  <a:t> *Three tie-break agreements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m:t>
                    </m:r>
                  </m:oMath>
                </a14:m>
                <a:r>
                  <a:rPr lang="en-NL" dirty="0"/>
                  <a:t>. Every information measure falls down the ladder; the win rate does not move.* </a:t>
                </a:r>
                <a:r>
                  <a:rPr lang="en-NL" b="1" dirty="0"/>
                  <a:t>Alt-text:</a:t>
                </a:r>
                <a:r>
                  <a:rPr lang="en-NL" dirty="0"/>
                  <a:t> A table with three rows and four columns. Row 1: copy cell 1 — 1.000 bits about the board, 0.148 bits about Bob's cell, win rate 11/16. Row 2: always 'shoot' — 0.896 bits, 0.124 bits, win rate 11/16. Row 3: flip a coin — 0.625 bits, 0.104 bits, win rate 11/16. The win-rate column is highlighted to emphasise that it is identical in all three rows.</a:t>
                </a:r>
              </a:p>
            </p:txBody>
          </p:sp>
        </mc:Choice>
        <mc:Fallback xmlns="">
          <p:sp>
            <p:nvSpPr>
              <p:cNvPr id="4" name="Text Placeholder 3">
                <a:extLst>
                  <a:ext uri="{FF2B5EF4-FFF2-40B4-BE49-F238E27FC236}">
                    <a16:creationId xmlns:a16="http://schemas.microsoft.com/office/drawing/2014/main" id="{EB94FECC-56DD-485A-82A5-C07464A6F985}"/>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1751" r="-749"/>
                </a:stretch>
              </a:blipFill>
            </p:spPr>
            <p:txBody>
              <a:bodyPr/>
              <a:lstStyle/>
              <a:p>
                <a:r>
                  <a:rPr lang="en-NL">
                    <a:noFill/>
                  </a:rPr>
                  <a:t> </a:t>
                </a:r>
              </a:p>
            </p:txBody>
          </p:sp>
        </mc:Fallback>
      </mc:AlternateContent>
      <p:sp>
        <p:nvSpPr>
          <p:cNvPr id="5" name="Title 4">
            <a:extLst>
              <a:ext uri="{FF2B5EF4-FFF2-40B4-BE49-F238E27FC236}">
                <a16:creationId xmlns:a16="http://schemas.microsoft.com/office/drawing/2014/main" id="{BA8EEBE1-1049-DB06-FA98-F7D5C5120F9B}"/>
              </a:ext>
            </a:extLst>
          </p:cNvPr>
          <p:cNvSpPr>
            <a:spLocks noGrp="1"/>
          </p:cNvSpPr>
          <p:nvPr>
            <p:ph type="title"/>
          </p:nvPr>
        </p:nvSpPr>
        <p:spPr/>
        <p:txBody>
          <a:bodyPr/>
          <a:lstStyle/>
          <a:p>
            <a:r>
              <a:rPr lang="en-GB" dirty="0"/>
              <a:t>Figure 4</a:t>
            </a:r>
            <a:endParaRPr lang="en-NL" dirty="0"/>
          </a:p>
        </p:txBody>
      </p:sp>
    </p:spTree>
    <p:extLst>
      <p:ext uri="{BB962C8B-B14F-4D97-AF65-F5344CB8AC3E}">
        <p14:creationId xmlns:p14="http://schemas.microsoft.com/office/powerpoint/2010/main" val="5598325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D073BA-7170-8C2B-B4AB-C69AF7D72B06}"/>
              </a:ext>
            </a:extLst>
          </p:cNvPr>
          <p:cNvGraphicFramePr>
            <a:graphicFrameLocks noGrp="1"/>
          </p:cNvGraphicFramePr>
          <p:nvPr>
            <p:extLst>
              <p:ext uri="{D42A27DB-BD31-4B8C-83A1-F6EECF244321}">
                <p14:modId xmlns:p14="http://schemas.microsoft.com/office/powerpoint/2010/main" val="1871762719"/>
              </p:ext>
            </p:extLst>
          </p:nvPr>
        </p:nvGraphicFramePr>
        <p:xfrm>
          <a:off x="1223748" y="2064851"/>
          <a:ext cx="6096000" cy="2021840"/>
        </p:xfrm>
        <a:graphic>
          <a:graphicData uri="http://schemas.openxmlformats.org/drawingml/2006/table">
            <a:tbl>
              <a:tblPr firstRow="1" firstCol="1">
                <a:tableStyleId>{2A488322-F2BA-4B5B-9748-0D474271808F}</a:tableStyleId>
              </a:tblPr>
              <a:tblGrid>
                <a:gridCol w="2032000">
                  <a:extLst>
                    <a:ext uri="{9D8B030D-6E8A-4147-A177-3AD203B41FA5}">
                      <a16:colId xmlns:a16="http://schemas.microsoft.com/office/drawing/2014/main" val="311766593"/>
                    </a:ext>
                  </a:extLst>
                </a:gridCol>
                <a:gridCol w="2032000">
                  <a:extLst>
                    <a:ext uri="{9D8B030D-6E8A-4147-A177-3AD203B41FA5}">
                      <a16:colId xmlns:a16="http://schemas.microsoft.com/office/drawing/2014/main" val="282689165"/>
                    </a:ext>
                  </a:extLst>
                </a:gridCol>
                <a:gridCol w="2032000">
                  <a:extLst>
                    <a:ext uri="{9D8B030D-6E8A-4147-A177-3AD203B41FA5}">
                      <a16:colId xmlns:a16="http://schemas.microsoft.com/office/drawing/2014/main" val="3476311989"/>
                    </a:ext>
                  </a:extLst>
                </a:gridCol>
              </a:tblGrid>
              <a:tr h="0">
                <a:tc>
                  <a:txBody>
                    <a:bodyPr/>
                    <a:lstStyle/>
                    <a:p>
                      <a:pPr>
                        <a:lnSpc>
                          <a:spcPct val="100000"/>
                        </a:lnSpc>
                      </a:pPr>
                      <a:r>
                        <a:rPr lang="en-NL" sz="1800" b="0" dirty="0">
                          <a:solidFill>
                            <a:schemeClr val="tx1"/>
                          </a:solidFill>
                          <a:effectLst/>
                        </a:rPr>
                        <a:t>Tie-break rule </a:t>
                      </a:r>
                      <a:endParaRPr lang="en-NL" dirty="0">
                        <a:solidFill>
                          <a:schemeClr val="tx1"/>
                        </a:solidFill>
                      </a:endParaRPr>
                    </a:p>
                  </a:txBody>
                  <a:tcPr>
                    <a:solidFill>
                      <a:schemeClr val="tx2">
                        <a:lumMod val="40000"/>
                        <a:lumOff val="60000"/>
                      </a:schemeClr>
                    </a:solidFill>
                  </a:tcPr>
                </a:tc>
                <a:tc>
                  <a:txBody>
                    <a:bodyPr/>
                    <a:lstStyle/>
                    <a:p>
                      <a:pPr>
                        <a:lnSpc>
                          <a:spcPct val="100000"/>
                        </a:lnSpc>
                      </a:pPr>
                      <a:r>
                        <a:rPr lang="en-NL" sz="1800" b="0" dirty="0">
                          <a:solidFill>
                            <a:schemeClr val="tx1"/>
                          </a:solidFill>
                          <a:effectLst/>
                        </a:rPr>
                        <a:t>Information Alice reveals about her board</a:t>
                      </a:r>
                      <a:endParaRPr lang="en-NL" dirty="0">
                        <a:solidFill>
                          <a:schemeClr val="tx1"/>
                        </a:solidFill>
                      </a:endParaRPr>
                    </a:p>
                  </a:txBody>
                  <a:tcPr>
                    <a:solidFill>
                      <a:schemeClr val="tx2">
                        <a:lumMod val="40000"/>
                        <a:lumOff val="60000"/>
                      </a:schemeClr>
                    </a:solidFill>
                  </a:tcPr>
                </a:tc>
                <a:tc>
                  <a:txBody>
                    <a:bodyPr/>
                    <a:lstStyle/>
                    <a:p>
                      <a:pPr marL="0" algn="l" defTabSz="914354" rtl="0" eaLnBrk="1" latinLnBrk="0" hangingPunct="1">
                        <a:lnSpc>
                          <a:spcPct val="100000"/>
                        </a:lnSpc>
                        <a:buNone/>
                      </a:pPr>
                      <a:r>
                        <a:rPr lang="en-NL" sz="1800" b="0" kern="1200" dirty="0">
                          <a:solidFill>
                            <a:schemeClr val="tx1"/>
                          </a:solidFill>
                          <a:effectLst/>
                        </a:rPr>
                        <a:t>RAC win rate </a:t>
                      </a:r>
                      <a:endParaRPr lang="en-NL" sz="1800" b="0" kern="1200" dirty="0">
                        <a:solidFill>
                          <a:schemeClr val="tx1"/>
                        </a:solidFill>
                        <a:effectLst/>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838895611"/>
                  </a:ext>
                </a:extLst>
              </a:tr>
              <a:tr h="370840">
                <a:tc>
                  <a:txBody>
                    <a:bodyPr/>
                    <a:lstStyle/>
                    <a:p>
                      <a:r>
                        <a:rPr lang="en-NL" sz="1800" b="0" dirty="0">
                          <a:solidFill>
                            <a:schemeClr val="tx1"/>
                          </a:solidFill>
                          <a:effectLst/>
                        </a:rPr>
                        <a:t>Copy a fixed cell </a:t>
                      </a:r>
                      <a:endParaRPr lang="en-NL" dirty="0">
                        <a:solidFill>
                          <a:schemeClr val="tx1"/>
                        </a:solidFill>
                      </a:endParaRPr>
                    </a:p>
                  </a:txBody>
                  <a:tcPr>
                    <a:solidFill>
                      <a:schemeClr val="tx2">
                        <a:lumMod val="40000"/>
                        <a:lumOff val="60000"/>
                      </a:schemeClr>
                    </a:solidFill>
                  </a:tcPr>
                </a:tc>
                <a:tc>
                  <a:txBody>
                    <a:bodyPr/>
                    <a:lstStyle/>
                    <a:p>
                      <a:r>
                        <a:rPr lang="en-NL" sz="1800" b="0" dirty="0">
                          <a:solidFill>
                            <a:schemeClr val="tx1"/>
                          </a:solidFill>
                          <a:effectLst/>
                        </a:rPr>
                        <a:t>1.000 bits </a:t>
                      </a:r>
                      <a:endParaRPr lang="en-NL" dirty="0">
                        <a:solidFill>
                          <a:schemeClr val="tx1"/>
                        </a:solidFill>
                      </a:endParaRPr>
                    </a:p>
                  </a:txBody>
                  <a:tcPr/>
                </a:tc>
                <a:tc>
                  <a:txBody>
                    <a:bodyPr/>
                    <a:lstStyle/>
                    <a:p>
                      <a:r>
                        <a:rPr lang="en-NL" sz="1800" b="0" dirty="0">
                          <a:solidFill>
                            <a:schemeClr val="tx1"/>
                          </a:solidFill>
                          <a:effectLst/>
                        </a:rPr>
                        <a:t>11/16</a:t>
                      </a:r>
                      <a:endParaRPr lang="en-NL" dirty="0">
                        <a:solidFill>
                          <a:schemeClr val="tx1"/>
                        </a:solidFill>
                      </a:endParaRPr>
                    </a:p>
                  </a:txBody>
                  <a:tcPr/>
                </a:tc>
                <a:extLst>
                  <a:ext uri="{0D108BD9-81ED-4DB2-BD59-A6C34878D82A}">
                    <a16:rowId xmlns:a16="http://schemas.microsoft.com/office/drawing/2014/main" val="3398024436"/>
                  </a:ext>
                </a:extLst>
              </a:tr>
              <a:tr h="370840">
                <a:tc>
                  <a:txBody>
                    <a:bodyPr/>
                    <a:lstStyle/>
                    <a:p>
                      <a:r>
                        <a:rPr lang="en-NL" sz="1800" b="0" dirty="0">
                          <a:solidFill>
                            <a:schemeClr val="tx1"/>
                          </a:solidFill>
                          <a:effectLst/>
                        </a:rPr>
                        <a:t>Always 'shoot' </a:t>
                      </a:r>
                      <a:endParaRPr lang="en-NL" dirty="0">
                        <a:solidFill>
                          <a:schemeClr val="tx1"/>
                        </a:solidFill>
                      </a:endParaRPr>
                    </a:p>
                  </a:txBody>
                  <a:tcPr>
                    <a:solidFill>
                      <a:schemeClr val="tx2">
                        <a:lumMod val="40000"/>
                        <a:lumOff val="60000"/>
                      </a:schemeClr>
                    </a:solidFill>
                  </a:tcPr>
                </a:tc>
                <a:tc>
                  <a:txBody>
                    <a:bodyPr/>
                    <a:lstStyle/>
                    <a:p>
                      <a:r>
                        <a:rPr lang="en-NL" sz="1800" b="0" dirty="0">
                          <a:solidFill>
                            <a:schemeClr val="tx1"/>
                          </a:solidFill>
                          <a:effectLst/>
                        </a:rPr>
                        <a:t>0.896 bits </a:t>
                      </a:r>
                      <a:endParaRPr lang="en-NL" dirty="0">
                        <a:solidFill>
                          <a:schemeClr val="tx1"/>
                        </a:solidFill>
                      </a:endParaRPr>
                    </a:p>
                  </a:txBody>
                  <a:tcPr/>
                </a:tc>
                <a:tc>
                  <a:txBody>
                    <a:bodyPr/>
                    <a:lstStyle/>
                    <a:p>
                      <a:r>
                        <a:rPr lang="en-NL" sz="1800" b="0" dirty="0">
                          <a:solidFill>
                            <a:schemeClr val="tx1"/>
                          </a:solidFill>
                          <a:effectLst/>
                        </a:rPr>
                        <a:t>11/16</a:t>
                      </a:r>
                      <a:endParaRPr lang="en-NL" dirty="0">
                        <a:solidFill>
                          <a:schemeClr val="tx1"/>
                        </a:solidFill>
                      </a:endParaRPr>
                    </a:p>
                  </a:txBody>
                  <a:tcPr/>
                </a:tc>
                <a:extLst>
                  <a:ext uri="{0D108BD9-81ED-4DB2-BD59-A6C34878D82A}">
                    <a16:rowId xmlns:a16="http://schemas.microsoft.com/office/drawing/2014/main" val="4108349223"/>
                  </a:ext>
                </a:extLst>
              </a:tr>
              <a:tr h="239270">
                <a:tc>
                  <a:txBody>
                    <a:bodyPr/>
                    <a:lstStyle/>
                    <a:p>
                      <a:r>
                        <a:rPr lang="en-NL" sz="1800" b="0" dirty="0">
                          <a:solidFill>
                            <a:schemeClr val="tx1"/>
                          </a:solidFill>
                          <a:effectLst/>
                        </a:rPr>
                        <a:t>Flip a coin </a:t>
                      </a:r>
                      <a:endParaRPr lang="en-NL" dirty="0">
                        <a:solidFill>
                          <a:schemeClr val="tx1"/>
                        </a:solidFill>
                      </a:endParaRPr>
                    </a:p>
                  </a:txBody>
                  <a:tcPr>
                    <a:solidFill>
                      <a:schemeClr val="tx2">
                        <a:lumMod val="40000"/>
                        <a:lumOff val="60000"/>
                      </a:schemeClr>
                    </a:solidFill>
                  </a:tcPr>
                </a:tc>
                <a:tc>
                  <a:txBody>
                    <a:bodyPr/>
                    <a:lstStyle/>
                    <a:p>
                      <a:r>
                        <a:rPr lang="en-NL" sz="1800" b="0" dirty="0">
                          <a:solidFill>
                            <a:schemeClr val="tx1"/>
                          </a:solidFill>
                          <a:effectLst/>
                        </a:rPr>
                        <a:t>0.625 bits </a:t>
                      </a:r>
                      <a:endParaRPr lang="en-NL" dirty="0">
                        <a:solidFill>
                          <a:schemeClr val="tx1"/>
                        </a:solidFill>
                      </a:endParaRPr>
                    </a:p>
                  </a:txBody>
                  <a:tcPr/>
                </a:tc>
                <a:tc>
                  <a:txBody>
                    <a:bodyPr/>
                    <a:lstStyle/>
                    <a:p>
                      <a:r>
                        <a:rPr lang="en-NL" sz="1800" b="0" dirty="0">
                          <a:solidFill>
                            <a:schemeClr val="tx1"/>
                          </a:solidFill>
                          <a:effectLst/>
                        </a:rPr>
                        <a:t>11/16</a:t>
                      </a:r>
                      <a:endParaRPr lang="en-NL" dirty="0">
                        <a:solidFill>
                          <a:schemeClr val="tx1"/>
                        </a:solidFill>
                      </a:endParaRPr>
                    </a:p>
                  </a:txBody>
                  <a:tcPr/>
                </a:tc>
                <a:extLst>
                  <a:ext uri="{0D108BD9-81ED-4DB2-BD59-A6C34878D82A}">
                    <a16:rowId xmlns:a16="http://schemas.microsoft.com/office/drawing/2014/main" val="2112492630"/>
                  </a:ext>
                </a:extLst>
              </a:tr>
            </a:tbl>
          </a:graphicData>
        </a:graphic>
      </p:graphicFrame>
    </p:spTree>
    <p:extLst>
      <p:ext uri="{BB962C8B-B14F-4D97-AF65-F5344CB8AC3E}">
        <p14:creationId xmlns:p14="http://schemas.microsoft.com/office/powerpoint/2010/main" val="219112684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FE4BCE-119C-3E49-FB1B-24253584F852}"/>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6F9E57A9-20A9-1625-37DD-82BC7A331257}"/>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11</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05B2447-7A3F-C8D9-6AE8-8E07DC6EC9E3}"/>
                  </a:ext>
                </a:extLst>
              </p:cNvPr>
              <p:cNvSpPr>
                <a:spLocks noGrp="1"/>
              </p:cNvSpPr>
              <p:nvPr>
                <p:ph type="body" sz="quarter" idx="20"/>
              </p:nvPr>
            </p:nvSpPr>
            <p:spPr/>
            <p:txBody>
              <a:bodyPr/>
              <a:lstStyle/>
              <a:p>
                <a:pPr marL="0" indent="0">
                  <a:buNone/>
                </a:pPr>
                <a:r>
                  <a:rPr lang="en-NL" b="1" dirty="0"/>
                  <a:t>[FIGURE 5 — centrepiece; placed here]</a:t>
                </a:r>
                <a:r>
                  <a:rPr lang="en-NL" dirty="0"/>
                  <a:t> </a:t>
                </a:r>
                <a:r>
                  <a:rPr lang="en-NL" b="1" dirty="0"/>
                  <a:t>Caption:</a:t>
                </a:r>
                <a:r>
                  <a:rPr lang="en-NL" dirty="0"/>
                  <a:t> *Top: row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−1</m:t>
                    </m:r>
                  </m:oMath>
                </a14:m>
                <a:r>
                  <a:rPr lang="en-NL" dirty="0"/>
                  <a:t>of Pascal's triangle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m:t>
                    </m:r>
                    <m:r>
                      <a:rPr lang="en-US" b="0" i="0" dirty="0" smtClean="0">
                        <a:latin typeface="Cambria Math" panose="02040503050406030204" pitchFamily="18" charset="0"/>
                      </a:rPr>
                      <m:t>8</m:t>
                    </m:r>
                  </m:oMath>
                </a14:m>
                <a:r>
                  <a:rPr lang="en-NL" dirty="0"/>
                  <a:t>(1, </a:t>
                </a:r>
                <a:r>
                  <a:rPr lang="en-US" dirty="0"/>
                  <a:t>7</a:t>
                </a:r>
                <a:r>
                  <a:rPr lang="en-NL" dirty="0"/>
                  <a:t>, </a:t>
                </a:r>
                <a:r>
                  <a:rPr lang="en-US" dirty="0"/>
                  <a:t>21</a:t>
                </a:r>
                <a:r>
                  <a:rPr lang="en-NL" dirty="0"/>
                  <a:t>, </a:t>
                </a:r>
                <a:r>
                  <a:rPr lang="en-US" dirty="0"/>
                  <a:t>35, 35, 21, 7, 1</a:t>
                </a:r>
                <a:r>
                  <a:rPr lang="en-NL" dirty="0"/>
                  <a:t>), coloured by </a:t>
                </a:r>
                <a:r>
                  <a:rPr lang="en-US" dirty="0"/>
                  <a:t>the bit send by Alice</a:t>
                </a:r>
                <a:r>
                  <a:rPr lang="en-NL" dirty="0"/>
                  <a:t>; mirror pairs cancel win against loss, and the one cell left of the axis — the tie — survives. Bottom: the same rows normalised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=4,8,16</m:t>
                    </m:r>
                  </m:oMath>
                </a14:m>
                <a:r>
                  <a:rPr lang="en-NL" dirty="0"/>
                  <a:t>, the bell curve emerging and the surviving cell shrinking like </a:t>
                </a:r>
                <a14:m>
                  <m:oMath xmlns:m="http://schemas.openxmlformats.org/officeDocument/2006/math">
                    <m:r>
                      <a:rPr lang="en-NL" dirty="0">
                        <a:latin typeface="Cambria Math" panose="02040503050406030204" pitchFamily="18" charset="0"/>
                      </a:rPr>
                      <m:t>1/</m:t>
                    </m:r>
                    <m:rad>
                      <m:radPr>
                        <m:degHide m:val="on"/>
                        <m:ctrlPr>
                          <a:rPr lang="en-NL" i="1" dirty="0">
                            <a:latin typeface="Cambria Math" panose="02040503050406030204" pitchFamily="18" charset="0"/>
                          </a:rPr>
                        </m:ctrlPr>
                      </m:radPr>
                      <m:deg/>
                      <m:e>
                        <m:r>
                          <a:rPr lang="en-NL" i="1" dirty="0">
                            <a:latin typeface="Cambria Math" panose="02040503050406030204" pitchFamily="18" charset="0"/>
                          </a:rPr>
                          <m:t>𝑛</m:t>
                        </m:r>
                      </m:e>
                    </m:rad>
                  </m:oMath>
                </a14:m>
                <a:r>
                  <a:rPr lang="en-NL" dirty="0"/>
                  <a:t>.* </a:t>
                </a:r>
                <a:r>
                  <a:rPr lang="en-NL" b="1" dirty="0"/>
                  <a:t>Alt-text:</a:t>
                </a:r>
                <a:r>
                  <a:rPr lang="en-NL" dirty="0"/>
                  <a:t> Top half: two horizontal bar rows. First row has four blocks sized 1, 3, 3, 1; second row has eight blocks sized 1, 7, 21, 35, 35, 21, 7, 1. In each, blocks right of the central dashed axis are green and labelled "win", blocks left are red and labelled "loss", except the block immediately left of the axis, which is yellow and labelled "tie — pays 1/2". Curved arcs pair each green block with its red mirror image. Bottom half: three normalised bar silhouettes for n = 4, 8, 16 with a bell curve overlaid, the yellow central block visibly smaller in each successive silhouette.</a:t>
                </a:r>
              </a:p>
            </p:txBody>
          </p:sp>
        </mc:Choice>
        <mc:Fallback xmlns="">
          <p:sp>
            <p:nvSpPr>
              <p:cNvPr id="4" name="Text Placeholder 3">
                <a:extLst>
                  <a:ext uri="{FF2B5EF4-FFF2-40B4-BE49-F238E27FC236}">
                    <a16:creationId xmlns:a16="http://schemas.microsoft.com/office/drawing/2014/main" id="{605B2447-7A3F-C8D9-6AE8-8E07DC6EC9E3}"/>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988" r="-1273"/>
                </a:stretch>
              </a:blipFill>
            </p:spPr>
            <p:txBody>
              <a:bodyPr/>
              <a:lstStyle/>
              <a:p>
                <a:r>
                  <a:rPr lang="en-NL">
                    <a:noFill/>
                  </a:rPr>
                  <a:t> </a:t>
                </a:r>
              </a:p>
            </p:txBody>
          </p:sp>
        </mc:Fallback>
      </mc:AlternateContent>
    </p:spTree>
    <p:extLst>
      <p:ext uri="{BB962C8B-B14F-4D97-AF65-F5344CB8AC3E}">
        <p14:creationId xmlns:p14="http://schemas.microsoft.com/office/powerpoint/2010/main" val="28765251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C4CB-C8D4-C09B-9210-145716B7B6F4}"/>
            </a:ext>
          </a:extLst>
        </p:cNvPr>
        <p:cNvGrpSpPr/>
        <p:nvPr/>
      </p:nvGrpSpPr>
      <p:grpSpPr>
        <a:xfrm>
          <a:off x="0" y="0"/>
          <a:ext cx="0" cy="0"/>
          <a:chOff x="0" y="0"/>
          <a:chExt cx="0" cy="0"/>
        </a:xfrm>
      </p:grpSpPr>
      <p:sp>
        <p:nvSpPr>
          <p:cNvPr id="76" name="TextBox 75">
            <a:extLst>
              <a:ext uri="{FF2B5EF4-FFF2-40B4-BE49-F238E27FC236}">
                <a16:creationId xmlns:a16="http://schemas.microsoft.com/office/drawing/2014/main" id="{E627A3AA-32AB-060B-2506-58467B23A718}"/>
              </a:ext>
            </a:extLst>
          </p:cNvPr>
          <p:cNvSpPr txBox="1"/>
          <p:nvPr/>
        </p:nvSpPr>
        <p:spPr>
          <a:xfrm>
            <a:off x="847255" y="451694"/>
            <a:ext cx="7041238" cy="1077218"/>
          </a:xfrm>
          <a:prstGeom prst="rect">
            <a:avLst/>
          </a:prstGeom>
          <a:noFill/>
          <a:ln>
            <a:noFill/>
          </a:ln>
        </p:spPr>
        <p:txBody>
          <a:bodyPr wrap="square">
            <a:spAutoFit/>
          </a:bodyPr>
          <a:lstStyle/>
          <a:p>
            <a:pPr marL="0" indent="0" algn="l">
              <a:spcAft>
                <a:spcPts val="600"/>
              </a:spcAft>
              <a:buSzPct val="75000"/>
              <a:buNone/>
            </a:pPr>
            <a:r>
              <a:rPr lang="en-US" sz="1800" dirty="0"/>
              <a:t>For n = 8, imagine Bob has to guess ‘1’ on </a:t>
            </a:r>
            <a:r>
              <a:rPr lang="en-US" sz="1800" i="1" u="sng" dirty="0"/>
              <a:t>his</a:t>
            </a:r>
            <a:r>
              <a:rPr lang="en-US" sz="1800" dirty="0"/>
              <a:t> index to win. </a:t>
            </a:r>
          </a:p>
          <a:p>
            <a:pPr marL="0" indent="0" algn="l">
              <a:spcAft>
                <a:spcPts val="600"/>
              </a:spcAft>
              <a:buSzPct val="75000"/>
              <a:buNone/>
            </a:pPr>
            <a:r>
              <a:rPr lang="en-US" sz="1800" dirty="0"/>
              <a:t>How likely is Alice to send a ‘1’?</a:t>
            </a:r>
          </a:p>
          <a:p>
            <a:pPr marL="0" indent="0" algn="l">
              <a:spcAft>
                <a:spcPts val="600"/>
              </a:spcAft>
              <a:buSzPct val="75000"/>
              <a:buNone/>
            </a:pPr>
            <a:r>
              <a:rPr lang="en-US" sz="1800" dirty="0"/>
              <a:t>Group 128 possible strings by the number of 1’s (by Hamming weight)</a:t>
            </a:r>
          </a:p>
        </p:txBody>
      </p:sp>
      <p:sp>
        <p:nvSpPr>
          <p:cNvPr id="99" name="TextBox 98">
            <a:extLst>
              <a:ext uri="{FF2B5EF4-FFF2-40B4-BE49-F238E27FC236}">
                <a16:creationId xmlns:a16="http://schemas.microsoft.com/office/drawing/2014/main" id="{02A20BC5-2EC5-146E-AE1B-6751CD2915FA}"/>
              </a:ext>
            </a:extLst>
          </p:cNvPr>
          <p:cNvSpPr txBox="1"/>
          <p:nvPr/>
        </p:nvSpPr>
        <p:spPr>
          <a:xfrm>
            <a:off x="1802442" y="5269936"/>
            <a:ext cx="839945"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8x ‘1’</a:t>
            </a:r>
            <a:endParaRPr lang="en-NL" sz="1800" dirty="0"/>
          </a:p>
        </p:txBody>
      </p:sp>
      <p:sp>
        <p:nvSpPr>
          <p:cNvPr id="101" name="TextBox 100">
            <a:extLst>
              <a:ext uri="{FF2B5EF4-FFF2-40B4-BE49-F238E27FC236}">
                <a16:creationId xmlns:a16="http://schemas.microsoft.com/office/drawing/2014/main" id="{F0FBE0FF-4768-3DD0-57C6-57230594F1C6}"/>
              </a:ext>
            </a:extLst>
          </p:cNvPr>
          <p:cNvSpPr txBox="1"/>
          <p:nvPr/>
        </p:nvSpPr>
        <p:spPr>
          <a:xfrm>
            <a:off x="2539475" y="5269936"/>
            <a:ext cx="781036"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7x ‘1’</a:t>
            </a:r>
            <a:endParaRPr lang="en-NL" sz="1800" dirty="0"/>
          </a:p>
        </p:txBody>
      </p:sp>
      <p:sp>
        <p:nvSpPr>
          <p:cNvPr id="103" name="TextBox 102">
            <a:extLst>
              <a:ext uri="{FF2B5EF4-FFF2-40B4-BE49-F238E27FC236}">
                <a16:creationId xmlns:a16="http://schemas.microsoft.com/office/drawing/2014/main" id="{78F6AD89-019A-1BCE-2BEB-D40A26D24119}"/>
              </a:ext>
            </a:extLst>
          </p:cNvPr>
          <p:cNvSpPr txBox="1"/>
          <p:nvPr/>
        </p:nvSpPr>
        <p:spPr>
          <a:xfrm>
            <a:off x="3285761" y="5269936"/>
            <a:ext cx="848235"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6x ‘1’</a:t>
            </a:r>
            <a:endParaRPr lang="en-NL" sz="1800" dirty="0"/>
          </a:p>
        </p:txBody>
      </p:sp>
      <p:sp>
        <p:nvSpPr>
          <p:cNvPr id="105" name="TextBox 104">
            <a:extLst>
              <a:ext uri="{FF2B5EF4-FFF2-40B4-BE49-F238E27FC236}">
                <a16:creationId xmlns:a16="http://schemas.microsoft.com/office/drawing/2014/main" id="{509343A4-E1C3-B0EE-25A9-98AC53DFE4F3}"/>
              </a:ext>
            </a:extLst>
          </p:cNvPr>
          <p:cNvSpPr txBox="1"/>
          <p:nvPr/>
        </p:nvSpPr>
        <p:spPr>
          <a:xfrm>
            <a:off x="4114165" y="5269936"/>
            <a:ext cx="947784"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5x ‘1’</a:t>
            </a:r>
            <a:endParaRPr lang="en-NL" sz="1800" dirty="0"/>
          </a:p>
        </p:txBody>
      </p:sp>
      <p:sp>
        <p:nvSpPr>
          <p:cNvPr id="107" name="TextBox 106">
            <a:extLst>
              <a:ext uri="{FF2B5EF4-FFF2-40B4-BE49-F238E27FC236}">
                <a16:creationId xmlns:a16="http://schemas.microsoft.com/office/drawing/2014/main" id="{2525E7B7-0E9D-088C-6C34-CE2F3FF2981E}"/>
              </a:ext>
            </a:extLst>
          </p:cNvPr>
          <p:cNvSpPr txBox="1"/>
          <p:nvPr/>
        </p:nvSpPr>
        <p:spPr>
          <a:xfrm>
            <a:off x="4942569" y="5269936"/>
            <a:ext cx="858915"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4x ‘1’</a:t>
            </a:r>
            <a:endParaRPr lang="en-NL" sz="1800" dirty="0"/>
          </a:p>
        </p:txBody>
      </p:sp>
      <p:sp>
        <p:nvSpPr>
          <p:cNvPr id="109" name="TextBox 108">
            <a:extLst>
              <a:ext uri="{FF2B5EF4-FFF2-40B4-BE49-F238E27FC236}">
                <a16:creationId xmlns:a16="http://schemas.microsoft.com/office/drawing/2014/main" id="{E6E0ECA2-3CC3-7F24-04E4-DC40BF352C7D}"/>
              </a:ext>
            </a:extLst>
          </p:cNvPr>
          <p:cNvSpPr txBox="1"/>
          <p:nvPr/>
        </p:nvSpPr>
        <p:spPr>
          <a:xfrm>
            <a:off x="5770973" y="5269936"/>
            <a:ext cx="762059"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3x ‘1’</a:t>
            </a:r>
            <a:endParaRPr lang="en-NL" sz="1800" dirty="0"/>
          </a:p>
        </p:txBody>
      </p:sp>
      <p:sp>
        <p:nvSpPr>
          <p:cNvPr id="111" name="TextBox 110">
            <a:extLst>
              <a:ext uri="{FF2B5EF4-FFF2-40B4-BE49-F238E27FC236}">
                <a16:creationId xmlns:a16="http://schemas.microsoft.com/office/drawing/2014/main" id="{D4599F5E-E2BE-7A99-2F15-CA7739F04955}"/>
              </a:ext>
            </a:extLst>
          </p:cNvPr>
          <p:cNvSpPr txBox="1"/>
          <p:nvPr/>
        </p:nvSpPr>
        <p:spPr>
          <a:xfrm>
            <a:off x="6599377" y="5258506"/>
            <a:ext cx="762059"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2x ‘1’</a:t>
            </a:r>
            <a:endParaRPr lang="en-NL" sz="1800" dirty="0"/>
          </a:p>
        </p:txBody>
      </p:sp>
      <p:sp>
        <p:nvSpPr>
          <p:cNvPr id="113" name="TextBox 112">
            <a:extLst>
              <a:ext uri="{FF2B5EF4-FFF2-40B4-BE49-F238E27FC236}">
                <a16:creationId xmlns:a16="http://schemas.microsoft.com/office/drawing/2014/main" id="{8C71BCA7-7311-AD50-3AC8-3F0BA9AF4E53}"/>
              </a:ext>
            </a:extLst>
          </p:cNvPr>
          <p:cNvSpPr txBox="1"/>
          <p:nvPr/>
        </p:nvSpPr>
        <p:spPr>
          <a:xfrm>
            <a:off x="7336407" y="5281366"/>
            <a:ext cx="947784"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1 x ‘1’</a:t>
            </a:r>
            <a:endParaRPr lang="en-NL" sz="1800" dirty="0"/>
          </a:p>
        </p:txBody>
      </p:sp>
      <p:sp>
        <p:nvSpPr>
          <p:cNvPr id="139" name="TextBox 138">
            <a:extLst>
              <a:ext uri="{FF2B5EF4-FFF2-40B4-BE49-F238E27FC236}">
                <a16:creationId xmlns:a16="http://schemas.microsoft.com/office/drawing/2014/main" id="{14D36EE3-C574-A993-3146-C369F4FE370B}"/>
              </a:ext>
            </a:extLst>
          </p:cNvPr>
          <p:cNvSpPr txBox="1"/>
          <p:nvPr/>
        </p:nvSpPr>
        <p:spPr>
          <a:xfrm>
            <a:off x="3315113" y="6730189"/>
            <a:ext cx="2798842" cy="648512"/>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Tied strings: Alice sends a random ‘0’ or ‘1’.</a:t>
            </a:r>
            <a:endParaRPr lang="en-NL" sz="1800" dirty="0"/>
          </a:p>
        </p:txBody>
      </p:sp>
      <p:sp>
        <p:nvSpPr>
          <p:cNvPr id="13" name="TextBox 12">
            <a:extLst>
              <a:ext uri="{FF2B5EF4-FFF2-40B4-BE49-F238E27FC236}">
                <a16:creationId xmlns:a16="http://schemas.microsoft.com/office/drawing/2014/main" id="{8F4D905D-ABD4-C08B-BC71-6DB4F623CBEF}"/>
              </a:ext>
            </a:extLst>
          </p:cNvPr>
          <p:cNvSpPr txBox="1"/>
          <p:nvPr/>
        </p:nvSpPr>
        <p:spPr>
          <a:xfrm>
            <a:off x="733465" y="5249761"/>
            <a:ext cx="1179570"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Nr of 1’s:</a:t>
            </a:r>
            <a:endParaRPr lang="en-NL" sz="1800" dirty="0"/>
          </a:p>
        </p:txBody>
      </p:sp>
      <p:sp>
        <p:nvSpPr>
          <p:cNvPr id="14" name="Arrow: Down 13">
            <a:extLst>
              <a:ext uri="{FF2B5EF4-FFF2-40B4-BE49-F238E27FC236}">
                <a16:creationId xmlns:a16="http://schemas.microsoft.com/office/drawing/2014/main" id="{9FB35A0F-BB3C-4E83-4AFE-2EAFF7B89E60}"/>
              </a:ext>
            </a:extLst>
          </p:cNvPr>
          <p:cNvSpPr/>
          <p:nvPr/>
        </p:nvSpPr>
        <p:spPr>
          <a:xfrm rot="1402316">
            <a:off x="4785220" y="5643115"/>
            <a:ext cx="424302" cy="1175361"/>
          </a:xfrm>
          <a:prstGeom prst="downArrow">
            <a:avLst/>
          </a:prstGeom>
          <a:solidFill>
            <a:schemeClr val="bg1"/>
          </a:solidFill>
          <a:ln w="25400" cap="flat" cmpd="sng" algn="ctr">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grpSp>
        <p:nvGrpSpPr>
          <p:cNvPr id="2" name="Group 1">
            <a:extLst>
              <a:ext uri="{FF2B5EF4-FFF2-40B4-BE49-F238E27FC236}">
                <a16:creationId xmlns:a16="http://schemas.microsoft.com/office/drawing/2014/main" id="{DEAE7ADE-51A5-43D4-E467-4D346686C039}"/>
              </a:ext>
            </a:extLst>
          </p:cNvPr>
          <p:cNvGrpSpPr/>
          <p:nvPr/>
        </p:nvGrpSpPr>
        <p:grpSpPr>
          <a:xfrm>
            <a:off x="5946774" y="1739623"/>
            <a:ext cx="1863525" cy="517493"/>
            <a:chOff x="6260397" y="2214621"/>
            <a:chExt cx="1863525" cy="517493"/>
          </a:xfrm>
        </p:grpSpPr>
        <p:sp>
          <p:nvSpPr>
            <p:cNvPr id="4" name="Rectangle 3">
              <a:extLst>
                <a:ext uri="{FF2B5EF4-FFF2-40B4-BE49-F238E27FC236}">
                  <a16:creationId xmlns:a16="http://schemas.microsoft.com/office/drawing/2014/main" id="{5C18A7BF-AFD1-D6D2-7F81-C578DA6840D5}"/>
                </a:ext>
              </a:extLst>
            </p:cNvPr>
            <p:cNvSpPr/>
            <p:nvPr/>
          </p:nvSpPr>
          <p:spPr>
            <a:xfrm>
              <a:off x="6260397" y="2255379"/>
              <a:ext cx="211814" cy="172491"/>
            </a:xfrm>
            <a:prstGeom prst="rect">
              <a:avLst/>
            </a:prstGeom>
            <a:solidFill>
              <a:srgbClr val="1F6FE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5" name="Rectangle 4">
              <a:extLst>
                <a:ext uri="{FF2B5EF4-FFF2-40B4-BE49-F238E27FC236}">
                  <a16:creationId xmlns:a16="http://schemas.microsoft.com/office/drawing/2014/main" id="{E6F40999-C5D3-D68F-18BD-20B9066F8F98}"/>
                </a:ext>
              </a:extLst>
            </p:cNvPr>
            <p:cNvSpPr/>
            <p:nvPr/>
          </p:nvSpPr>
          <p:spPr>
            <a:xfrm>
              <a:off x="6260397" y="2490890"/>
              <a:ext cx="211814" cy="172491"/>
            </a:xfrm>
            <a:prstGeom prst="rect">
              <a:avLst/>
            </a:prstGeom>
            <a:solidFill>
              <a:srgbClr val="E02020"/>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spcAft>
                  <a:spcPts val="600"/>
                </a:spcAft>
              </a:pPr>
              <a:endParaRPr lang="en-NL" sz="1400" dirty="0" err="1">
                <a:solidFill>
                  <a:schemeClr val="bg1"/>
                </a:solidFill>
              </a:endParaRPr>
            </a:p>
          </p:txBody>
        </p:sp>
        <p:sp>
          <p:nvSpPr>
            <p:cNvPr id="7" name="TextBox 6">
              <a:extLst>
                <a:ext uri="{FF2B5EF4-FFF2-40B4-BE49-F238E27FC236}">
                  <a16:creationId xmlns:a16="http://schemas.microsoft.com/office/drawing/2014/main" id="{6314B039-DCE1-2953-DB5F-F1AA246E1AB0}"/>
                </a:ext>
              </a:extLst>
            </p:cNvPr>
            <p:cNvSpPr txBox="1"/>
            <p:nvPr/>
          </p:nvSpPr>
          <p:spPr>
            <a:xfrm>
              <a:off x="6472210" y="2214621"/>
              <a:ext cx="1637284"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Alice sends a 1: Win</a:t>
              </a:r>
              <a:endParaRPr lang="en-NL" sz="1400" dirty="0"/>
            </a:p>
          </p:txBody>
        </p:sp>
        <p:sp>
          <p:nvSpPr>
            <p:cNvPr id="8" name="TextBox 7">
              <a:extLst>
                <a:ext uri="{FF2B5EF4-FFF2-40B4-BE49-F238E27FC236}">
                  <a16:creationId xmlns:a16="http://schemas.microsoft.com/office/drawing/2014/main" id="{81DFF3BA-4147-238F-F164-46D3278786F4}"/>
                </a:ext>
              </a:extLst>
            </p:cNvPr>
            <p:cNvSpPr txBox="1"/>
            <p:nvPr/>
          </p:nvSpPr>
          <p:spPr>
            <a:xfrm>
              <a:off x="6472210" y="2422156"/>
              <a:ext cx="1651712" cy="309958"/>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400" dirty="0"/>
                <a:t>Alice sends a 0: Loss</a:t>
              </a:r>
              <a:endParaRPr lang="en-NL" sz="1400" dirty="0"/>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DE758C5-3C44-435D-91F7-4C96B38033A8}"/>
                  </a:ext>
                </a:extLst>
              </p:cNvPr>
              <p:cNvSpPr txBox="1"/>
              <p:nvPr/>
            </p:nvSpPr>
            <p:spPr>
              <a:xfrm>
                <a:off x="843743" y="7842418"/>
                <a:ext cx="5175677" cy="616067"/>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2400" dirty="0">
                    <a:sym typeface="Wingdings" panose="05000000000000000000" pitchFamily="2" charset="2"/>
                  </a:rPr>
                  <a:t>Win rate: </a:t>
                </a:r>
                <a14:m>
                  <m:oMath xmlns:m="http://schemas.openxmlformats.org/officeDocument/2006/math">
                    <m:r>
                      <a:rPr lang="en-US" sz="2400" b="0" i="1" smtClean="0">
                        <a:latin typeface="Cambria Math" panose="02040503050406030204" pitchFamily="18" charset="0"/>
                        <a:sym typeface="Wingdings" panose="05000000000000000000" pitchFamily="2" charset="2"/>
                      </a:rPr>
                      <m:t>𝑃</m:t>
                    </m:r>
                    <m:r>
                      <a:rPr lang="en-US" sz="2400" b="0" i="1" smtClean="0">
                        <a:latin typeface="Cambria Math" panose="02040503050406030204" pitchFamily="18" charset="0"/>
                        <a:sym typeface="Wingdings" panose="05000000000000000000" pitchFamily="2" charset="2"/>
                      </a:rPr>
                      <m:t>= </m:t>
                    </m:r>
                    <m:f>
                      <m:fPr>
                        <m:ctrlPr>
                          <a:rPr lang="en-NL" sz="2400" b="0" i="1" smtClean="0">
                            <a:latin typeface="Cambria Math" panose="02040503050406030204" pitchFamily="18" charset="0"/>
                            <a:sym typeface="Wingdings" panose="05000000000000000000" pitchFamily="2" charset="2"/>
                          </a:rPr>
                        </m:ctrlPr>
                      </m:fPr>
                      <m:num>
                        <m:r>
                          <a:rPr lang="en-US" sz="2400" b="0" i="1" smtClean="0">
                            <a:latin typeface="Cambria Math" panose="02040503050406030204" pitchFamily="18" charset="0"/>
                            <a:sym typeface="Wingdings" panose="05000000000000000000" pitchFamily="2" charset="2"/>
                          </a:rPr>
                          <m:t>1</m:t>
                        </m:r>
                      </m:num>
                      <m:den>
                        <m:r>
                          <a:rPr lang="en-US" sz="2400" b="0" i="1" smtClean="0">
                            <a:latin typeface="Cambria Math" panose="02040503050406030204" pitchFamily="18" charset="0"/>
                            <a:sym typeface="Wingdings" panose="05000000000000000000" pitchFamily="2" charset="2"/>
                          </a:rPr>
                          <m:t>2</m:t>
                        </m:r>
                      </m:den>
                    </m:f>
                    <m:r>
                      <a:rPr lang="en-US" sz="2400" b="0" i="1" smtClean="0">
                        <a:latin typeface="Cambria Math" panose="02040503050406030204" pitchFamily="18" charset="0"/>
                        <a:sym typeface="Wingdings" panose="05000000000000000000" pitchFamily="2" charset="2"/>
                      </a:rPr>
                      <m:t>+ </m:t>
                    </m:r>
                    <m:f>
                      <m:fPr>
                        <m:ctrlPr>
                          <a:rPr lang="en-NL" sz="2400" b="0" i="1" smtClean="0">
                            <a:latin typeface="Cambria Math" panose="02040503050406030204" pitchFamily="18" charset="0"/>
                            <a:sym typeface="Wingdings" panose="05000000000000000000" pitchFamily="2" charset="2"/>
                          </a:rPr>
                        </m:ctrlPr>
                      </m:fPr>
                      <m:num>
                        <m:r>
                          <a:rPr lang="en-US" sz="2400" b="0" i="1" smtClean="0">
                            <a:latin typeface="Cambria Math" panose="02040503050406030204" pitchFamily="18" charset="0"/>
                            <a:sym typeface="Wingdings" panose="05000000000000000000" pitchFamily="2" charset="2"/>
                          </a:rPr>
                          <m:t>1</m:t>
                        </m:r>
                      </m:num>
                      <m:den>
                        <m:r>
                          <a:rPr lang="en-US" sz="2400" b="0" i="1" smtClean="0">
                            <a:latin typeface="Cambria Math" panose="02040503050406030204" pitchFamily="18" charset="0"/>
                            <a:sym typeface="Wingdings" panose="05000000000000000000" pitchFamily="2" charset="2"/>
                          </a:rPr>
                          <m:t>2</m:t>
                        </m:r>
                      </m:den>
                    </m:f>
                    <m:r>
                      <a:rPr lang="en-US" sz="2400" b="0" i="1" smtClean="0">
                        <a:latin typeface="Cambria Math" panose="02040503050406030204" pitchFamily="18" charset="0"/>
                        <a:sym typeface="Wingdings" panose="05000000000000000000" pitchFamily="2" charset="2"/>
                      </a:rPr>
                      <m:t> </m:t>
                    </m:r>
                    <m:r>
                      <a:rPr lang="en-US"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NL" sz="2400" b="0" i="1" smtClean="0">
                            <a:latin typeface="Cambria Math" panose="02040503050406030204" pitchFamily="18" charset="0"/>
                            <a:sym typeface="Wingdings" panose="05000000000000000000" pitchFamily="2" charset="2"/>
                          </a:rPr>
                        </m:ctrlPr>
                      </m:sSubPr>
                      <m:e>
                        <m:r>
                          <a:rPr lang="en-US" sz="2400" b="0" i="1" smtClean="0">
                            <a:latin typeface="Cambria Math" panose="02040503050406030204" pitchFamily="18" charset="0"/>
                            <a:sym typeface="Wingdings" panose="05000000000000000000" pitchFamily="2" charset="2"/>
                          </a:rPr>
                          <m:t>𝑃</m:t>
                        </m:r>
                      </m:e>
                      <m:sub>
                        <m:r>
                          <a:rPr lang="en-US" sz="2400" b="0" i="1" smtClean="0">
                            <a:latin typeface="Cambria Math" panose="02040503050406030204" pitchFamily="18" charset="0"/>
                            <a:sym typeface="Wingdings" panose="05000000000000000000" pitchFamily="2" charset="2"/>
                          </a:rPr>
                          <m:t>𝑡𝑖𝑒</m:t>
                        </m:r>
                      </m:sub>
                    </m:sSub>
                  </m:oMath>
                </a14:m>
                <a:endParaRPr lang="en-NL" sz="2400" baseline="-25000" dirty="0"/>
              </a:p>
            </p:txBody>
          </p:sp>
        </mc:Choice>
        <mc:Fallback xmlns="">
          <p:sp>
            <p:nvSpPr>
              <p:cNvPr id="12" name="TextBox 11">
                <a:extLst>
                  <a:ext uri="{FF2B5EF4-FFF2-40B4-BE49-F238E27FC236}">
                    <a16:creationId xmlns:a16="http://schemas.microsoft.com/office/drawing/2014/main" id="{FDE758C5-3C44-435D-91F7-4C96B38033A8}"/>
                  </a:ext>
                </a:extLst>
              </p:cNvPr>
              <p:cNvSpPr txBox="1">
                <a:spLocks noRot="1" noChangeAspect="1" noMove="1" noResize="1" noEditPoints="1" noAdjustHandles="1" noChangeArrowheads="1" noChangeShapeType="1" noTextEdit="1"/>
              </p:cNvSpPr>
              <p:nvPr/>
            </p:nvSpPr>
            <p:spPr>
              <a:xfrm>
                <a:off x="843743" y="7842418"/>
                <a:ext cx="5175677" cy="616067"/>
              </a:xfrm>
              <a:prstGeom prst="rect">
                <a:avLst/>
              </a:prstGeom>
              <a:blipFill>
                <a:blip r:embed="rId2"/>
                <a:stretch>
                  <a:fillRect l="-1767" b="-9804"/>
                </a:stretch>
              </a:blipFill>
              <a:ln>
                <a:noFill/>
              </a:ln>
            </p:spPr>
            <p:txBody>
              <a:bodyPr/>
              <a:lstStyle/>
              <a:p>
                <a:r>
                  <a:rPr lang="en-NL">
                    <a:noFill/>
                  </a:rPr>
                  <a:t> </a:t>
                </a:r>
              </a:p>
            </p:txBody>
          </p:sp>
        </mc:Fallback>
      </mc:AlternateContent>
      <p:pic>
        <p:nvPicPr>
          <p:cNvPr id="16" name="Picture 15">
            <a:extLst>
              <a:ext uri="{FF2B5EF4-FFF2-40B4-BE49-F238E27FC236}">
                <a16:creationId xmlns:a16="http://schemas.microsoft.com/office/drawing/2014/main" id="{A60ECA76-256A-BFF1-B846-0BC624E80711}"/>
              </a:ext>
            </a:extLst>
          </p:cNvPr>
          <p:cNvPicPr>
            <a:picLocks noChangeAspect="1"/>
          </p:cNvPicPr>
          <p:nvPr/>
        </p:nvPicPr>
        <p:blipFill>
          <a:blip r:embed="rId3"/>
          <a:stretch>
            <a:fillRect/>
          </a:stretch>
        </p:blipFill>
        <p:spPr>
          <a:xfrm>
            <a:off x="1651379" y="1854721"/>
            <a:ext cx="6496334" cy="3426645"/>
          </a:xfrm>
          <a:prstGeom prst="rect">
            <a:avLst/>
          </a:prstGeom>
        </p:spPr>
      </p:pic>
    </p:spTree>
    <p:extLst>
      <p:ext uri="{BB962C8B-B14F-4D97-AF65-F5344CB8AC3E}">
        <p14:creationId xmlns:p14="http://schemas.microsoft.com/office/powerpoint/2010/main" val="369116863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63CD1-B0F0-93DB-8F4C-08C6473A2E3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F4BC8C1-00E6-9F28-09CE-D57428D13424}"/>
              </a:ext>
            </a:extLst>
          </p:cNvPr>
          <p:cNvSpPr>
            <a:spLocks noGrp="1"/>
          </p:cNvSpPr>
          <p:nvPr>
            <p:ph type="ftr" sz="quarter" idx="4294967295"/>
          </p:nvPr>
        </p:nvSpPr>
        <p:spPr>
          <a:xfrm>
            <a:off x="502919" y="8723955"/>
            <a:ext cx="5486400" cy="161854"/>
          </a:xfrm>
          <a:prstGeom prst="rect">
            <a:avLst/>
          </a:prstGeom>
        </p:spPr>
        <p:txBody>
          <a:bodyPr/>
          <a:lstStyle/>
          <a:p>
            <a:endParaRPr lang="en-US" dirty="0"/>
          </a:p>
        </p:txBody>
      </p:sp>
      <p:sp>
        <p:nvSpPr>
          <p:cNvPr id="3" name="Slide Number Placeholder 2">
            <a:extLst>
              <a:ext uri="{FF2B5EF4-FFF2-40B4-BE49-F238E27FC236}">
                <a16:creationId xmlns:a16="http://schemas.microsoft.com/office/drawing/2014/main" id="{2CF2DC12-CB2B-D53D-73D4-E126F707214D}"/>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13</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A529F82-6360-7227-F7BC-B71C6F8FF25D}"/>
                  </a:ext>
                </a:extLst>
              </p:cNvPr>
              <p:cNvSpPr>
                <a:spLocks noGrp="1"/>
              </p:cNvSpPr>
              <p:nvPr>
                <p:ph type="body" sz="quarter" idx="20"/>
              </p:nvPr>
            </p:nvSpPr>
            <p:spPr/>
            <p:txBody>
              <a:bodyPr/>
              <a:lstStyle/>
              <a:p>
                <a:pPr marL="0" indent="0">
                  <a:buNone/>
                </a:pPr>
                <a:r>
                  <a:rPr lang="en-NL" b="1" dirty="0"/>
                  <a:t>[FIGURE </a:t>
                </a:r>
                <a:r>
                  <a:rPr lang="en-US" b="1" dirty="0"/>
                  <a:t>6 </a:t>
                </a:r>
                <a:r>
                  <a:rPr lang="en-NL" b="1" dirty="0"/>
                  <a:t>— centrepiece; placed here]</a:t>
                </a:r>
                <a:r>
                  <a:rPr lang="en-NL" dirty="0"/>
                  <a:t> </a:t>
                </a:r>
                <a:r>
                  <a:rPr lang="en-NL" b="1" dirty="0"/>
                  <a:t>Caption:</a:t>
                </a:r>
                <a:r>
                  <a:rPr lang="en-NL" dirty="0"/>
                  <a:t> *The cancellation, drawn. Top: row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−1</m:t>
                    </m:r>
                  </m:oMath>
                </a14:m>
                <a:r>
                  <a:rPr lang="en-NL" dirty="0"/>
                  <a:t>of Pascal's triangle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m:t>
                    </m:r>
                    <m:r>
                      <a:rPr lang="en-US" b="0" i="0" dirty="0" smtClean="0">
                        <a:latin typeface="Cambria Math" panose="02040503050406030204" pitchFamily="18" charset="0"/>
                      </a:rPr>
                      <m:t>8</m:t>
                    </m:r>
                  </m:oMath>
                </a14:m>
                <a:r>
                  <a:rPr lang="en-NL" dirty="0"/>
                  <a:t>(1, </a:t>
                </a:r>
                <a:r>
                  <a:rPr lang="en-US" dirty="0"/>
                  <a:t>7</a:t>
                </a:r>
                <a:r>
                  <a:rPr lang="en-NL" dirty="0"/>
                  <a:t>, </a:t>
                </a:r>
                <a:r>
                  <a:rPr lang="en-US" dirty="0"/>
                  <a:t>21</a:t>
                </a:r>
                <a:r>
                  <a:rPr lang="en-NL" dirty="0"/>
                  <a:t>, </a:t>
                </a:r>
                <a:r>
                  <a:rPr lang="en-US" dirty="0"/>
                  <a:t>35, 35, 21, 7, 1</a:t>
                </a:r>
                <a:r>
                  <a:rPr lang="en-NL" dirty="0"/>
                  <a:t>), coloured by </a:t>
                </a:r>
                <a:r>
                  <a:rPr lang="en-US" dirty="0"/>
                  <a:t>the bit send by Alice</a:t>
                </a:r>
                <a:r>
                  <a:rPr lang="en-NL" dirty="0"/>
                  <a:t>; mirror pairs cancel win against loss, and the one cell left of the axis — the tie — survives. Bottom: the same rows normalised for </a:t>
                </a:r>
                <a14:m>
                  <m:oMath xmlns:m="http://schemas.openxmlformats.org/officeDocument/2006/math">
                    <m:r>
                      <a:rPr lang="en-NL" i="1" dirty="0">
                        <a:latin typeface="Cambria Math" panose="02040503050406030204" pitchFamily="18" charset="0"/>
                      </a:rPr>
                      <m:t>𝑛</m:t>
                    </m:r>
                    <m:r>
                      <a:rPr lang="en-NL" dirty="0">
                        <a:latin typeface="Cambria Math" panose="02040503050406030204" pitchFamily="18" charset="0"/>
                      </a:rPr>
                      <m:t>=4,8,16</m:t>
                    </m:r>
                  </m:oMath>
                </a14:m>
                <a:r>
                  <a:rPr lang="en-NL" dirty="0"/>
                  <a:t>, the bell curve emerging and the surviving cell shrinking like </a:t>
                </a:r>
                <a14:m>
                  <m:oMath xmlns:m="http://schemas.openxmlformats.org/officeDocument/2006/math">
                    <m:r>
                      <a:rPr lang="en-NL" dirty="0">
                        <a:latin typeface="Cambria Math" panose="02040503050406030204" pitchFamily="18" charset="0"/>
                      </a:rPr>
                      <m:t>1/</m:t>
                    </m:r>
                    <m:rad>
                      <m:radPr>
                        <m:degHide m:val="on"/>
                        <m:ctrlPr>
                          <a:rPr lang="en-NL" i="1" dirty="0">
                            <a:latin typeface="Cambria Math" panose="02040503050406030204" pitchFamily="18" charset="0"/>
                          </a:rPr>
                        </m:ctrlPr>
                      </m:radPr>
                      <m:deg/>
                      <m:e>
                        <m:r>
                          <a:rPr lang="en-NL" i="1" dirty="0">
                            <a:latin typeface="Cambria Math" panose="02040503050406030204" pitchFamily="18" charset="0"/>
                          </a:rPr>
                          <m:t>𝑛</m:t>
                        </m:r>
                      </m:e>
                    </m:rad>
                  </m:oMath>
                </a14:m>
                <a:r>
                  <a:rPr lang="en-NL" dirty="0"/>
                  <a:t>.* </a:t>
                </a:r>
                <a:r>
                  <a:rPr lang="en-NL" b="1" dirty="0"/>
                  <a:t>Alt-text:</a:t>
                </a:r>
                <a:r>
                  <a:rPr lang="en-NL" dirty="0"/>
                  <a:t> Top half: two horizontal bar rows. First row has four blocks sized 1, 3, 3, 1; second row has eight blocks sized 1, 7, 21, 35, 35, 21, 7, 1. In each, blocks right of the central dashed axis are green and labelled "win", blocks left are red and labelled "loss", except the block immediately left of the axis, which is yellow and labelled "tie — pays 1/2". Curved arcs pair each green block with its red mirror image. Bottom half: three normalised bar silhouettes for n = 4, 8, 16 with a bell curve overlaid, the yellow central block visibly smaller in each successive silhouette.</a:t>
                </a:r>
              </a:p>
            </p:txBody>
          </p:sp>
        </mc:Choice>
        <mc:Fallback xmlns="">
          <p:sp>
            <p:nvSpPr>
              <p:cNvPr id="4" name="Text Placeholder 3">
                <a:extLst>
                  <a:ext uri="{FF2B5EF4-FFF2-40B4-BE49-F238E27FC236}">
                    <a16:creationId xmlns:a16="http://schemas.microsoft.com/office/drawing/2014/main" id="{5A529F82-6360-7227-F7BC-B71C6F8FF25D}"/>
                  </a:ext>
                </a:extLst>
              </p:cNvPr>
              <p:cNvSpPr>
                <a:spLocks noGrp="1" noRot="1" noChangeAspect="1" noMove="1" noResize="1" noEditPoints="1" noAdjustHandles="1" noChangeArrowheads="1" noChangeShapeType="1" noTextEdit="1"/>
              </p:cNvSpPr>
              <p:nvPr>
                <p:ph type="body" sz="quarter" idx="20"/>
              </p:nvPr>
            </p:nvSpPr>
            <p:spPr>
              <a:blipFill>
                <a:blip r:embed="rId2"/>
                <a:stretch>
                  <a:fillRect l="-1348" t="-988" r="-1348"/>
                </a:stretch>
              </a:blipFill>
            </p:spPr>
            <p:txBody>
              <a:bodyPr/>
              <a:lstStyle/>
              <a:p>
                <a:r>
                  <a:rPr lang="en-NL">
                    <a:noFill/>
                  </a:rPr>
                  <a:t> </a:t>
                </a:r>
              </a:p>
            </p:txBody>
          </p:sp>
        </mc:Fallback>
      </mc:AlternateContent>
    </p:spTree>
    <p:extLst>
      <p:ext uri="{BB962C8B-B14F-4D97-AF65-F5344CB8AC3E}">
        <p14:creationId xmlns:p14="http://schemas.microsoft.com/office/powerpoint/2010/main" val="7527065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0A10-7797-C356-68BA-1BFF24E6B2D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827F377-4598-4650-930F-F752C2DC980D}"/>
              </a:ext>
            </a:extLst>
          </p:cNvPr>
          <p:cNvPicPr>
            <a:picLocks noChangeAspect="1"/>
          </p:cNvPicPr>
          <p:nvPr/>
        </p:nvPicPr>
        <p:blipFill>
          <a:blip r:embed="rId2"/>
          <a:srcRect l="27830" t="1781" r="30316" b="-1781"/>
          <a:stretch>
            <a:fillRect/>
          </a:stretch>
        </p:blipFill>
        <p:spPr>
          <a:xfrm>
            <a:off x="1618279" y="1816197"/>
            <a:ext cx="6264737" cy="2260010"/>
          </a:xfrm>
          <a:prstGeom prst="rect">
            <a:avLst/>
          </a:prstGeom>
        </p:spPr>
      </p:pic>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0A8628F-6F59-41C9-2E7F-7F590D8461EB}"/>
                  </a:ext>
                </a:extLst>
              </p:cNvPr>
              <p:cNvSpPr txBox="1"/>
              <p:nvPr/>
            </p:nvSpPr>
            <p:spPr>
              <a:xfrm>
                <a:off x="847255" y="451694"/>
                <a:ext cx="7041238" cy="1077218"/>
              </a:xfrm>
              <a:prstGeom prst="rect">
                <a:avLst/>
              </a:prstGeom>
              <a:noFill/>
              <a:ln>
                <a:noFill/>
              </a:ln>
            </p:spPr>
            <p:txBody>
              <a:bodyPr wrap="square">
                <a:spAutoFit/>
              </a:bodyPr>
              <a:lstStyle/>
              <a:p>
                <a:pPr marL="0" indent="0" algn="l">
                  <a:spcAft>
                    <a:spcPts val="600"/>
                  </a:spcAft>
                  <a:buSzPct val="75000"/>
                  <a:buNone/>
                </a:pPr>
                <a:r>
                  <a:rPr lang="en-US" sz="1800" dirty="0"/>
                  <a:t>For n = 64, imagine Bob has to guess ‘1’ on </a:t>
                </a:r>
                <a:r>
                  <a:rPr lang="en-US" sz="1800" i="1" u="sng" dirty="0"/>
                  <a:t>his</a:t>
                </a:r>
                <a:r>
                  <a:rPr lang="en-US" sz="1800" dirty="0"/>
                  <a:t> index to win. </a:t>
                </a:r>
              </a:p>
              <a:p>
                <a:pPr marL="0" indent="0" algn="l">
                  <a:spcAft>
                    <a:spcPts val="600"/>
                  </a:spcAft>
                  <a:buSzPct val="75000"/>
                  <a:buNone/>
                </a:pPr>
                <a:r>
                  <a:rPr lang="en-US" sz="1800" dirty="0"/>
                  <a:t>How likely is Alice to send a ‘1’?</a:t>
                </a:r>
              </a:p>
              <a:p>
                <a:pPr marL="0" indent="0" algn="l">
                  <a:spcAft>
                    <a:spcPts val="600"/>
                  </a:spcAft>
                  <a:buSzPct val="75000"/>
                  <a:buNone/>
                </a:pPr>
                <a:r>
                  <a:rPr lang="en-US" sz="1800" dirty="0"/>
                  <a:t>Group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63</m:t>
                        </m:r>
                      </m:sup>
                    </m:sSup>
                  </m:oMath>
                </a14:m>
                <a:r>
                  <a:rPr lang="en-US" sz="1800" dirty="0"/>
                  <a:t>possible values of the n-1 other strings by the number of 1’s</a:t>
                </a:r>
              </a:p>
            </p:txBody>
          </p:sp>
        </mc:Choice>
        <mc:Fallback xmlns="">
          <p:sp>
            <p:nvSpPr>
              <p:cNvPr id="76" name="TextBox 75">
                <a:extLst>
                  <a:ext uri="{FF2B5EF4-FFF2-40B4-BE49-F238E27FC236}">
                    <a16:creationId xmlns:a16="http://schemas.microsoft.com/office/drawing/2014/main" id="{50A8628F-6F59-41C9-2E7F-7F590D8461EB}"/>
                  </a:ext>
                </a:extLst>
              </p:cNvPr>
              <p:cNvSpPr txBox="1">
                <a:spLocks noRot="1" noChangeAspect="1" noMove="1" noResize="1" noEditPoints="1" noAdjustHandles="1" noChangeArrowheads="1" noChangeShapeType="1" noTextEdit="1"/>
              </p:cNvSpPr>
              <p:nvPr/>
            </p:nvSpPr>
            <p:spPr>
              <a:xfrm>
                <a:off x="847255" y="451694"/>
                <a:ext cx="7041238" cy="1077218"/>
              </a:xfrm>
              <a:prstGeom prst="rect">
                <a:avLst/>
              </a:prstGeom>
              <a:blipFill>
                <a:blip r:embed="rId3"/>
                <a:stretch>
                  <a:fillRect l="-779" t="-2825" b="-7910"/>
                </a:stretch>
              </a:blipFill>
              <a:ln>
                <a:noFill/>
              </a:ln>
            </p:spPr>
            <p:txBody>
              <a:bodyPr/>
              <a:lstStyle/>
              <a:p>
                <a:r>
                  <a:rPr lang="en-NL">
                    <a:noFill/>
                  </a:rPr>
                  <a:t> </a:t>
                </a:r>
              </a:p>
            </p:txBody>
          </p:sp>
        </mc:Fallback>
      </mc:AlternateContent>
      <p:sp>
        <p:nvSpPr>
          <p:cNvPr id="99" name="TextBox 98">
            <a:extLst>
              <a:ext uri="{FF2B5EF4-FFF2-40B4-BE49-F238E27FC236}">
                <a16:creationId xmlns:a16="http://schemas.microsoft.com/office/drawing/2014/main" id="{D8A43ABA-D91B-F25B-6C89-F71F83E7EA34}"/>
              </a:ext>
            </a:extLst>
          </p:cNvPr>
          <p:cNvSpPr txBox="1"/>
          <p:nvPr/>
        </p:nvSpPr>
        <p:spPr>
          <a:xfrm>
            <a:off x="1843385" y="4460207"/>
            <a:ext cx="1022052"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64 x ‘1’</a:t>
            </a:r>
            <a:endParaRPr lang="en-NL" sz="1800" dirty="0"/>
          </a:p>
        </p:txBody>
      </p:sp>
      <p:sp>
        <p:nvSpPr>
          <p:cNvPr id="105" name="TextBox 104">
            <a:extLst>
              <a:ext uri="{FF2B5EF4-FFF2-40B4-BE49-F238E27FC236}">
                <a16:creationId xmlns:a16="http://schemas.microsoft.com/office/drawing/2014/main" id="{109F09C5-8BEC-8FB0-ED2E-9BB145BF7132}"/>
              </a:ext>
            </a:extLst>
          </p:cNvPr>
          <p:cNvSpPr txBox="1"/>
          <p:nvPr/>
        </p:nvSpPr>
        <p:spPr>
          <a:xfrm>
            <a:off x="4106025" y="4460207"/>
            <a:ext cx="1048429"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33 x ‘1’</a:t>
            </a:r>
            <a:endParaRPr lang="en-NL" sz="1800" dirty="0"/>
          </a:p>
        </p:txBody>
      </p:sp>
      <p:sp>
        <p:nvSpPr>
          <p:cNvPr id="109" name="TextBox 108">
            <a:extLst>
              <a:ext uri="{FF2B5EF4-FFF2-40B4-BE49-F238E27FC236}">
                <a16:creationId xmlns:a16="http://schemas.microsoft.com/office/drawing/2014/main" id="{2A1CD2A9-BE61-7223-4763-AE931D2EE547}"/>
              </a:ext>
            </a:extLst>
          </p:cNvPr>
          <p:cNvSpPr txBox="1"/>
          <p:nvPr/>
        </p:nvSpPr>
        <p:spPr>
          <a:xfrm>
            <a:off x="5364567" y="4460207"/>
            <a:ext cx="927280"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31x ‘1’</a:t>
            </a:r>
            <a:endParaRPr lang="en-NL" sz="1800" dirty="0"/>
          </a:p>
        </p:txBody>
      </p:sp>
      <p:sp>
        <p:nvSpPr>
          <p:cNvPr id="113" name="TextBox 112">
            <a:extLst>
              <a:ext uri="{FF2B5EF4-FFF2-40B4-BE49-F238E27FC236}">
                <a16:creationId xmlns:a16="http://schemas.microsoft.com/office/drawing/2014/main" id="{98525F3C-311B-7C2C-878D-A4D3993D8EF2}"/>
              </a:ext>
            </a:extLst>
          </p:cNvPr>
          <p:cNvSpPr txBox="1"/>
          <p:nvPr/>
        </p:nvSpPr>
        <p:spPr>
          <a:xfrm>
            <a:off x="6785020" y="4460207"/>
            <a:ext cx="1153272"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1 x ‘1’</a:t>
            </a:r>
            <a:endParaRPr lang="en-NL" sz="1800" dirty="0"/>
          </a:p>
        </p:txBody>
      </p:sp>
      <p:sp>
        <p:nvSpPr>
          <p:cNvPr id="129" name="TextBox 128">
            <a:extLst>
              <a:ext uri="{FF2B5EF4-FFF2-40B4-BE49-F238E27FC236}">
                <a16:creationId xmlns:a16="http://schemas.microsoft.com/office/drawing/2014/main" id="{35D2BF20-38EE-BF08-EF10-D29AA37BD139}"/>
              </a:ext>
            </a:extLst>
          </p:cNvPr>
          <p:cNvSpPr txBox="1"/>
          <p:nvPr/>
        </p:nvSpPr>
        <p:spPr>
          <a:xfrm>
            <a:off x="5652020" y="4918028"/>
            <a:ext cx="2289546" cy="725456"/>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String has mostly 0’s</a:t>
            </a:r>
          </a:p>
          <a:p>
            <a:pPr marL="0" indent="0" algn="l">
              <a:spcAft>
                <a:spcPts val="600"/>
              </a:spcAft>
              <a:buSzPct val="75000"/>
              <a:buNone/>
            </a:pPr>
            <a:r>
              <a:rPr lang="en-US" sz="1800" dirty="0"/>
              <a:t>Alice sends A ‘0’</a:t>
            </a:r>
            <a:endParaRPr lang="en-NL" sz="1800" dirty="0"/>
          </a:p>
        </p:txBody>
      </p:sp>
      <p:sp>
        <p:nvSpPr>
          <p:cNvPr id="131" name="TextBox 130">
            <a:extLst>
              <a:ext uri="{FF2B5EF4-FFF2-40B4-BE49-F238E27FC236}">
                <a16:creationId xmlns:a16="http://schemas.microsoft.com/office/drawing/2014/main" id="{7F843148-C504-9CFB-DC41-41620D671427}"/>
              </a:ext>
            </a:extLst>
          </p:cNvPr>
          <p:cNvSpPr txBox="1"/>
          <p:nvPr/>
        </p:nvSpPr>
        <p:spPr>
          <a:xfrm>
            <a:off x="1843385" y="4918028"/>
            <a:ext cx="2255699" cy="725456"/>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String has mostly 1’s</a:t>
            </a:r>
          </a:p>
          <a:p>
            <a:pPr marL="0" indent="0" algn="l">
              <a:spcAft>
                <a:spcPts val="600"/>
              </a:spcAft>
              <a:buSzPct val="75000"/>
              <a:buNone/>
            </a:pPr>
            <a:r>
              <a:rPr lang="en-US" sz="1800" dirty="0"/>
              <a:t>Alice sends A ‘1’</a:t>
            </a:r>
            <a:endParaRPr lang="en-NL" sz="1800" dirty="0"/>
          </a:p>
        </p:txBody>
      </p:sp>
      <p:sp>
        <p:nvSpPr>
          <p:cNvPr id="133" name="Right Brace 132">
            <a:extLst>
              <a:ext uri="{FF2B5EF4-FFF2-40B4-BE49-F238E27FC236}">
                <a16:creationId xmlns:a16="http://schemas.microsoft.com/office/drawing/2014/main" id="{9D0C92E9-F04E-23C9-18D4-CAC4AFB4BC73}"/>
              </a:ext>
            </a:extLst>
          </p:cNvPr>
          <p:cNvSpPr/>
          <p:nvPr/>
        </p:nvSpPr>
        <p:spPr>
          <a:xfrm rot="5400000">
            <a:off x="3274276" y="3389348"/>
            <a:ext cx="164036" cy="28711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dirty="0">
              <a:solidFill>
                <a:sysClr val="windowText" lastClr="000000"/>
              </a:solidFill>
            </a:endParaRPr>
          </a:p>
        </p:txBody>
      </p:sp>
      <p:sp>
        <p:nvSpPr>
          <p:cNvPr id="135" name="Right Brace 134">
            <a:extLst>
              <a:ext uri="{FF2B5EF4-FFF2-40B4-BE49-F238E27FC236}">
                <a16:creationId xmlns:a16="http://schemas.microsoft.com/office/drawing/2014/main" id="{0FFC19C4-66D5-5EDA-A3A8-7D900E175DE7}"/>
              </a:ext>
            </a:extLst>
          </p:cNvPr>
          <p:cNvSpPr/>
          <p:nvPr/>
        </p:nvSpPr>
        <p:spPr>
          <a:xfrm rot="5400000">
            <a:off x="6309771" y="3834885"/>
            <a:ext cx="159468" cy="204348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solidFill>
                <a:sysClr val="windowText" lastClr="000000"/>
              </a:solidFill>
            </a:endParaRPr>
          </a:p>
        </p:txBody>
      </p:sp>
      <p:sp>
        <p:nvSpPr>
          <p:cNvPr id="139" name="TextBox 138">
            <a:extLst>
              <a:ext uri="{FF2B5EF4-FFF2-40B4-BE49-F238E27FC236}">
                <a16:creationId xmlns:a16="http://schemas.microsoft.com/office/drawing/2014/main" id="{64BDE7A4-7119-6A87-9031-3630A6F73634}"/>
              </a:ext>
            </a:extLst>
          </p:cNvPr>
          <p:cNvSpPr txBox="1"/>
          <p:nvPr/>
        </p:nvSpPr>
        <p:spPr>
          <a:xfrm>
            <a:off x="4534099" y="5921802"/>
            <a:ext cx="2798842" cy="648512"/>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Tied strings: Alice sends a random ‘0’ or ‘1’.</a:t>
            </a:r>
            <a:endParaRPr lang="en-NL" sz="1800" dirty="0"/>
          </a:p>
        </p:txBody>
      </p:sp>
      <p:sp>
        <p:nvSpPr>
          <p:cNvPr id="13" name="TextBox 12">
            <a:extLst>
              <a:ext uri="{FF2B5EF4-FFF2-40B4-BE49-F238E27FC236}">
                <a16:creationId xmlns:a16="http://schemas.microsoft.com/office/drawing/2014/main" id="{0153D879-526F-45BF-F022-742A28908DA4}"/>
              </a:ext>
            </a:extLst>
          </p:cNvPr>
          <p:cNvSpPr txBox="1"/>
          <p:nvPr/>
        </p:nvSpPr>
        <p:spPr>
          <a:xfrm>
            <a:off x="843133" y="4489446"/>
            <a:ext cx="1022052" cy="371513"/>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800" dirty="0"/>
              <a:t>Nr of 1’s:</a:t>
            </a:r>
            <a:endParaRPr lang="en-NL" sz="1800" dirty="0"/>
          </a:p>
        </p:txBody>
      </p:sp>
      <p:cxnSp>
        <p:nvCxnSpPr>
          <p:cNvPr id="7" name="Straight Arrow Connector 6">
            <a:extLst>
              <a:ext uri="{FF2B5EF4-FFF2-40B4-BE49-F238E27FC236}">
                <a16:creationId xmlns:a16="http://schemas.microsoft.com/office/drawing/2014/main" id="{449627D4-3D94-D68F-F365-1FA544F6811E}"/>
              </a:ext>
            </a:extLst>
          </p:cNvPr>
          <p:cNvCxnSpPr>
            <a:cxnSpLocks/>
          </p:cNvCxnSpPr>
          <p:nvPr/>
        </p:nvCxnSpPr>
        <p:spPr>
          <a:xfrm flipH="1">
            <a:off x="4496003" y="4107291"/>
            <a:ext cx="349005" cy="40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EA2F628-BE06-A3F7-9E91-7AEAEBF40F74}"/>
              </a:ext>
            </a:extLst>
          </p:cNvPr>
          <p:cNvCxnSpPr>
            <a:cxnSpLocks/>
          </p:cNvCxnSpPr>
          <p:nvPr/>
        </p:nvCxnSpPr>
        <p:spPr>
          <a:xfrm>
            <a:off x="1686059" y="4055988"/>
            <a:ext cx="586240" cy="467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AB0252-25D4-391B-6271-86F5835B9091}"/>
              </a:ext>
            </a:extLst>
          </p:cNvPr>
          <p:cNvCxnSpPr>
            <a:cxnSpLocks/>
            <a:endCxn id="3" idx="0"/>
          </p:cNvCxnSpPr>
          <p:nvPr/>
        </p:nvCxnSpPr>
        <p:spPr>
          <a:xfrm>
            <a:off x="5058314" y="4105288"/>
            <a:ext cx="0" cy="1550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F58381-2389-5DD0-ACFF-D25314A8C350}"/>
              </a:ext>
            </a:extLst>
          </p:cNvPr>
          <p:cNvCxnSpPr>
            <a:cxnSpLocks/>
          </p:cNvCxnSpPr>
          <p:nvPr/>
        </p:nvCxnSpPr>
        <p:spPr>
          <a:xfrm flipH="1">
            <a:off x="7118130" y="4044434"/>
            <a:ext cx="586240" cy="467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3B8CA20-EAFA-613C-038E-D1A18C0C5B90}"/>
              </a:ext>
            </a:extLst>
          </p:cNvPr>
          <p:cNvCxnSpPr>
            <a:cxnSpLocks/>
          </p:cNvCxnSpPr>
          <p:nvPr/>
        </p:nvCxnSpPr>
        <p:spPr>
          <a:xfrm>
            <a:off x="5330656" y="4105288"/>
            <a:ext cx="349005" cy="401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A2BDE08-FAA9-E384-A1C6-018E96D1EF75}"/>
                  </a:ext>
                </a:extLst>
              </p:cNvPr>
              <p:cNvSpPr txBox="1"/>
              <p:nvPr/>
            </p:nvSpPr>
            <p:spPr>
              <a:xfrm>
                <a:off x="6549006" y="1912912"/>
                <a:ext cx="1306618" cy="728534"/>
              </a:xfrm>
              <a:prstGeom prst="rect">
                <a:avLst/>
              </a:prstGeom>
              <a:noFill/>
              <a:ln>
                <a:noFill/>
              </a:ln>
            </p:spPr>
            <p:txBody>
              <a:bodyPr wrap="none" lIns="90000" tIns="46800" rIns="90000" bIns="46800" rtlCol="0">
                <a:spAutoFit/>
              </a:bodyPr>
              <a:lstStyle/>
              <a:p>
                <a:pPr marL="0" indent="0" algn="l">
                  <a:spcAft>
                    <a:spcPts val="600"/>
                  </a:spcAft>
                  <a:buSzPct val="75000"/>
                  <a:buNone/>
                </a:pPr>
                <a:r>
                  <a:rPr lang="en-US" sz="1800" dirty="0"/>
                  <a:t>Bell curve</a:t>
                </a:r>
              </a:p>
              <a:p>
                <a:pPr marL="0" indent="0" algn="l">
                  <a:spcAft>
                    <a:spcPts val="600"/>
                  </a:spcAft>
                  <a:buSzPct val="75000"/>
                  <a:buNone/>
                </a:pPr>
                <a:r>
                  <a:rPr lang="en-US" sz="1800" dirty="0"/>
                  <a:t>Height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rad>
                      <m:radPr>
                        <m:degHide m:val="on"/>
                        <m:ctrlPr>
                          <a:rPr lang="en-NL" sz="180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𝑛</m:t>
                        </m:r>
                      </m:e>
                    </m:rad>
                  </m:oMath>
                </a14:m>
                <a:endParaRPr lang="en-NL" sz="1800" dirty="0"/>
              </a:p>
            </p:txBody>
          </p:sp>
        </mc:Choice>
        <mc:Fallback xmlns="">
          <p:sp>
            <p:nvSpPr>
              <p:cNvPr id="30" name="TextBox 29">
                <a:extLst>
                  <a:ext uri="{FF2B5EF4-FFF2-40B4-BE49-F238E27FC236}">
                    <a16:creationId xmlns:a16="http://schemas.microsoft.com/office/drawing/2014/main" id="{AA2BDE08-FAA9-E384-A1C6-018E96D1EF75}"/>
                  </a:ext>
                </a:extLst>
              </p:cNvPr>
              <p:cNvSpPr txBox="1">
                <a:spLocks noRot="1" noChangeAspect="1" noMove="1" noResize="1" noEditPoints="1" noAdjustHandles="1" noChangeArrowheads="1" noChangeShapeType="1" noTextEdit="1"/>
              </p:cNvSpPr>
              <p:nvPr/>
            </p:nvSpPr>
            <p:spPr>
              <a:xfrm>
                <a:off x="6549006" y="1912912"/>
                <a:ext cx="1306618" cy="728534"/>
              </a:xfrm>
              <a:prstGeom prst="rect">
                <a:avLst/>
              </a:prstGeom>
              <a:blipFill>
                <a:blip r:embed="rId4"/>
                <a:stretch>
                  <a:fillRect l="-3721" t="-5042" b="-12605"/>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7F225BA1-CB0B-5DAC-DE6C-C640A59E708C}"/>
              </a:ext>
            </a:extLst>
          </p:cNvPr>
          <p:cNvSpPr txBox="1"/>
          <p:nvPr/>
        </p:nvSpPr>
        <p:spPr>
          <a:xfrm>
            <a:off x="4534099" y="5655932"/>
            <a:ext cx="1048429" cy="371513"/>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t>32 x ‘1’</a:t>
            </a:r>
            <a:endParaRPr lang="en-NL" sz="18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DA43B60-E066-95F4-01BE-342AF1F4B4EF}"/>
                  </a:ext>
                </a:extLst>
              </p:cNvPr>
              <p:cNvSpPr txBox="1"/>
              <p:nvPr/>
            </p:nvSpPr>
            <p:spPr>
              <a:xfrm>
                <a:off x="554868" y="6981037"/>
                <a:ext cx="8123446" cy="1350371"/>
              </a:xfrm>
              <a:prstGeom prst="rect">
                <a:avLst/>
              </a:prstGeom>
              <a:noFill/>
              <a:ln>
                <a:noFill/>
              </a:ln>
            </p:spPr>
            <p:txBody>
              <a:bodyPr wrap="square" lIns="90000" tIns="46800" rIns="90000" bIns="46800" rtlCol="0">
                <a:spAutoFit/>
              </a:bodyPr>
              <a:lstStyle/>
              <a:p>
                <a:pPr marL="0" indent="0" algn="l">
                  <a:spcAft>
                    <a:spcPts val="600"/>
                  </a:spcAft>
                  <a:buSzPct val="75000"/>
                  <a:buNone/>
                </a:pPr>
                <a:r>
                  <a:rPr lang="en-US" sz="1800" dirty="0">
                    <a:sym typeface="Wingdings" panose="05000000000000000000" pitchFamily="2" charset="2"/>
                  </a:rPr>
                  <a:t>Number of tied strings scales as </a:t>
                </a:r>
                <a14:m>
                  <m:oMath xmlns:m="http://schemas.openxmlformats.org/officeDocument/2006/math">
                    <m:rad>
                      <m:radPr>
                        <m:degHide m:val="on"/>
                        <m:ctrlPr>
                          <a:rPr lang="en-US" sz="1800" i="1" smtClean="0">
                            <a:latin typeface="Cambria Math" panose="02040503050406030204" pitchFamily="18" charset="0"/>
                            <a:sym typeface="Wingdings" panose="05000000000000000000" pitchFamily="2" charset="2"/>
                          </a:rPr>
                        </m:ctrlPr>
                      </m:radPr>
                      <m:deg/>
                      <m:e>
                        <m:r>
                          <a:rPr lang="en-US" sz="1800" b="0" i="1" smtClean="0">
                            <a:latin typeface="Cambria Math" panose="02040503050406030204" pitchFamily="18" charset="0"/>
                            <a:sym typeface="Wingdings" panose="05000000000000000000" pitchFamily="2" charset="2"/>
                          </a:rPr>
                          <m:t>𝑛</m:t>
                        </m:r>
                      </m:e>
                    </m:rad>
                  </m:oMath>
                </a14:m>
                <a:endParaRPr lang="en-US" sz="1800" dirty="0">
                  <a:sym typeface="Wingdings" panose="05000000000000000000" pitchFamily="2" charset="2"/>
                </a:endParaRPr>
              </a:p>
              <a:p>
                <a:pPr marL="0" indent="0" algn="l">
                  <a:spcAft>
                    <a:spcPts val="600"/>
                  </a:spcAft>
                  <a:buSzPct val="75000"/>
                  <a:buNone/>
                </a:pPr>
                <a:r>
                  <a:rPr lang="en-US" sz="1800" dirty="0">
                    <a:sym typeface="Wingdings" panose="05000000000000000000" pitchFamily="2" charset="2"/>
                  </a:rPr>
                  <a:t>The probability to have a tied string as </a:t>
                </a:r>
                <a14:m>
                  <m:oMath xmlns:m="http://schemas.openxmlformats.org/officeDocument/2006/math">
                    <m:f>
                      <m:fPr>
                        <m:ctrlPr>
                          <a:rPr lang="en-US" sz="1800" i="1" smtClean="0">
                            <a:latin typeface="Cambria Math" panose="02040503050406030204" pitchFamily="18" charset="0"/>
                            <a:sym typeface="Wingdings" panose="05000000000000000000" pitchFamily="2" charset="2"/>
                          </a:rPr>
                        </m:ctrlPr>
                      </m:fPr>
                      <m:num>
                        <m:rad>
                          <m:radPr>
                            <m:degHide m:val="on"/>
                            <m:ctrlPr>
                              <a:rPr lang="en-US" sz="1800" i="1" smtClean="0">
                                <a:latin typeface="Cambria Math" panose="02040503050406030204" pitchFamily="18" charset="0"/>
                                <a:sym typeface="Wingdings" panose="05000000000000000000" pitchFamily="2" charset="2"/>
                              </a:rPr>
                            </m:ctrlPr>
                          </m:radPr>
                          <m:deg/>
                          <m:e>
                            <m:r>
                              <a:rPr lang="en-US" sz="1800" b="0" i="1" smtClean="0">
                                <a:latin typeface="Cambria Math" panose="02040503050406030204" pitchFamily="18" charset="0"/>
                                <a:sym typeface="Wingdings" panose="05000000000000000000" pitchFamily="2" charset="2"/>
                              </a:rPr>
                              <m:t>𝑛</m:t>
                            </m:r>
                          </m:e>
                        </m:rad>
                      </m:num>
                      <m:den>
                        <m:r>
                          <a:rPr lang="en-US" sz="1800" b="0" i="1" smtClean="0">
                            <a:latin typeface="Cambria Math" panose="02040503050406030204" pitchFamily="18" charset="0"/>
                            <a:sym typeface="Wingdings" panose="05000000000000000000" pitchFamily="2" charset="2"/>
                          </a:rPr>
                          <m:t>𝑛</m:t>
                        </m:r>
                      </m:den>
                    </m:f>
                    <m:r>
                      <a:rPr lang="en-US" sz="1800" b="0" i="1" smtClean="0">
                        <a:latin typeface="Cambria Math" panose="02040503050406030204" pitchFamily="18" charset="0"/>
                        <a:sym typeface="Wingdings" panose="05000000000000000000" pitchFamily="2" charset="2"/>
                      </a:rPr>
                      <m:t>=</m:t>
                    </m:r>
                    <m:f>
                      <m:fPr>
                        <m:type m:val="skw"/>
                        <m:ctrlPr>
                          <a:rPr lang="en-US" sz="1800" b="0" i="1" smtClean="0">
                            <a:latin typeface="Cambria Math" panose="02040503050406030204" pitchFamily="18" charset="0"/>
                            <a:sym typeface="Wingdings" panose="05000000000000000000" pitchFamily="2" charset="2"/>
                          </a:rPr>
                        </m:ctrlPr>
                      </m:fPr>
                      <m:num>
                        <m:r>
                          <a:rPr lang="en-US" sz="1800" b="0" i="1" smtClean="0">
                            <a:latin typeface="Cambria Math" panose="02040503050406030204" pitchFamily="18" charset="0"/>
                            <a:sym typeface="Wingdings" panose="05000000000000000000" pitchFamily="2" charset="2"/>
                          </a:rPr>
                          <m:t>1</m:t>
                        </m:r>
                      </m:num>
                      <m:den>
                        <m:rad>
                          <m:radPr>
                            <m:degHide m:val="on"/>
                            <m:ctrlPr>
                              <a:rPr lang="en-US" sz="1800" b="0" i="1" smtClean="0">
                                <a:latin typeface="Cambria Math" panose="02040503050406030204" pitchFamily="18" charset="0"/>
                                <a:sym typeface="Wingdings" panose="05000000000000000000" pitchFamily="2" charset="2"/>
                              </a:rPr>
                            </m:ctrlPr>
                          </m:radPr>
                          <m:deg/>
                          <m:e>
                            <m:r>
                              <a:rPr lang="en-US" sz="1800" b="0" i="1" smtClean="0">
                                <a:latin typeface="Cambria Math" panose="02040503050406030204" pitchFamily="18" charset="0"/>
                                <a:sym typeface="Wingdings" panose="05000000000000000000" pitchFamily="2" charset="2"/>
                              </a:rPr>
                              <m:t>𝑛</m:t>
                            </m:r>
                          </m:e>
                        </m:rad>
                      </m:den>
                    </m:f>
                  </m:oMath>
                </a14:m>
                <a:endParaRPr lang="en-US" sz="1800" dirty="0">
                  <a:sym typeface="Wingdings" panose="05000000000000000000" pitchFamily="2" charset="2"/>
                </a:endParaRPr>
              </a:p>
              <a:p>
                <a:pPr>
                  <a:spcAft>
                    <a:spcPts val="600"/>
                  </a:spcAft>
                  <a:buSzPct val="75000"/>
                </a:pPr>
                <a:r>
                  <a:rPr lang="en-US" sz="1800" dirty="0">
                    <a:sym typeface="Wingdings" panose="05000000000000000000" pitchFamily="2" charset="2"/>
                  </a:rPr>
                  <a:t>Win rate </a:t>
                </a:r>
                <a14:m>
                  <m:oMath xmlns:m="http://schemas.openxmlformats.org/officeDocument/2006/math">
                    <m:r>
                      <a:rPr lang="en-US" sz="1800" b="0" i="1" smtClean="0">
                        <a:latin typeface="Cambria Math" panose="02040503050406030204" pitchFamily="18" charset="0"/>
                        <a:sym typeface="Wingdings" panose="05000000000000000000" pitchFamily="2" charset="2"/>
                      </a:rPr>
                      <m:t>𝑃</m:t>
                    </m:r>
                    <m:r>
                      <a:rPr lang="en-US" sz="1800" b="0" i="1" smtClean="0">
                        <a:latin typeface="Cambria Math" panose="02040503050406030204" pitchFamily="18" charset="0"/>
                        <a:sym typeface="Wingdings" panose="05000000000000000000" pitchFamily="2" charset="2"/>
                      </a:rPr>
                      <m:t>= </m:t>
                    </m:r>
                    <m:f>
                      <m:fPr>
                        <m:ctrlPr>
                          <a:rPr lang="en-NL" sz="1800" b="0" i="1" smtClean="0">
                            <a:latin typeface="Cambria Math" panose="02040503050406030204" pitchFamily="18" charset="0"/>
                            <a:sym typeface="Wingdings" panose="05000000000000000000" pitchFamily="2" charset="2"/>
                          </a:rPr>
                        </m:ctrlPr>
                      </m:fPr>
                      <m:num>
                        <m:r>
                          <a:rPr lang="en-US" sz="1800" b="0" i="1" smtClean="0">
                            <a:latin typeface="Cambria Math" panose="02040503050406030204" pitchFamily="18" charset="0"/>
                            <a:sym typeface="Wingdings" panose="05000000000000000000" pitchFamily="2" charset="2"/>
                          </a:rPr>
                          <m:t>1</m:t>
                        </m:r>
                      </m:num>
                      <m:den>
                        <m:r>
                          <a:rPr lang="en-US" sz="1800" b="0" i="1" smtClean="0">
                            <a:latin typeface="Cambria Math" panose="02040503050406030204" pitchFamily="18" charset="0"/>
                            <a:sym typeface="Wingdings" panose="05000000000000000000" pitchFamily="2" charset="2"/>
                          </a:rPr>
                          <m:t>2</m:t>
                        </m:r>
                      </m:den>
                    </m:f>
                    <m:r>
                      <a:rPr lang="en-US" sz="1800" b="0" i="1" smtClean="0">
                        <a:latin typeface="Cambria Math" panose="02040503050406030204" pitchFamily="18" charset="0"/>
                        <a:sym typeface="Wingdings" panose="05000000000000000000" pitchFamily="2" charset="2"/>
                      </a:rPr>
                      <m:t>+ </m:t>
                    </m:r>
                    <m:f>
                      <m:fPr>
                        <m:ctrlPr>
                          <a:rPr lang="en-NL" sz="1800" b="0" i="1" smtClean="0">
                            <a:latin typeface="Cambria Math" panose="02040503050406030204" pitchFamily="18" charset="0"/>
                            <a:sym typeface="Wingdings" panose="05000000000000000000" pitchFamily="2" charset="2"/>
                          </a:rPr>
                        </m:ctrlPr>
                      </m:fPr>
                      <m:num>
                        <m:r>
                          <a:rPr lang="en-US" sz="1800" b="0" i="1" smtClean="0">
                            <a:latin typeface="Cambria Math" panose="02040503050406030204" pitchFamily="18" charset="0"/>
                            <a:sym typeface="Wingdings" panose="05000000000000000000" pitchFamily="2" charset="2"/>
                          </a:rPr>
                          <m:t>1</m:t>
                        </m:r>
                      </m:num>
                      <m:den>
                        <m:r>
                          <a:rPr lang="en-US" sz="1800" b="0" i="1" smtClean="0">
                            <a:latin typeface="Cambria Math" panose="02040503050406030204" pitchFamily="18" charset="0"/>
                            <a:sym typeface="Wingdings" panose="05000000000000000000" pitchFamily="2" charset="2"/>
                          </a:rPr>
                          <m:t>2</m:t>
                        </m:r>
                      </m:den>
                    </m:f>
                    <m:r>
                      <a:rPr lang="en-US" sz="1800" b="0" i="1" smtClean="0">
                        <a:latin typeface="Cambria Math" panose="02040503050406030204" pitchFamily="18" charset="0"/>
                        <a:sym typeface="Wingdings" panose="05000000000000000000" pitchFamily="2" charset="2"/>
                      </a:rPr>
                      <m:t> </m:t>
                    </m:r>
                    <m:r>
                      <a:rPr lang="en-US" sz="18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NL" sz="1800" b="0" i="1" smtClean="0">
                            <a:latin typeface="Cambria Math" panose="02040503050406030204" pitchFamily="18" charset="0"/>
                            <a:sym typeface="Wingdings" panose="05000000000000000000" pitchFamily="2" charset="2"/>
                          </a:rPr>
                        </m:ctrlPr>
                      </m:sSubPr>
                      <m:e>
                        <m:r>
                          <a:rPr lang="en-US" sz="1800" b="0" i="1" smtClean="0">
                            <a:latin typeface="Cambria Math" panose="02040503050406030204" pitchFamily="18" charset="0"/>
                            <a:sym typeface="Wingdings" panose="05000000000000000000" pitchFamily="2" charset="2"/>
                          </a:rPr>
                          <m:t>𝑃</m:t>
                        </m:r>
                      </m:e>
                      <m:sub>
                        <m:r>
                          <a:rPr lang="en-US" sz="1800" b="0" i="1" smtClean="0">
                            <a:latin typeface="Cambria Math" panose="02040503050406030204" pitchFamily="18" charset="0"/>
                            <a:sym typeface="Wingdings" panose="05000000000000000000" pitchFamily="2" charset="2"/>
                          </a:rPr>
                          <m:t>𝑡𝑖𝑒</m:t>
                        </m:r>
                      </m:sub>
                    </m:sSub>
                  </m:oMath>
                </a14:m>
                <a:r>
                  <a:rPr lang="en-US" sz="1800" baseline="-25000" dirty="0"/>
                  <a:t> </a:t>
                </a:r>
                <a:r>
                  <a:rPr lang="en-US" sz="1800" dirty="0"/>
                  <a:t>approaches 50% at rate </a:t>
                </a:r>
                <a14:m>
                  <m:oMath xmlns:m="http://schemas.openxmlformats.org/officeDocument/2006/math">
                    <m:f>
                      <m:fPr>
                        <m:type m:val="skw"/>
                        <m:ctrlPr>
                          <a:rPr lang="en-US" sz="1800" i="1">
                            <a:latin typeface="Cambria Math" panose="02040503050406030204" pitchFamily="18" charset="0"/>
                            <a:sym typeface="Wingdings" panose="05000000000000000000" pitchFamily="2" charset="2"/>
                          </a:rPr>
                        </m:ctrlPr>
                      </m:fPr>
                      <m:num>
                        <m:r>
                          <a:rPr lang="en-US" sz="1800" i="1">
                            <a:latin typeface="Cambria Math" panose="02040503050406030204" pitchFamily="18" charset="0"/>
                            <a:sym typeface="Wingdings" panose="05000000000000000000" pitchFamily="2" charset="2"/>
                          </a:rPr>
                          <m:t>1</m:t>
                        </m:r>
                      </m:num>
                      <m:den>
                        <m:rad>
                          <m:radPr>
                            <m:degHide m:val="on"/>
                            <m:ctrlPr>
                              <a:rPr lang="en-US" sz="1800" i="1">
                                <a:latin typeface="Cambria Math" panose="02040503050406030204" pitchFamily="18" charset="0"/>
                                <a:sym typeface="Wingdings" panose="05000000000000000000" pitchFamily="2" charset="2"/>
                              </a:rPr>
                            </m:ctrlPr>
                          </m:radPr>
                          <m:deg/>
                          <m:e>
                            <m:r>
                              <a:rPr lang="en-US" sz="1800" i="1">
                                <a:latin typeface="Cambria Math" panose="02040503050406030204" pitchFamily="18" charset="0"/>
                                <a:sym typeface="Wingdings" panose="05000000000000000000" pitchFamily="2" charset="2"/>
                              </a:rPr>
                              <m:t>𝑛</m:t>
                            </m:r>
                          </m:e>
                        </m:rad>
                      </m:den>
                    </m:f>
                  </m:oMath>
                </a14:m>
                <a:r>
                  <a:rPr lang="en-US" sz="1800" dirty="0"/>
                  <a:t> </a:t>
                </a:r>
                <a:endParaRPr lang="en-NL" sz="1800" dirty="0"/>
              </a:p>
            </p:txBody>
          </p:sp>
        </mc:Choice>
        <mc:Fallback xmlns="">
          <p:sp>
            <p:nvSpPr>
              <p:cNvPr id="12" name="TextBox 11">
                <a:extLst>
                  <a:ext uri="{FF2B5EF4-FFF2-40B4-BE49-F238E27FC236}">
                    <a16:creationId xmlns:a16="http://schemas.microsoft.com/office/drawing/2014/main" id="{ADA43B60-E066-95F4-01BE-342AF1F4B4EF}"/>
                  </a:ext>
                </a:extLst>
              </p:cNvPr>
              <p:cNvSpPr txBox="1">
                <a:spLocks noRot="1" noChangeAspect="1" noMove="1" noResize="1" noEditPoints="1" noAdjustHandles="1" noChangeArrowheads="1" noChangeShapeType="1" noTextEdit="1"/>
              </p:cNvSpPr>
              <p:nvPr/>
            </p:nvSpPr>
            <p:spPr>
              <a:xfrm>
                <a:off x="554868" y="6981037"/>
                <a:ext cx="8123446" cy="1350371"/>
              </a:xfrm>
              <a:prstGeom prst="rect">
                <a:avLst/>
              </a:prstGeom>
              <a:blipFill>
                <a:blip r:embed="rId5"/>
                <a:stretch>
                  <a:fillRect l="-675" t="-1802" b="-62162"/>
                </a:stretch>
              </a:blipFill>
              <a:ln>
                <a:noFill/>
              </a:ln>
            </p:spPr>
            <p:txBody>
              <a:bodyPr/>
              <a:lstStyle/>
              <a:p>
                <a:r>
                  <a:rPr lang="en-NL">
                    <a:noFill/>
                  </a:rPr>
                  <a:t> </a:t>
                </a:r>
              </a:p>
            </p:txBody>
          </p:sp>
        </mc:Fallback>
      </mc:AlternateContent>
      <p:cxnSp>
        <p:nvCxnSpPr>
          <p:cNvPr id="16" name="Straight Connector 15">
            <a:extLst>
              <a:ext uri="{FF2B5EF4-FFF2-40B4-BE49-F238E27FC236}">
                <a16:creationId xmlns:a16="http://schemas.microsoft.com/office/drawing/2014/main" id="{EBE9163A-7640-40DC-C025-5CC8CAAB58CA}"/>
              </a:ext>
            </a:extLst>
          </p:cNvPr>
          <p:cNvCxnSpPr>
            <a:cxnSpLocks/>
          </p:cNvCxnSpPr>
          <p:nvPr/>
        </p:nvCxnSpPr>
        <p:spPr>
          <a:xfrm>
            <a:off x="4835172" y="1831883"/>
            <a:ext cx="2813985" cy="2025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04309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a16="http://schemas.microsoft.com/office/drawing/2014/main"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BDD03E-C5E4-5B3B-E1A6-63B08082597B}"/>
              </a:ext>
            </a:extLst>
          </p:cNvPr>
          <p:cNvSpPr>
            <a:spLocks noGrp="1"/>
          </p:cNvSpPr>
          <p:nvPr>
            <p:ph type="sldNum" sz="quarter" idx="4294967295"/>
          </p:nvPr>
        </p:nvSpPr>
        <p:spPr>
          <a:xfrm>
            <a:off x="182124" y="8723955"/>
            <a:ext cx="199973" cy="161854"/>
          </a:xfrm>
          <a:prstGeom prst="rect">
            <a:avLst/>
          </a:prstGeom>
        </p:spPr>
        <p:txBody>
          <a:bodyPr/>
          <a:lstStyle/>
          <a:p>
            <a:fld id="{A5163908-529D-4A49-892F-D37C4044DFD8}" type="slidenum">
              <a:rPr lang="en-US" smtClean="0"/>
              <a:pPr/>
              <a:t>15</a:t>
            </a:fld>
            <a:endParaRPr lang="en-US" dirty="0"/>
          </a:p>
        </p:txBody>
      </p:sp>
      <p:pic>
        <p:nvPicPr>
          <p:cNvPr id="11" name="Picture 10" descr="A blue and white logo&#10;&#10;AI-generated content may be incorrect.">
            <a:extLst>
              <a:ext uri="{FF2B5EF4-FFF2-40B4-BE49-F238E27FC236}">
                <a16:creationId xmlns:a16="http://schemas.microsoft.com/office/drawing/2014/main" id="{978E574F-6690-DCDE-6622-4BF19EBDD112}"/>
              </a:ext>
            </a:extLst>
          </p:cNvPr>
          <p:cNvPicPr>
            <a:picLocks noChangeAspect="1"/>
          </p:cNvPicPr>
          <p:nvPr/>
        </p:nvPicPr>
        <p:blipFill>
          <a:blip r:embed="rId5"/>
          <a:stretch>
            <a:fillRect/>
          </a:stretch>
        </p:blipFill>
        <p:spPr>
          <a:xfrm>
            <a:off x="769620" y="2027449"/>
            <a:ext cx="3597434" cy="3597434"/>
          </a:xfrm>
          <a:prstGeom prst="rect">
            <a:avLst/>
          </a:prstGeom>
        </p:spPr>
      </p:pic>
      <p:sp>
        <p:nvSpPr>
          <p:cNvPr id="13" name="Text Placeholder 6">
            <a:extLst>
              <a:ext uri="{FF2B5EF4-FFF2-40B4-BE49-F238E27FC236}">
                <a16:creationId xmlns:a16="http://schemas.microsoft.com/office/drawing/2014/main" id="{F58AC6B1-E1B8-4377-1968-5ABEBF439D6E}"/>
              </a:ext>
            </a:extLst>
          </p:cNvPr>
          <p:cNvSpPr txBox="1">
            <a:spLocks/>
          </p:cNvSpPr>
          <p:nvPr/>
        </p:nvSpPr>
        <p:spPr>
          <a:xfrm>
            <a:off x="5653663" y="6335590"/>
            <a:ext cx="3136959" cy="256094"/>
          </a:xfrm>
          <a:prstGeom prst="rect">
            <a:avLst/>
          </a:prstGeom>
        </p:spPr>
        <p:txBody>
          <a:bodyPr vert="horz" lIns="0" tIns="0" rIns="0" bIns="0" spcCol="324000" rtlCol="0">
            <a:noAutofit/>
          </a:bodyPr>
          <a:lstStyle>
            <a:lvl1pPr marL="146304" indent="-146304"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1pPr>
            <a:lvl2pPr marL="2952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2pPr>
            <a:lvl3pPr marL="4428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3pPr>
            <a:lvl4pPr marL="590400" indent="-147600" algn="l" defTabSz="183600" rtl="0" eaLnBrk="1" latinLnBrk="0" hangingPunct="1">
              <a:lnSpc>
                <a:spcPct val="100000"/>
              </a:lnSpc>
              <a:spcBef>
                <a:spcPts val="0"/>
              </a:spcBef>
              <a:spcAft>
                <a:spcPts val="600"/>
              </a:spcAft>
              <a:buClr>
                <a:srgbClr val="000000"/>
              </a:buClr>
              <a:buSzPct val="75000"/>
              <a:buChar char="•"/>
              <a:defRPr lang="en-US" sz="1400" b="0" i="0" kern="1200" dirty="0">
                <a:solidFill>
                  <a:schemeClr val="tx1"/>
                </a:solidFill>
                <a:latin typeface="Calibri" panose="020F0502020204030204" pitchFamily="34" charset="0"/>
                <a:ea typeface="+mn-ea"/>
                <a:cs typeface="Calibri Light" panose="020F0302020204030204" pitchFamily="34" charset="0"/>
              </a:defRPr>
            </a:lvl4pPr>
            <a:lvl5pPr marL="738000" indent="-147600" algn="l" defTabSz="183600" rtl="0" eaLnBrk="1" latinLnBrk="0" hangingPunct="1">
              <a:lnSpc>
                <a:spcPct val="100000"/>
              </a:lnSpc>
              <a:spcBef>
                <a:spcPts val="0"/>
              </a:spcBef>
              <a:spcAft>
                <a:spcPts val="600"/>
              </a:spcAft>
              <a:buClr>
                <a:srgbClr val="000000"/>
              </a:buClr>
              <a:buSzPct val="75000"/>
              <a:buChar char="•"/>
              <a:defRPr lang="en-IN" sz="1400" kern="1200">
                <a:solidFill>
                  <a:schemeClr val="tx1"/>
                </a:solidFill>
                <a:latin typeface="Calibri" panose="020F0502020204030204" pitchFamily="34" charset="0"/>
                <a:ea typeface="+mn-ea"/>
                <a:cs typeface="+mn-cs"/>
              </a:defRPr>
            </a:lvl5pPr>
            <a:lvl6pPr marL="885600" indent="-147600" algn="l" defTabSz="914354" rtl="0" eaLnBrk="1" latinLnBrk="0" hangingPunct="1">
              <a:lnSpc>
                <a:spcPct val="100000"/>
              </a:lnSpc>
              <a:spcBef>
                <a:spcPts val="0"/>
              </a:spcBef>
              <a:spcAft>
                <a:spcPts val="600"/>
              </a:spcAft>
              <a:buSzPct val="75000"/>
              <a:buChar char="•"/>
              <a:defRPr lang="en-US" sz="1400" kern="1200">
                <a:solidFill>
                  <a:schemeClr val="tx1"/>
                </a:solidFill>
                <a:latin typeface="Calibri" panose="020F0502020204030204" pitchFamily="34" charset="0"/>
                <a:ea typeface="+mn-ea"/>
                <a:cs typeface="+mn-cs"/>
              </a:defRPr>
            </a:lvl6pPr>
            <a:lvl7pPr marL="10332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7pPr>
            <a:lvl8pPr marL="11808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8pPr>
            <a:lvl9pPr marL="1328400" indent="-147600" algn="l" defTabSz="914354" rtl="0" eaLnBrk="1" latinLnBrk="0" hangingPunct="1">
              <a:lnSpc>
                <a:spcPct val="100000"/>
              </a:lnSpc>
              <a:spcBef>
                <a:spcPts val="0"/>
              </a:spcBef>
              <a:spcAft>
                <a:spcPts val="600"/>
              </a:spcAft>
              <a:buSzPct val="75000"/>
              <a:buChar char="•"/>
              <a:defRPr sz="1400" kern="1200">
                <a:solidFill>
                  <a:schemeClr val="tx1"/>
                </a:solidFill>
                <a:latin typeface="Calibri" panose="020F0502020204030204" pitchFamily="34" charset="0"/>
                <a:ea typeface="+mn-ea"/>
                <a:cs typeface="+mn-cs"/>
              </a:defRPr>
            </a:lvl9pPr>
          </a:lstStyle>
          <a:p>
            <a:pPr marL="0" indent="0">
              <a:buNone/>
            </a:pPr>
            <a:endParaRPr lang="en-US" dirty="0"/>
          </a:p>
        </p:txBody>
      </p:sp>
      <p:sp>
        <p:nvSpPr>
          <p:cNvPr id="10" name="TextBox 9">
            <a:extLst>
              <a:ext uri="{FF2B5EF4-FFF2-40B4-BE49-F238E27FC236}">
                <a16:creationId xmlns:a16="http://schemas.microsoft.com/office/drawing/2014/main" id="{0DBC65C3-CE68-8925-F835-088271516DCE}"/>
              </a:ext>
            </a:extLst>
          </p:cNvPr>
          <p:cNvSpPr txBox="1"/>
          <p:nvPr/>
        </p:nvSpPr>
        <p:spPr>
          <a:xfrm>
            <a:off x="4655584" y="5040108"/>
            <a:ext cx="4572000" cy="584775"/>
          </a:xfrm>
          <a:prstGeom prst="rect">
            <a:avLst/>
          </a:prstGeom>
          <a:noFill/>
          <a:ln>
            <a:noFill/>
          </a:ln>
        </p:spPr>
        <p:txBody>
          <a:bodyPr wrap="square">
            <a:spAutoFit/>
          </a:bodyPr>
          <a:lstStyle/>
          <a:p>
            <a:r>
              <a:rPr lang="en-US" sz="1600" dirty="0"/>
              <a:t>(or check out the repo at </a:t>
            </a:r>
            <a:r>
              <a:rPr lang="en-NL" sz="1600" dirty="0"/>
              <a:t>https://github.com/robhendrik/QSeaBattle</a:t>
            </a:r>
            <a:r>
              <a:rPr lang="en-US" sz="1600" dirty="0"/>
              <a:t>)</a:t>
            </a:r>
            <a:endParaRPr lang="en-NL" sz="1600" dirty="0"/>
          </a:p>
        </p:txBody>
      </p:sp>
      <p:pic>
        <p:nvPicPr>
          <p:cNvPr id="15" name="Picture 14">
            <a:extLst>
              <a:ext uri="{FF2B5EF4-FFF2-40B4-BE49-F238E27FC236}">
                <a16:creationId xmlns:a16="http://schemas.microsoft.com/office/drawing/2014/main" id="{DB169B00-78EF-898A-FF78-AC3AD383EBD6}"/>
              </a:ext>
            </a:extLst>
          </p:cNvPr>
          <p:cNvPicPr>
            <a:picLocks noChangeAspect="1"/>
          </p:cNvPicPr>
          <p:nvPr/>
        </p:nvPicPr>
        <p:blipFill>
          <a:blip r:embed="rId6"/>
          <a:stretch>
            <a:fillRect/>
          </a:stretch>
        </p:blipFill>
        <p:spPr>
          <a:xfrm>
            <a:off x="5372327" y="2197220"/>
            <a:ext cx="2276268" cy="2251704"/>
          </a:xfrm>
          <a:prstGeom prst="rect">
            <a:avLst/>
          </a:prstGeom>
        </p:spPr>
      </p:pic>
      <p:sp>
        <p:nvSpPr>
          <p:cNvPr id="17" name="TextBox 16">
            <a:extLst>
              <a:ext uri="{FF2B5EF4-FFF2-40B4-BE49-F238E27FC236}">
                <a16:creationId xmlns:a16="http://schemas.microsoft.com/office/drawing/2014/main" id="{3C592AA7-02FF-7760-2D8C-85C4CE684335}"/>
              </a:ext>
            </a:extLst>
          </p:cNvPr>
          <p:cNvSpPr txBox="1"/>
          <p:nvPr/>
        </p:nvSpPr>
        <p:spPr>
          <a:xfrm>
            <a:off x="4655584" y="4552156"/>
            <a:ext cx="4572000" cy="338554"/>
          </a:xfrm>
          <a:prstGeom prst="rect">
            <a:avLst/>
          </a:prstGeom>
          <a:noFill/>
          <a:ln>
            <a:noFill/>
          </a:ln>
        </p:spPr>
        <p:txBody>
          <a:bodyPr wrap="square">
            <a:spAutoFit/>
          </a:bodyPr>
          <a:lstStyle/>
          <a:p>
            <a:r>
              <a:rPr lang="en-NL" sz="1600" dirty="0"/>
              <a:t>https://robhendrik.github.io/QSeaBattle/</a:t>
            </a:r>
          </a:p>
        </p:txBody>
      </p:sp>
    </p:spTree>
    <p:custDataLst>
      <p:custData r:id="rId1"/>
      <p:custData r:id="rId2"/>
    </p:custDataLst>
    <p:extLst>
      <p:ext uri="{BB962C8B-B14F-4D97-AF65-F5344CB8AC3E}">
        <p14:creationId xmlns:p14="http://schemas.microsoft.com/office/powerpoint/2010/main" val="105841888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xmlns:a16="http://schemas.microsoft.com/office/drawing/2014/main">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pDBUoc6Sy.lkCHWo1uwOA"/>
</p:tagLst>
</file>

<file path=ppt/theme/theme1.xml><?xml version="1.0" encoding="utf-8"?>
<a:theme xmlns:a="http://schemas.openxmlformats.org/drawingml/2006/main" name="Slide Master Only: November 2024">
  <a:themeElements>
    <a:clrScheme name="Philips">
      <a:dk1>
        <a:srgbClr val="000000"/>
      </a:dk1>
      <a:lt1>
        <a:srgbClr val="FFFFFF"/>
      </a:lt1>
      <a:dk2>
        <a:srgbClr val="0B5ED7"/>
      </a:dk2>
      <a:lt2>
        <a:srgbClr val="BDF0FF"/>
      </a:lt2>
      <a:accent1>
        <a:srgbClr val="00126E"/>
      </a:accent1>
      <a:accent2>
        <a:srgbClr val="02DA20"/>
      </a:accent2>
      <a:accent3>
        <a:srgbClr val="F85569"/>
      </a:accent3>
      <a:accent4>
        <a:srgbClr val="FFCF50"/>
      </a:accent4>
      <a:accent5>
        <a:srgbClr val="FA8DDC"/>
      </a:accent5>
      <a:accent6>
        <a:srgbClr val="D780FF"/>
      </a:accent6>
      <a:hlink>
        <a:srgbClr val="0B5ED7"/>
      </a:hlink>
      <a:folHlink>
        <a:srgbClr val="0B5ED7"/>
      </a:folHlink>
    </a:clrScheme>
    <a:fontScheme name="Philips (2024)">
      <a:majorFont>
        <a:latin typeface="Calibri Light"/>
        <a:ea typeface="Yu Gothic"/>
        <a:cs typeface=""/>
      </a:majorFont>
      <a:minorFont>
        <a:latin typeface="Calibri"/>
        <a:ea typeface="Yu Gothic"/>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w="25400" cap="flat" cmpd="sng" algn="ctr">
          <a:noFill/>
          <a:prstDash val="solid"/>
        </a:ln>
        <a:effectLst/>
      </a:spPr>
      <a:bodyPr lIns="90000" tIns="46800" rIns="90000" bIns="46800" rtlCol="0" anchor="ctr"/>
      <a:lstStyle>
        <a:defPPr algn="ctr">
          <a:spcAft>
            <a:spcPts val="600"/>
          </a:spcAft>
          <a:defRPr sz="14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a:noFill/>
        </a:ln>
      </a:spPr>
      <a:bodyPr wrap="none" lIns="90000" tIns="46800" rIns="90000" bIns="46800" rtlCol="0">
        <a:spAutoFit/>
      </a:bodyPr>
      <a:lstStyle>
        <a:defPPr marL="0" indent="0" algn="l">
          <a:spcAft>
            <a:spcPts val="600"/>
          </a:spcAft>
          <a:buSzPct val="75000"/>
          <a:buNone/>
          <a:defRPr sz="1400" dirty="0" smtClean="0"/>
        </a:defPPr>
      </a:lstStyle>
    </a:txDef>
  </a:objectDefaults>
  <a:extraClrSchemeLst/>
  <a:custClrLst>
    <a:custClr name="Light Blue">
      <a:srgbClr val="BDF0FF"/>
    </a:custClr>
    <a:custClr name="Light Aqua">
      <a:srgbClr val="9CF6FB"/>
    </a:custClr>
    <a:custClr name="Light Green">
      <a:srgbClr val="ADFFB5"/>
    </a:custClr>
    <a:custClr name="Light Gold">
      <a:srgbClr val="FCFCC2"/>
    </a:custClr>
    <a:custClr name="Light Coral">
      <a:srgbClr val="FFDEDB"/>
    </a:custClr>
    <a:custClr name="Light Pink">
      <a:srgbClr val="FFE5F9"/>
    </a:custClr>
    <a:custClr name="Light Purple">
      <a:srgbClr val="F1DEFC"/>
    </a:custClr>
    <a:custClr name="White">
      <a:srgbClr val="FFFFFF"/>
    </a:custClr>
    <a:custClr name="White">
      <a:srgbClr val="FFFFFF"/>
    </a:custClr>
    <a:custClr name="White">
      <a:srgbClr val="FFFFFF"/>
    </a:custClr>
    <a:custClr name="Philips Blue">
      <a:srgbClr val="0B5ED7"/>
    </a:custClr>
    <a:custClr name="Aqua">
      <a:srgbClr val="02ABB1"/>
    </a:custClr>
    <a:custClr name="Green">
      <a:srgbClr val="02DA21"/>
    </a:custClr>
    <a:custClr name="Gold">
      <a:srgbClr val="FFCF50"/>
    </a:custClr>
    <a:custClr name="Coral">
      <a:srgbClr val="F85569"/>
    </a:custClr>
    <a:custClr name="Pink">
      <a:srgbClr val="FA8DDC"/>
    </a:custClr>
    <a:custClr name="Purple">
      <a:srgbClr val="D780FF"/>
    </a:custClr>
    <a:custClr name="White">
      <a:srgbClr val="FFFFFF"/>
    </a:custClr>
    <a:custClr name="White">
      <a:srgbClr val="FFFFFF"/>
    </a:custClr>
    <a:custClr name="White">
      <a:srgbClr val="FFFFFF"/>
    </a:custClr>
    <a:custClr name="Dark Blue">
      <a:srgbClr val="00126E"/>
    </a:custClr>
    <a:custClr name="Dark Aqua">
      <a:srgbClr val="00666F"/>
    </a:custClr>
    <a:custClr name="Dark Green">
      <a:srgbClr val="008800"/>
    </a:custClr>
    <a:custClr name="Dark Gold">
      <a:srgbClr val="FCA708"/>
    </a:custClr>
    <a:custClr name="Dark Coral">
      <a:srgbClr val="D43F44"/>
    </a:custClr>
    <a:custClr name="Dark Pink">
      <a:srgbClr val="DB0383"/>
    </a:custClr>
    <a:custClr name="Dark Purple">
      <a:srgbClr val="A80DF2"/>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ACTIVE edits_JULY 15 VisID template" id="{6786F5D1-4757-F140-90A2-1887A2078D1A}" vid="{E537A740-66BA-B049-9B06-A6174F937C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A48BB3-A2F8-5147-98FB-30E02B1C7AEF}">
  <we:reference id="54c7af0c-5b65-49a9-ab86-f2a8a4690127" version="2.0.0.3"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TemplateConfiguration><![CDATA[{"elementsMetadata":[],"transformationConfigurations":[],"templateName":"Philips Master Template (updated margins)","templateDescription":"","enableDocumentContentUpdater":false,"version":"2.0"}]]></TemplafyTemplateConfiguration>
</file>

<file path=customXml/item3.xml><?xml version="1.0" encoding="utf-8"?>
<ct:contentTypeSchema xmlns:ct="http://schemas.microsoft.com/office/2006/metadata/contentType" xmlns:ma="http://schemas.microsoft.com/office/2006/metadata/properties/metaAttributes" ct:_="" ma:_="" ma:contentTypeName="Document" ma:contentTypeID="0x01010004E5E6F7C3CA4847850B174CA744C6FC" ma:contentTypeVersion="17" ma:contentTypeDescription="Create a new document." ma:contentTypeScope="" ma:versionID="f1e3455a0ac3c577c195025b585446d5">
  <xsd:schema xmlns:xsd="http://www.w3.org/2001/XMLSchema" xmlns:xs="http://www.w3.org/2001/XMLSchema" xmlns:p="http://schemas.microsoft.com/office/2006/metadata/properties" xmlns:ns3="780cc8cc-a0d7-4713-9c3e-0b7190a1e53e" xmlns:ns4="b9d67808-3eaf-4731-8ef7-8469ba91599f" targetNamespace="http://schemas.microsoft.com/office/2006/metadata/properties" ma:root="true" ma:fieldsID="ad042caab29af02fa0f22b0678b53be0" ns3:_="" ns4:_="">
    <xsd:import namespace="780cc8cc-a0d7-4713-9c3e-0b7190a1e53e"/>
    <xsd:import namespace="b9d67808-3eaf-4731-8ef7-8469ba91599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0cc8cc-a0d7-4713-9c3e-0b7190a1e5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9d67808-3eaf-4731-8ef7-8469ba91599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TemplafyFormConfiguration><![CDATA[{"formFields":[],"formDataEntries":[]}]]></TemplafyFormConfiguration>
</file>

<file path=customXml/item5.xml><?xml version="1.0" encoding="utf-8"?>
<p:properties xmlns:p="http://schemas.microsoft.com/office/2006/metadata/properties" xmlns:xsi="http://www.w3.org/2001/XMLSchema-instance" xmlns:pc="http://schemas.microsoft.com/office/infopath/2007/PartnerControls">
  <documentManagement>
    <_activity xmlns="780cc8cc-a0d7-4713-9c3e-0b7190a1e53e" xsi:nil="true"/>
  </documentManagement>
</p:properties>
</file>

<file path=customXml/item6.xml><?xml version="1.0" encoding="utf-8"?>
<TemplafySlideTemplateConfiguration><![CDATA[{"slideVersion":1,"isValidatorEnabled":false,"isLocked":false,"elementsMetadata":[],"slideId":"1267840777025486852","enableDocumentContentUpdater":false,"version":"2.0"}]]></TemplafySlideTemplateConfiguration>
</file>

<file path=customXml/item7.xml><?xml version="1.0" encoding="utf-8"?>
<TemplafySlideFormConfiguration><![CDATA[{"formFields":[],"formDataEntries":[]}]]></TemplafySlideFormConfiguration>
</file>

<file path=customXml/itemProps1.xml><?xml version="1.0" encoding="utf-8"?>
<ds:datastoreItem xmlns:ds="http://schemas.openxmlformats.org/officeDocument/2006/customXml" ds:itemID="{307B3638-7535-47B2-B5BC-1B76C3C0581C}">
  <ds:schemaRefs>
    <ds:schemaRef ds:uri="http://schemas.microsoft.com/sharepoint/v3/contenttype/forms"/>
  </ds:schemaRefs>
</ds:datastoreItem>
</file>

<file path=customXml/itemProps2.xml><?xml version="1.0" encoding="utf-8"?>
<ds:datastoreItem xmlns:ds="http://schemas.openxmlformats.org/officeDocument/2006/customXml" ds:itemID="{BFBCB3F7-860C-40CC-8532-A042390E68D6}">
  <ds:schemaRefs/>
</ds:datastoreItem>
</file>

<file path=customXml/itemProps3.xml><?xml version="1.0" encoding="utf-8"?>
<ds:datastoreItem xmlns:ds="http://schemas.openxmlformats.org/officeDocument/2006/customXml" ds:itemID="{B1D45344-BB9F-4C02-8C84-B77770B7B5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0cc8cc-a0d7-4713-9c3e-0b7190a1e53e"/>
    <ds:schemaRef ds:uri="b9d67808-3eaf-4731-8ef7-8469ba9159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758FF650-907C-428F-AD7B-6BA9D849A6CB}">
  <ds:schemaRefs/>
</ds:datastoreItem>
</file>

<file path=customXml/itemProps5.xml><?xml version="1.0" encoding="utf-8"?>
<ds:datastoreItem xmlns:ds="http://schemas.openxmlformats.org/officeDocument/2006/customXml" ds:itemID="{F5FE3A10-A5AD-44C9-AAD4-1E5C1452D959}">
  <ds:schemaRefs>
    <ds:schemaRef ds:uri="http://purl.org/dc/elements/1.1/"/>
    <ds:schemaRef ds:uri="http://purl.org/dc/dcmitype/"/>
    <ds:schemaRef ds:uri="http://purl.org/dc/terms/"/>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b9d67808-3eaf-4731-8ef7-8469ba91599f"/>
    <ds:schemaRef ds:uri="780cc8cc-a0d7-4713-9c3e-0b7190a1e53e"/>
  </ds:schemaRefs>
</ds:datastoreItem>
</file>

<file path=customXml/itemProps6.xml><?xml version="1.0" encoding="utf-8"?>
<ds:datastoreItem xmlns:ds="http://schemas.openxmlformats.org/officeDocument/2006/customXml" ds:itemID="{B2E38FC4-1533-4A92-B582-8C6E853F1307}">
  <ds:schemaRefs/>
</ds:datastoreItem>
</file>

<file path=customXml/itemProps7.xml><?xml version="1.0" encoding="utf-8"?>
<ds:datastoreItem xmlns:ds="http://schemas.openxmlformats.org/officeDocument/2006/customXml" ds:itemID="{6BF8525C-62B9-4321-91B7-FFEFD4A5025A}">
  <ds:schemaRefs/>
</ds:datastoreItem>
</file>

<file path=docMetadata/LabelInfo.xml><?xml version="1.0" encoding="utf-8"?>
<clbl:labelList xmlns:clbl="http://schemas.microsoft.com/office/2020/mipLabelMetadata">
  <clbl:label id="{1a407a2d-7675-4d17-8692-b3ac285306e4}" enabled="0" method="" siteId="{1a407a2d-7675-4d17-8692-b3ac285306e4}" removed="1"/>
</clbl:labelList>
</file>

<file path=docProps/app.xml><?xml version="1.0" encoding="utf-8"?>
<Properties xmlns="http://schemas.openxmlformats.org/officeDocument/2006/extended-properties" xmlns:vt="http://schemas.openxmlformats.org/officeDocument/2006/docPropsVTypes">
  <Template/>
  <TotalTime>0</TotalTime>
  <Words>1843</Words>
  <Application>Microsoft Office PowerPoint</Application>
  <PresentationFormat>Custom</PresentationFormat>
  <Paragraphs>240</Paragraphs>
  <Slides>15</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1" baseType="lpstr">
      <vt:lpstr>Calibri</vt:lpstr>
      <vt:lpstr>Calibri Light</vt:lpstr>
      <vt:lpstr>Cambria Math</vt:lpstr>
      <vt:lpstr>Wingdings</vt:lpstr>
      <vt:lpstr>Slide Master Only: November 2024</vt:lpstr>
      <vt:lpstr>think-cell Slide</vt:lpstr>
      <vt:lpstr>PowerPoint Presentation</vt:lpstr>
      <vt:lpstr>PowerPoint Presentation</vt:lpstr>
      <vt:lpstr>Figure 1</vt:lpstr>
      <vt:lpstr>PowerPoint Presentation</vt:lpstr>
      <vt:lpstr>Figure 2</vt:lpstr>
      <vt:lpstr>PowerPoint Presentation</vt:lpstr>
      <vt:lpstr>Figure 3</vt:lpstr>
      <vt:lpstr>PowerPoint Presentation</vt:lpstr>
      <vt:lpstr>Figure 4</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Philips Corporate PowerPoint Template</dc:title>
  <dc:subject/>
  <dc:creator>Hendriks, Rob</dc:creator>
  <cp:keywords/>
  <dc:description/>
  <cp:lastModifiedBy>Hendriks, Rob</cp:lastModifiedBy>
  <cp:revision>3</cp:revision>
  <dcterms:created xsi:type="dcterms:W3CDTF">2025-09-06T05:07:06Z</dcterms:created>
  <dcterms:modified xsi:type="dcterms:W3CDTF">2026-08-19T05:55:05Z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2025-09-05T06:54:52</vt:lpwstr>
  </property>
  <property fmtid="{D5CDD505-2E9C-101B-9397-08002B2CF9AE}" pid="3" name="TemplafyTenantId">
    <vt:lpwstr>philips</vt:lpwstr>
  </property>
  <property fmtid="{D5CDD505-2E9C-101B-9397-08002B2CF9AE}" pid="4" name="TemplafyTemplateId">
    <vt:lpwstr>1267840776996651068</vt:lpwstr>
  </property>
  <property fmtid="{D5CDD505-2E9C-101B-9397-08002B2CF9AE}" pid="5" name="TemplafyUserProfileId">
    <vt:lpwstr>637652993277589542</vt:lpwstr>
  </property>
  <property fmtid="{D5CDD505-2E9C-101B-9397-08002B2CF9AE}" pid="6" name="TemplafyFromBlank">
    <vt:bool>true</vt:bool>
  </property>
  <property fmtid="{D5CDD505-2E9C-101B-9397-08002B2CF9AE}" pid="7" name="ContentTypeId">
    <vt:lpwstr>0x01010004E5E6F7C3CA4847850B174CA744C6FC</vt:lpwstr>
  </property>
</Properties>
</file>